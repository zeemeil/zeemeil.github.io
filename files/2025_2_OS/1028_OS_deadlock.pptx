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3.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73" r:id="rId3"/>
    <p:sldMasterId id="2147483721" r:id="rId4"/>
  </p:sldMasterIdLst>
  <p:notesMasterIdLst>
    <p:notesMasterId r:id="rId67"/>
  </p:notesMasterIdLst>
  <p:sldIdLst>
    <p:sldId id="478" r:id="rId5"/>
    <p:sldId id="516" r:id="rId6"/>
    <p:sldId id="351" r:id="rId7"/>
    <p:sldId id="409" r:id="rId8"/>
    <p:sldId id="266" r:id="rId9"/>
    <p:sldId id="283" r:id="rId10"/>
    <p:sldId id="818" r:id="rId11"/>
    <p:sldId id="813" r:id="rId12"/>
    <p:sldId id="814" r:id="rId13"/>
    <p:sldId id="819" r:id="rId14"/>
    <p:sldId id="851" r:id="rId15"/>
    <p:sldId id="815" r:id="rId16"/>
    <p:sldId id="816" r:id="rId17"/>
    <p:sldId id="817" r:id="rId18"/>
    <p:sldId id="714" r:id="rId19"/>
    <p:sldId id="555" r:id="rId20"/>
    <p:sldId id="728" r:id="rId21"/>
    <p:sldId id="786" r:id="rId22"/>
    <p:sldId id="852" r:id="rId23"/>
    <p:sldId id="853" r:id="rId24"/>
    <p:sldId id="854" r:id="rId25"/>
    <p:sldId id="788" r:id="rId26"/>
    <p:sldId id="787" r:id="rId27"/>
    <p:sldId id="790" r:id="rId28"/>
    <p:sldId id="855" r:id="rId29"/>
    <p:sldId id="793" r:id="rId30"/>
    <p:sldId id="794" r:id="rId31"/>
    <p:sldId id="856" r:id="rId32"/>
    <p:sldId id="857" r:id="rId33"/>
    <p:sldId id="858" r:id="rId34"/>
    <p:sldId id="799" r:id="rId35"/>
    <p:sldId id="798" r:id="rId36"/>
    <p:sldId id="795" r:id="rId37"/>
    <p:sldId id="797" r:id="rId38"/>
    <p:sldId id="796" r:id="rId39"/>
    <p:sldId id="804" r:id="rId40"/>
    <p:sldId id="802" r:id="rId41"/>
    <p:sldId id="803" r:id="rId42"/>
    <p:sldId id="820" r:id="rId43"/>
    <p:sldId id="821" r:id="rId44"/>
    <p:sldId id="822" r:id="rId45"/>
    <p:sldId id="823" r:id="rId46"/>
    <p:sldId id="824" r:id="rId47"/>
    <p:sldId id="825" r:id="rId48"/>
    <p:sldId id="826" r:id="rId49"/>
    <p:sldId id="827" r:id="rId50"/>
    <p:sldId id="828" r:id="rId51"/>
    <p:sldId id="829" r:id="rId52"/>
    <p:sldId id="830" r:id="rId53"/>
    <p:sldId id="831" r:id="rId54"/>
    <p:sldId id="833" r:id="rId55"/>
    <p:sldId id="847" r:id="rId56"/>
    <p:sldId id="834" r:id="rId57"/>
    <p:sldId id="835" r:id="rId58"/>
    <p:sldId id="842" r:id="rId59"/>
    <p:sldId id="843" r:id="rId60"/>
    <p:sldId id="844" r:id="rId61"/>
    <p:sldId id="845" r:id="rId62"/>
    <p:sldId id="846" r:id="rId63"/>
    <p:sldId id="849" r:id="rId64"/>
    <p:sldId id="850" r:id="rId65"/>
    <p:sldId id="350" r:id="rId66"/>
  </p:sldIdLst>
  <p:sldSz cx="9144000" cy="6858000" type="screen4x3"/>
  <p:notesSz cx="6858000" cy="9144000"/>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5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740" autoAdjust="0"/>
    <p:restoredTop sz="94717" autoAdjust="0"/>
  </p:normalViewPr>
  <p:slideViewPr>
    <p:cSldViewPr snapToObjects="1">
      <p:cViewPr varScale="1">
        <p:scale>
          <a:sx n="66" d="100"/>
          <a:sy n="66" d="100"/>
        </p:scale>
        <p:origin x="208" y="1504"/>
      </p:cViewPr>
      <p:guideLst>
        <p:guide orient="horz" pos="205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27C0A14D-C413-2846-AE42-9F9B69F67A6D}"/>
              </a:ext>
            </a:extLst>
          </p:cNvPr>
          <p:cNvSpPr>
            <a:spLocks noGrp="1" noRot="1" noChangeAspect="1" noChangeArrowheads="1"/>
          </p:cNvSpPr>
          <p:nvPr>
            <p:ph type="sldImg" idx="4294967295"/>
          </p:nvPr>
        </p:nvSpPr>
        <p:spPr bwMode="auto">
          <a:xfrm>
            <a:off x="1050925" y="754063"/>
            <a:ext cx="4572000" cy="329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5123" name="Rectangle 3">
            <a:extLst>
              <a:ext uri="{FF2B5EF4-FFF2-40B4-BE49-F238E27FC236}">
                <a16:creationId xmlns:a16="http://schemas.microsoft.com/office/drawing/2014/main" id="{A955746D-7805-6A4E-8FFC-543902A60E15}"/>
              </a:ext>
            </a:extLst>
          </p:cNvPr>
          <p:cNvSpPr>
            <a:spLocks noGrp="1" noChangeArrowheads="1"/>
          </p:cNvSpPr>
          <p:nvPr>
            <p:ph type="body" sz="quarter" idx="4294967295"/>
          </p:nvPr>
        </p:nvSpPr>
        <p:spPr bwMode="auto">
          <a:xfrm>
            <a:off x="538163" y="4387850"/>
            <a:ext cx="5780087" cy="395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DDE82B64-B278-2D4A-ADDD-67AECF8C2DB3}"/>
              </a:ext>
            </a:extLst>
          </p:cNvPr>
          <p:cNvSpPr>
            <a:spLocks noGrp="1"/>
          </p:cNvSpPr>
          <p:nvPr>
            <p:ph type="hdr" sz="quarter"/>
          </p:nvPr>
        </p:nvSpPr>
        <p:spPr>
          <a:xfrm>
            <a:off x="0" y="0"/>
            <a:ext cx="2973388" cy="457200"/>
          </a:xfrm>
          <a:prstGeom prst="rect">
            <a:avLst/>
          </a:prstGeom>
          <a:noFill/>
          <a:ln w="9525">
            <a:noFill/>
            <a:miter/>
          </a:ln>
        </p:spPr>
        <p:txBody>
          <a:bodyPr anchor="t"/>
          <a:lstStyle>
            <a:lvl1pPr>
              <a:defRPr sz="1200" noProof="1" dirty="0"/>
            </a:lvl1pPr>
          </a:lstStyle>
          <a:p>
            <a:endParaRPr lang="zh-CN" altLang="en-US"/>
          </a:p>
        </p:txBody>
      </p:sp>
      <p:sp>
        <p:nvSpPr>
          <p:cNvPr id="5" name="Rectangle 5">
            <a:extLst>
              <a:ext uri="{FF2B5EF4-FFF2-40B4-BE49-F238E27FC236}">
                <a16:creationId xmlns:a16="http://schemas.microsoft.com/office/drawing/2014/main" id="{FC3643A0-E0AE-CC44-8A6D-251380BF295E}"/>
              </a:ext>
            </a:extLst>
          </p:cNvPr>
          <p:cNvSpPr>
            <a:spLocks noGrp="1"/>
          </p:cNvSpPr>
          <p:nvPr>
            <p:ph type="dt"/>
          </p:nvPr>
        </p:nvSpPr>
        <p:spPr>
          <a:xfrm>
            <a:off x="3883025" y="0"/>
            <a:ext cx="2974975" cy="457200"/>
          </a:xfrm>
          <a:prstGeom prst="rect">
            <a:avLst/>
          </a:prstGeom>
          <a:noFill/>
          <a:ln w="9525">
            <a:noFill/>
            <a:miter/>
          </a:ln>
        </p:spPr>
        <p:txBody>
          <a:bodyPr anchor="t"/>
          <a:lstStyle>
            <a:lvl1pPr algn="r">
              <a:defRPr sz="1200" noProof="1" dirty="0"/>
            </a:lvl1pPr>
          </a:lstStyle>
          <a:p>
            <a:endParaRPr lang="en-US" altLang="x-none"/>
          </a:p>
        </p:txBody>
      </p:sp>
      <p:sp>
        <p:nvSpPr>
          <p:cNvPr id="6" name="Rectangle 6">
            <a:extLst>
              <a:ext uri="{FF2B5EF4-FFF2-40B4-BE49-F238E27FC236}">
                <a16:creationId xmlns:a16="http://schemas.microsoft.com/office/drawing/2014/main" id="{73BF03D1-F844-C640-9C4B-1089CC0842B2}"/>
              </a:ext>
            </a:extLst>
          </p:cNvPr>
          <p:cNvSpPr>
            <a:spLocks noGrp="1"/>
          </p:cNvSpPr>
          <p:nvPr>
            <p:ph type="ftr" sz="quarter"/>
          </p:nvPr>
        </p:nvSpPr>
        <p:spPr>
          <a:xfrm>
            <a:off x="0" y="8686800"/>
            <a:ext cx="2973388" cy="457200"/>
          </a:xfrm>
          <a:prstGeom prst="rect">
            <a:avLst/>
          </a:prstGeom>
          <a:noFill/>
          <a:ln w="9525">
            <a:noFill/>
            <a:miter/>
          </a:ln>
        </p:spPr>
        <p:txBody>
          <a:bodyPr anchor="t"/>
          <a:lstStyle>
            <a:lvl1pPr>
              <a:defRPr sz="1200" noProof="1" dirty="0"/>
            </a:lvl1pPr>
          </a:lstStyle>
          <a:p>
            <a:endParaRPr lang="en-US" altLang="x-none"/>
          </a:p>
        </p:txBody>
      </p:sp>
      <p:sp>
        <p:nvSpPr>
          <p:cNvPr id="7" name="Rectangle 7">
            <a:extLst>
              <a:ext uri="{FF2B5EF4-FFF2-40B4-BE49-F238E27FC236}">
                <a16:creationId xmlns:a16="http://schemas.microsoft.com/office/drawing/2014/main" id="{C3A256E7-24F9-D448-A858-76C1D5A8793C}"/>
              </a:ext>
            </a:extLst>
          </p:cNvPr>
          <p:cNvSpPr>
            <a:spLocks noGrp="1"/>
          </p:cNvSpPr>
          <p:nvPr>
            <p:ph type="sldNum" sz="quarter"/>
          </p:nvPr>
        </p:nvSpPr>
        <p:spPr>
          <a:xfrm>
            <a:off x="3883025" y="8686800"/>
            <a:ext cx="2974975" cy="457200"/>
          </a:xfrm>
          <a:prstGeom prst="rect">
            <a:avLst/>
          </a:prstGeom>
          <a:noFill/>
          <a:ln w="9525">
            <a:noFill/>
            <a:miter/>
          </a:ln>
        </p:spPr>
        <p:txBody>
          <a:bodyPr anchor="t"/>
          <a:lstStyle>
            <a:lvl1pPr algn="r">
              <a:defRPr sz="1200" noProof="1" dirty="0">
                <a:latin typeface="Arial" charset="0"/>
                <a:ea typeface="宋体" charset="-122"/>
                <a:cs typeface="+mn-ea"/>
              </a:defRPr>
            </a:lvl1pPr>
          </a:lstStyle>
          <a:p>
            <a:fld id="{C5862CB2-063B-9741-BB29-3F270645722A}" type="slidenum">
              <a:rPr lang="zh-CN" altLang="en-US"/>
              <a:pPr/>
              <a:t>‹#›</a:t>
            </a:fld>
            <a:endParaRPr lang="en-US" altLang="x-none">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lvl="1"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lvl="2"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lvl="3"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lvl="4"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lvl="5"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6pPr>
    <a:lvl7pPr marL="2743200" lvl="6"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7pPr>
    <a:lvl8pPr marL="3200400" lvl="7"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8pPr>
    <a:lvl9pPr marL="3657600" lvl="8"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62.xml"/><Relationship Id="rId2" Type="http://schemas.openxmlformats.org/officeDocument/2006/relationships/notesMaster" Target="../notesMasters/notesMaster1.xml"/><Relationship Id="rId1" Type="http://schemas.openxmlformats.org/officeDocument/2006/relationships/themeOverride" Target="../theme/themeOverride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8194" name="幻灯片图像占位符 1">
            <a:extLst>
              <a:ext uri="{FF2B5EF4-FFF2-40B4-BE49-F238E27FC236}">
                <a16:creationId xmlns:a16="http://schemas.microsoft.com/office/drawing/2014/main" id="{77E8BFC1-6219-8D44-86A1-B5161D61B10E}"/>
              </a:ext>
            </a:extLst>
          </p:cNvPr>
          <p:cNvSpPr>
            <a:spLocks noGrp="1" noRot="1" noChangeAspect="1" noChangeArrowheads="1" noTextEdit="1"/>
          </p:cNvSpPr>
          <p:nvPr>
            <p:ph type="sldImg" idx="4294967295"/>
          </p:nvPr>
        </p:nvSpPr>
        <p:spPr>
          <a:xfrm>
            <a:off x="1370013" y="1141413"/>
            <a:ext cx="4114800" cy="3086100"/>
          </a:xfrm>
          <a:ln>
            <a:solidFill>
              <a:srgbClr val="000000"/>
            </a:solidFill>
            <a:miter lim="800000"/>
            <a:headEnd/>
            <a:tailEnd/>
          </a:ln>
        </p:spPr>
      </p:sp>
      <p:sp>
        <p:nvSpPr>
          <p:cNvPr id="8195" name="备注占位符 2">
            <a:extLst>
              <a:ext uri="{FF2B5EF4-FFF2-40B4-BE49-F238E27FC236}">
                <a16:creationId xmlns:a16="http://schemas.microsoft.com/office/drawing/2014/main" id="{763574E9-6EAE-7F46-A14A-6CA6FE36B2A3}"/>
              </a:ext>
            </a:extLst>
          </p:cNvPr>
          <p:cNvSpPr>
            <a:spLocks noGrp="1" noChangeArrowheads="1"/>
          </p:cNvSpPr>
          <p:nvPr>
            <p:ph type="body" idx="4294967295"/>
          </p:nvPr>
        </p:nvSpPr>
        <p:spPr>
          <a:xfrm>
            <a:off x="684213" y="4398963"/>
            <a:ext cx="5486400" cy="3600450"/>
          </a:xfrm>
          <a:ln/>
        </p:spPr>
        <p:txBody>
          <a:bodyPr/>
          <a:lstStyle/>
          <a:p>
            <a:pPr eaLnBrk="1" hangingPunct="1">
              <a:spcBef>
                <a:spcPct val="0"/>
              </a:spcBef>
            </a:pPr>
            <a:r>
              <a:rPr lang="zh-CN" altLang="en-US"/>
              <a:t>模板来自于 </a:t>
            </a:r>
            <a:r>
              <a:rPr lang="en-US" altLang="en-US">
                <a:ea typeface="宋体" panose="02010600030101010101" pitchFamily="2" charset="-122"/>
              </a:rPr>
              <a:t>http://meihua.docer.com/</a:t>
            </a:r>
          </a:p>
        </p:txBody>
      </p:sp>
      <p:sp>
        <p:nvSpPr>
          <p:cNvPr id="8196" name="灯片编号占位符 3">
            <a:extLst>
              <a:ext uri="{FF2B5EF4-FFF2-40B4-BE49-F238E27FC236}">
                <a16:creationId xmlns:a16="http://schemas.microsoft.com/office/drawing/2014/main" id="{7B153CD9-9CC2-D849-B669-D55BCB6E2F24}"/>
              </a:ext>
            </a:extLst>
          </p:cNvPr>
          <p:cNvSpPr txBox="1">
            <a:spLocks noGrp="1" noChangeArrowheads="1"/>
          </p:cNvSpPr>
          <p:nvPr/>
        </p:nvSpPr>
        <p:spPr bwMode="auto">
          <a:xfrm>
            <a:off x="3883025" y="8683625"/>
            <a:ext cx="29718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a:fld id="{EAF6A585-CE86-5642-80D4-4AB339214273}" type="slidenum">
              <a:rPr lang="zh-CN" altLang="en-US" sz="1200">
                <a:latin typeface="Calibri" panose="020F0502020204030204" pitchFamily="34" charset="0"/>
              </a:rPr>
              <a:pPr algn="r"/>
              <a:t>2</a:t>
            </a:fld>
            <a:endParaRPr lang="en-US" altLang="en-US" sz="1200">
              <a:latin typeface="Calibri" panose="020F0502020204030204" pitchFamily="34"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0242" name="幻灯片图像占位符 1">
            <a:extLst>
              <a:ext uri="{FF2B5EF4-FFF2-40B4-BE49-F238E27FC236}">
                <a16:creationId xmlns:a16="http://schemas.microsoft.com/office/drawing/2014/main" id="{557CBE05-EB74-E147-A9BC-B98B0FA50D70}"/>
              </a:ext>
            </a:extLst>
          </p:cNvPr>
          <p:cNvSpPr>
            <a:spLocks noGrp="1" noRot="1" noChangeAspect="1" noChangeArrowheads="1" noTextEdit="1"/>
          </p:cNvSpPr>
          <p:nvPr>
            <p:ph type="sldImg" idx="4294967295"/>
          </p:nvPr>
        </p:nvSpPr>
        <p:spPr>
          <a:xfrm>
            <a:off x="1370013" y="1141413"/>
            <a:ext cx="4114800" cy="3086100"/>
          </a:xfrm>
          <a:ln>
            <a:solidFill>
              <a:srgbClr val="000000"/>
            </a:solidFill>
            <a:miter lim="800000"/>
            <a:headEnd/>
            <a:tailEnd/>
          </a:ln>
        </p:spPr>
      </p:sp>
      <p:sp>
        <p:nvSpPr>
          <p:cNvPr id="10243" name="备注占位符 2">
            <a:extLst>
              <a:ext uri="{FF2B5EF4-FFF2-40B4-BE49-F238E27FC236}">
                <a16:creationId xmlns:a16="http://schemas.microsoft.com/office/drawing/2014/main" id="{009DA16D-757B-AB4F-9321-EFA167FF1CC3}"/>
              </a:ext>
            </a:extLst>
          </p:cNvPr>
          <p:cNvSpPr>
            <a:spLocks noGrp="1" noChangeArrowheads="1"/>
          </p:cNvSpPr>
          <p:nvPr>
            <p:ph type="body" idx="4294967295"/>
          </p:nvPr>
        </p:nvSpPr>
        <p:spPr>
          <a:xfrm>
            <a:off x="684213" y="4398963"/>
            <a:ext cx="5486400" cy="3600450"/>
          </a:xfrm>
          <a:ln/>
        </p:spPr>
        <p:txBody>
          <a:bodyPr/>
          <a:lstStyle/>
          <a:p>
            <a:pPr eaLnBrk="1" hangingPunct="1">
              <a:spcBef>
                <a:spcPct val="0"/>
              </a:spcBef>
            </a:pPr>
            <a:r>
              <a:rPr lang="zh-CN" altLang="en-US"/>
              <a:t>模板来自于 </a:t>
            </a:r>
            <a:r>
              <a:rPr lang="en-US" altLang="en-US">
                <a:ea typeface="宋体" panose="02010600030101010101" pitchFamily="2" charset="-122"/>
              </a:rPr>
              <a:t>http://meihua.docer.com/</a:t>
            </a:r>
            <a:endParaRPr lang="zh-CN" altLang="en-US"/>
          </a:p>
        </p:txBody>
      </p:sp>
      <p:sp>
        <p:nvSpPr>
          <p:cNvPr id="10244" name="灯片编号占位符 3">
            <a:extLst>
              <a:ext uri="{FF2B5EF4-FFF2-40B4-BE49-F238E27FC236}">
                <a16:creationId xmlns:a16="http://schemas.microsoft.com/office/drawing/2014/main" id="{B05E4744-CD23-3E44-83FB-419F6AF49DBD}"/>
              </a:ext>
            </a:extLst>
          </p:cNvPr>
          <p:cNvSpPr txBox="1">
            <a:spLocks noGrp="1" noChangeArrowheads="1"/>
          </p:cNvSpPr>
          <p:nvPr/>
        </p:nvSpPr>
        <p:spPr bwMode="auto">
          <a:xfrm>
            <a:off x="3883025" y="8683625"/>
            <a:ext cx="29718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a:fld id="{75EE154B-5983-6649-BB83-6E7EC61EE075}" type="slidenum">
              <a:rPr lang="zh-CN" altLang="en-US" sz="1200"/>
              <a:pPr algn="r"/>
              <a:t>3</a:t>
            </a:fld>
            <a:endParaRPr lang="zh-CN" altLang="en-US" sz="1200"/>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幻灯片图像占位符 1">
            <a:extLst>
              <a:ext uri="{FF2B5EF4-FFF2-40B4-BE49-F238E27FC236}">
                <a16:creationId xmlns:a16="http://schemas.microsoft.com/office/drawing/2014/main" id="{39C87F27-B778-214E-859B-AEC6A5B3941A}"/>
              </a:ext>
            </a:extLst>
          </p:cNvPr>
          <p:cNvSpPr>
            <a:spLocks noGrp="1" noRot="1" noChangeAspect="1" noChangeArrowheads="1"/>
          </p:cNvSpPr>
          <p:nvPr>
            <p:ph type="sldImg" idx="4294967295"/>
          </p:nvPr>
        </p:nvSpPr>
        <p:spPr>
          <a:xfrm>
            <a:off x="1141413" y="754063"/>
            <a:ext cx="4391025" cy="3294062"/>
          </a:xfrm>
          <a:ln/>
        </p:spPr>
      </p:sp>
      <p:sp>
        <p:nvSpPr>
          <p:cNvPr id="36866" name="文本占位符 2">
            <a:extLst>
              <a:ext uri="{FF2B5EF4-FFF2-40B4-BE49-F238E27FC236}">
                <a16:creationId xmlns:a16="http://schemas.microsoft.com/office/drawing/2014/main" id="{03775FE7-D82F-7140-9EDE-C62FF709FD09}"/>
              </a:ext>
            </a:extLst>
          </p:cNvPr>
          <p:cNvSpPr>
            <a:spLocks noGrp="1" noChangeArrowheads="1"/>
          </p:cNvSpPr>
          <p:nvPr>
            <p:ph type="body" idx="4294967295"/>
          </p:nvPr>
        </p:nvSpPr>
        <p:spPr>
          <a:ln/>
        </p:spPr>
        <p:txBody>
          <a:bodyPr/>
          <a:lstStyle/>
          <a:p>
            <a:endParaRPr lang="zh-CN" altLang="en-US"/>
          </a:p>
        </p:txBody>
      </p:sp>
      <p:sp>
        <p:nvSpPr>
          <p:cNvPr id="36867" name="灯片编号占位符 3">
            <a:extLst>
              <a:ext uri="{FF2B5EF4-FFF2-40B4-BE49-F238E27FC236}">
                <a16:creationId xmlns:a16="http://schemas.microsoft.com/office/drawing/2014/main" id="{88237A23-C2DE-FD49-9002-A23B83C92832}"/>
              </a:ext>
            </a:extLst>
          </p:cNvPr>
          <p:cNvSpPr>
            <a:spLocks noGrp="1" noChangeArrowheads="1"/>
          </p:cNvSpPr>
          <p:nvPr>
            <p:ph type="sldNum" sz="quarter"/>
          </p:nvPr>
        </p:nvSpPr>
        <p:spPr bwMode="auto">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0" compatLnSpc="1">
            <a:prstTxWarp prst="textNoShape">
              <a:avLst/>
            </a:prstTxWarp>
          </a:bodyPr>
          <a:lstStyle/>
          <a:p>
            <a:fld id="{E48F73D3-F243-6649-989C-DFAFC35278CA}" type="slidenum">
              <a:rPr lang="zh-CN" altLang="en-US" smtClean="0">
                <a:latin typeface="Arial" panose="020B0604020202020204" pitchFamily="34" charset="0"/>
                <a:ea typeface="宋体" panose="02010600030101010101" pitchFamily="2" charset="-122"/>
              </a:rPr>
              <a:pPr/>
              <a:t>36</a:t>
            </a:fld>
            <a:endParaRPr lang="en-US" altLang="en-US">
              <a:latin typeface="Arial" panose="020B060402020202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4514" name="幻灯片图像占位符 1">
            <a:extLst>
              <a:ext uri="{FF2B5EF4-FFF2-40B4-BE49-F238E27FC236}">
                <a16:creationId xmlns:a16="http://schemas.microsoft.com/office/drawing/2014/main" id="{AF7EF09C-D240-474E-9431-A8F90F31CE63}"/>
              </a:ext>
            </a:extLst>
          </p:cNvPr>
          <p:cNvSpPr>
            <a:spLocks noGrp="1" noRot="1" noChangeAspect="1" noChangeArrowheads="1" noTextEdit="1"/>
          </p:cNvSpPr>
          <p:nvPr>
            <p:ph type="sldImg" idx="4294967295"/>
          </p:nvPr>
        </p:nvSpPr>
        <p:spPr>
          <a:xfrm>
            <a:off x="1370013" y="1141413"/>
            <a:ext cx="4114800" cy="3086100"/>
          </a:xfrm>
          <a:ln>
            <a:solidFill>
              <a:srgbClr val="000000"/>
            </a:solidFill>
            <a:miter lim="800000"/>
            <a:headEnd/>
            <a:tailEnd/>
          </a:ln>
        </p:spPr>
      </p:sp>
      <p:sp>
        <p:nvSpPr>
          <p:cNvPr id="64515" name="备注占位符 2">
            <a:extLst>
              <a:ext uri="{FF2B5EF4-FFF2-40B4-BE49-F238E27FC236}">
                <a16:creationId xmlns:a16="http://schemas.microsoft.com/office/drawing/2014/main" id="{092349CA-2E10-204F-8E61-773115AA38EC}"/>
              </a:ext>
            </a:extLst>
          </p:cNvPr>
          <p:cNvSpPr>
            <a:spLocks noGrp="1" noChangeArrowheads="1"/>
          </p:cNvSpPr>
          <p:nvPr>
            <p:ph type="body" idx="4294967295"/>
          </p:nvPr>
        </p:nvSpPr>
        <p:spPr>
          <a:xfrm>
            <a:off x="684213" y="4398963"/>
            <a:ext cx="5486400" cy="3600450"/>
          </a:xfrm>
          <a:ln/>
        </p:spPr>
        <p:txBody>
          <a:bodyPr/>
          <a:lstStyle/>
          <a:p>
            <a:pPr eaLnBrk="1" hangingPunct="1">
              <a:spcBef>
                <a:spcPct val="0"/>
              </a:spcBef>
            </a:pPr>
            <a:r>
              <a:rPr lang="zh-CN" altLang="en-US"/>
              <a:t>模板来自于 </a:t>
            </a:r>
            <a:r>
              <a:rPr lang="en-US" altLang="en-US">
                <a:ea typeface="宋体" panose="02010600030101010101" pitchFamily="2" charset="-122"/>
              </a:rPr>
              <a:t>http://docer.wps.cn</a:t>
            </a:r>
            <a:endParaRPr lang="zh-CN" altLang="en-US"/>
          </a:p>
        </p:txBody>
      </p:sp>
      <p:sp>
        <p:nvSpPr>
          <p:cNvPr id="64516" name="灯片编号占位符 3">
            <a:extLst>
              <a:ext uri="{FF2B5EF4-FFF2-40B4-BE49-F238E27FC236}">
                <a16:creationId xmlns:a16="http://schemas.microsoft.com/office/drawing/2014/main" id="{F48EAEED-A665-C147-B0C0-D7453878655C}"/>
              </a:ext>
            </a:extLst>
          </p:cNvPr>
          <p:cNvSpPr txBox="1">
            <a:spLocks noGrp="1" noChangeArrowheads="1"/>
          </p:cNvSpPr>
          <p:nvPr/>
        </p:nvSpPr>
        <p:spPr bwMode="auto">
          <a:xfrm>
            <a:off x="3883025" y="8683625"/>
            <a:ext cx="29718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a:fld id="{D72E0DC5-CAC1-8642-9A84-C8879E8B51E8}" type="slidenum">
              <a:rPr lang="zh-CN" altLang="en-US" sz="1200">
                <a:latin typeface="Calibri" panose="020F0502020204030204" pitchFamily="34" charset="0"/>
              </a:rPr>
              <a:pPr algn="r"/>
              <a:t>62</a:t>
            </a:fld>
            <a:endParaRPr lang="zh-CN" altLang="en-US" sz="1200">
              <a:latin typeface="Calibri" panose="020F0502020204030204" pitchFamily="34" charset="0"/>
            </a:endParaRPr>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Rectangle 4">
            <a:extLst>
              <a:ext uri="{FF2B5EF4-FFF2-40B4-BE49-F238E27FC236}">
                <a16:creationId xmlns:a16="http://schemas.microsoft.com/office/drawing/2014/main" id="{9756FE3D-061E-8549-AB03-64D1898C9D81}"/>
              </a:ext>
            </a:extLst>
          </p:cNvPr>
          <p:cNvSpPr>
            <a:spLocks noGrp="1"/>
          </p:cNvSpPr>
          <p:nvPr>
            <p:ph type="dt" sz="half" idx="10"/>
          </p:nvPr>
        </p:nvSpPr>
        <p:spPr>
          <a:ln/>
        </p:spPr>
        <p:txBody>
          <a:bodyPr/>
          <a:lstStyle>
            <a:lvl1pPr>
              <a:defRPr/>
            </a:lvl1pPr>
          </a:lstStyle>
          <a:p>
            <a:endParaRPr lang="en-US" altLang="x-none"/>
          </a:p>
        </p:txBody>
      </p:sp>
      <p:sp>
        <p:nvSpPr>
          <p:cNvPr id="5" name="Rectangle 5">
            <a:extLst>
              <a:ext uri="{FF2B5EF4-FFF2-40B4-BE49-F238E27FC236}">
                <a16:creationId xmlns:a16="http://schemas.microsoft.com/office/drawing/2014/main" id="{DB8C0D88-A2EF-9744-8905-EEAD23958CBD}"/>
              </a:ext>
            </a:extLst>
          </p:cNvPr>
          <p:cNvSpPr>
            <a:spLocks noGrp="1"/>
          </p:cNvSpPr>
          <p:nvPr>
            <p:ph type="ftr" sz="quarter" idx="11"/>
          </p:nvPr>
        </p:nvSpPr>
        <p:spPr>
          <a:ln/>
        </p:spPr>
        <p:txBody>
          <a:bodyPr/>
          <a:lstStyle>
            <a:lvl1pPr>
              <a:defRPr/>
            </a:lvl1pPr>
          </a:lstStyle>
          <a:p>
            <a:endParaRPr lang="en-US" altLang="x-none"/>
          </a:p>
        </p:txBody>
      </p:sp>
      <p:sp>
        <p:nvSpPr>
          <p:cNvPr id="6" name="Rectangle 6">
            <a:extLst>
              <a:ext uri="{FF2B5EF4-FFF2-40B4-BE49-F238E27FC236}">
                <a16:creationId xmlns:a16="http://schemas.microsoft.com/office/drawing/2014/main" id="{14992CA6-1DBF-9343-A22E-65B4D02CD2B7}"/>
              </a:ext>
            </a:extLst>
          </p:cNvPr>
          <p:cNvSpPr>
            <a:spLocks noGrp="1"/>
          </p:cNvSpPr>
          <p:nvPr>
            <p:ph type="sldNum" sz="quarter" idx="12"/>
          </p:nvPr>
        </p:nvSpPr>
        <p:spPr>
          <a:ln/>
        </p:spPr>
        <p:txBody>
          <a:bodyPr/>
          <a:lstStyle>
            <a:lvl1pPr>
              <a:defRPr/>
            </a:lvl1pPr>
          </a:lstStyle>
          <a:p>
            <a:fld id="{1B253899-8CEF-7F4E-A383-1A4A7AC1FCB8}" type="slidenum">
              <a:rPr lang="zh-CN" altLang="en-US"/>
              <a:pPr/>
              <a:t>‹#›</a:t>
            </a:fld>
            <a:endParaRPr lang="zh-CN" altLang="en-US"/>
          </a:p>
        </p:txBody>
      </p:sp>
    </p:spTree>
    <p:extLst>
      <p:ext uri="{BB962C8B-B14F-4D97-AF65-F5344CB8AC3E}">
        <p14:creationId xmlns:p14="http://schemas.microsoft.com/office/powerpoint/2010/main" val="2026937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FE2EFB35-E0D8-8846-B9A1-2C399C50773D}"/>
              </a:ext>
            </a:extLst>
          </p:cNvPr>
          <p:cNvSpPr>
            <a:spLocks noGrp="1"/>
          </p:cNvSpPr>
          <p:nvPr>
            <p:ph type="dt" sz="half" idx="10"/>
          </p:nvPr>
        </p:nvSpPr>
        <p:spPr>
          <a:ln/>
        </p:spPr>
        <p:txBody>
          <a:bodyPr/>
          <a:lstStyle>
            <a:lvl1pPr>
              <a:defRPr/>
            </a:lvl1pPr>
          </a:lstStyle>
          <a:p>
            <a:endParaRPr lang="en-US" altLang="x-none"/>
          </a:p>
        </p:txBody>
      </p:sp>
      <p:sp>
        <p:nvSpPr>
          <p:cNvPr id="5" name="Rectangle 5">
            <a:extLst>
              <a:ext uri="{FF2B5EF4-FFF2-40B4-BE49-F238E27FC236}">
                <a16:creationId xmlns:a16="http://schemas.microsoft.com/office/drawing/2014/main" id="{569AB74C-342E-2745-9E24-0FD02880C2CC}"/>
              </a:ext>
            </a:extLst>
          </p:cNvPr>
          <p:cNvSpPr>
            <a:spLocks noGrp="1"/>
          </p:cNvSpPr>
          <p:nvPr>
            <p:ph type="ftr" sz="quarter" idx="11"/>
          </p:nvPr>
        </p:nvSpPr>
        <p:spPr>
          <a:ln/>
        </p:spPr>
        <p:txBody>
          <a:bodyPr/>
          <a:lstStyle>
            <a:lvl1pPr>
              <a:defRPr/>
            </a:lvl1pPr>
          </a:lstStyle>
          <a:p>
            <a:endParaRPr lang="en-US" altLang="x-none"/>
          </a:p>
        </p:txBody>
      </p:sp>
      <p:sp>
        <p:nvSpPr>
          <p:cNvPr id="6" name="Rectangle 6">
            <a:extLst>
              <a:ext uri="{FF2B5EF4-FFF2-40B4-BE49-F238E27FC236}">
                <a16:creationId xmlns:a16="http://schemas.microsoft.com/office/drawing/2014/main" id="{625AA5A6-F891-D641-B6F1-DFBA530DF6F4}"/>
              </a:ext>
            </a:extLst>
          </p:cNvPr>
          <p:cNvSpPr>
            <a:spLocks noGrp="1"/>
          </p:cNvSpPr>
          <p:nvPr>
            <p:ph type="sldNum" sz="quarter" idx="12"/>
          </p:nvPr>
        </p:nvSpPr>
        <p:spPr>
          <a:ln/>
        </p:spPr>
        <p:txBody>
          <a:bodyPr/>
          <a:lstStyle>
            <a:lvl1pPr>
              <a:defRPr/>
            </a:lvl1pPr>
          </a:lstStyle>
          <a:p>
            <a:fld id="{236E044E-4327-0B4E-80CF-FC5021C0D104}" type="slidenum">
              <a:rPr lang="zh-CN" altLang="en-US"/>
              <a:pPr/>
              <a:t>‹#›</a:t>
            </a:fld>
            <a:endParaRPr lang="zh-CN" altLang="en-US"/>
          </a:p>
        </p:txBody>
      </p:sp>
    </p:spTree>
    <p:extLst>
      <p:ext uri="{BB962C8B-B14F-4D97-AF65-F5344CB8AC3E}">
        <p14:creationId xmlns:p14="http://schemas.microsoft.com/office/powerpoint/2010/main" val="959250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Rectangle 4">
            <a:extLst>
              <a:ext uri="{FF2B5EF4-FFF2-40B4-BE49-F238E27FC236}">
                <a16:creationId xmlns:a16="http://schemas.microsoft.com/office/drawing/2014/main" id="{40718EC2-7030-EC44-8DB7-C2F2F7D53BC6}"/>
              </a:ext>
            </a:extLst>
          </p:cNvPr>
          <p:cNvSpPr>
            <a:spLocks noGrp="1"/>
          </p:cNvSpPr>
          <p:nvPr>
            <p:ph type="dt" sz="half" idx="10"/>
          </p:nvPr>
        </p:nvSpPr>
        <p:spPr>
          <a:ln/>
        </p:spPr>
        <p:txBody>
          <a:bodyPr/>
          <a:lstStyle>
            <a:lvl1pPr>
              <a:defRPr/>
            </a:lvl1pPr>
          </a:lstStyle>
          <a:p>
            <a:endParaRPr lang="en-US" altLang="x-none"/>
          </a:p>
        </p:txBody>
      </p:sp>
      <p:sp>
        <p:nvSpPr>
          <p:cNvPr id="5" name="Rectangle 5">
            <a:extLst>
              <a:ext uri="{FF2B5EF4-FFF2-40B4-BE49-F238E27FC236}">
                <a16:creationId xmlns:a16="http://schemas.microsoft.com/office/drawing/2014/main" id="{9D61CD83-9650-4347-BC38-32126114F3EC}"/>
              </a:ext>
            </a:extLst>
          </p:cNvPr>
          <p:cNvSpPr>
            <a:spLocks noGrp="1"/>
          </p:cNvSpPr>
          <p:nvPr>
            <p:ph type="ftr" sz="quarter" idx="11"/>
          </p:nvPr>
        </p:nvSpPr>
        <p:spPr>
          <a:ln/>
        </p:spPr>
        <p:txBody>
          <a:bodyPr/>
          <a:lstStyle>
            <a:lvl1pPr>
              <a:defRPr/>
            </a:lvl1pPr>
          </a:lstStyle>
          <a:p>
            <a:endParaRPr lang="en-US" altLang="x-none"/>
          </a:p>
        </p:txBody>
      </p:sp>
      <p:sp>
        <p:nvSpPr>
          <p:cNvPr id="6" name="Rectangle 6">
            <a:extLst>
              <a:ext uri="{FF2B5EF4-FFF2-40B4-BE49-F238E27FC236}">
                <a16:creationId xmlns:a16="http://schemas.microsoft.com/office/drawing/2014/main" id="{B17A8F57-296B-364F-983E-D75F2A208F17}"/>
              </a:ext>
            </a:extLst>
          </p:cNvPr>
          <p:cNvSpPr>
            <a:spLocks noGrp="1"/>
          </p:cNvSpPr>
          <p:nvPr>
            <p:ph type="sldNum" sz="quarter" idx="12"/>
          </p:nvPr>
        </p:nvSpPr>
        <p:spPr>
          <a:ln/>
        </p:spPr>
        <p:txBody>
          <a:bodyPr/>
          <a:lstStyle>
            <a:lvl1pPr>
              <a:defRPr/>
            </a:lvl1pPr>
          </a:lstStyle>
          <a:p>
            <a:fld id="{2E83265E-DE86-BA47-807A-2FC7B4914BEB}" type="slidenum">
              <a:rPr lang="zh-CN" altLang="en-US"/>
              <a:pPr/>
              <a:t>‹#›</a:t>
            </a:fld>
            <a:endParaRPr lang="zh-CN" altLang="en-US"/>
          </a:p>
        </p:txBody>
      </p:sp>
    </p:spTree>
    <p:extLst>
      <p:ext uri="{BB962C8B-B14F-4D97-AF65-F5344CB8AC3E}">
        <p14:creationId xmlns:p14="http://schemas.microsoft.com/office/powerpoint/2010/main" val="3565152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
            <a:extLst>
              <a:ext uri="{FF2B5EF4-FFF2-40B4-BE49-F238E27FC236}">
                <a16:creationId xmlns:a16="http://schemas.microsoft.com/office/drawing/2014/main" id="{04819105-C7EB-0345-B85F-FF217B8033DF}"/>
              </a:ext>
            </a:extLst>
          </p:cNvPr>
          <p:cNvSpPr>
            <a:spLocks noGrp="1"/>
          </p:cNvSpPr>
          <p:nvPr>
            <p:ph type="dt" sz="half" idx="10"/>
          </p:nvPr>
        </p:nvSpPr>
        <p:spPr>
          <a:ln/>
        </p:spPr>
        <p:txBody>
          <a:bodyPr/>
          <a:lstStyle>
            <a:lvl1pPr>
              <a:defRPr/>
            </a:lvl1pPr>
          </a:lstStyle>
          <a:p>
            <a:endParaRPr lang="en-US" altLang="x-none"/>
          </a:p>
        </p:txBody>
      </p:sp>
      <p:sp>
        <p:nvSpPr>
          <p:cNvPr id="6" name="Rectangle 5">
            <a:extLst>
              <a:ext uri="{FF2B5EF4-FFF2-40B4-BE49-F238E27FC236}">
                <a16:creationId xmlns:a16="http://schemas.microsoft.com/office/drawing/2014/main" id="{64B86497-2FB1-6644-AD1E-8521B2CE1ADA}"/>
              </a:ext>
            </a:extLst>
          </p:cNvPr>
          <p:cNvSpPr>
            <a:spLocks noGrp="1"/>
          </p:cNvSpPr>
          <p:nvPr>
            <p:ph type="ftr" sz="quarter" idx="11"/>
          </p:nvPr>
        </p:nvSpPr>
        <p:spPr>
          <a:ln/>
        </p:spPr>
        <p:txBody>
          <a:bodyPr/>
          <a:lstStyle>
            <a:lvl1pPr>
              <a:defRPr/>
            </a:lvl1pPr>
          </a:lstStyle>
          <a:p>
            <a:endParaRPr lang="en-US" altLang="x-none"/>
          </a:p>
        </p:txBody>
      </p:sp>
      <p:sp>
        <p:nvSpPr>
          <p:cNvPr id="7" name="Rectangle 6">
            <a:extLst>
              <a:ext uri="{FF2B5EF4-FFF2-40B4-BE49-F238E27FC236}">
                <a16:creationId xmlns:a16="http://schemas.microsoft.com/office/drawing/2014/main" id="{74D57FA2-8388-AE41-9948-CDA9876F51B3}"/>
              </a:ext>
            </a:extLst>
          </p:cNvPr>
          <p:cNvSpPr>
            <a:spLocks noGrp="1"/>
          </p:cNvSpPr>
          <p:nvPr>
            <p:ph type="sldNum" sz="quarter" idx="12"/>
          </p:nvPr>
        </p:nvSpPr>
        <p:spPr>
          <a:ln/>
        </p:spPr>
        <p:txBody>
          <a:bodyPr/>
          <a:lstStyle>
            <a:lvl1pPr>
              <a:defRPr/>
            </a:lvl1pPr>
          </a:lstStyle>
          <a:p>
            <a:fld id="{58C98424-7104-0C42-A485-2839860B61A6}" type="slidenum">
              <a:rPr lang="zh-CN" altLang="en-US"/>
              <a:pPr/>
              <a:t>‹#›</a:t>
            </a:fld>
            <a:endParaRPr lang="zh-CN" altLang="en-US"/>
          </a:p>
        </p:txBody>
      </p:sp>
    </p:spTree>
    <p:extLst>
      <p:ext uri="{BB962C8B-B14F-4D97-AF65-F5344CB8AC3E}">
        <p14:creationId xmlns:p14="http://schemas.microsoft.com/office/powerpoint/2010/main" val="11880750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4">
            <a:extLst>
              <a:ext uri="{FF2B5EF4-FFF2-40B4-BE49-F238E27FC236}">
                <a16:creationId xmlns:a16="http://schemas.microsoft.com/office/drawing/2014/main" id="{2EBB0695-006C-7644-9D26-8BFB498419D8}"/>
              </a:ext>
            </a:extLst>
          </p:cNvPr>
          <p:cNvSpPr>
            <a:spLocks noGrp="1"/>
          </p:cNvSpPr>
          <p:nvPr>
            <p:ph type="dt" sz="half" idx="10"/>
          </p:nvPr>
        </p:nvSpPr>
        <p:spPr>
          <a:ln/>
        </p:spPr>
        <p:txBody>
          <a:bodyPr/>
          <a:lstStyle>
            <a:lvl1pPr>
              <a:defRPr/>
            </a:lvl1pPr>
          </a:lstStyle>
          <a:p>
            <a:endParaRPr lang="en-US" altLang="x-none"/>
          </a:p>
        </p:txBody>
      </p:sp>
      <p:sp>
        <p:nvSpPr>
          <p:cNvPr id="8" name="Rectangle 5">
            <a:extLst>
              <a:ext uri="{FF2B5EF4-FFF2-40B4-BE49-F238E27FC236}">
                <a16:creationId xmlns:a16="http://schemas.microsoft.com/office/drawing/2014/main" id="{C5E71211-C7AF-6442-8597-CA7925D18FA1}"/>
              </a:ext>
            </a:extLst>
          </p:cNvPr>
          <p:cNvSpPr>
            <a:spLocks noGrp="1"/>
          </p:cNvSpPr>
          <p:nvPr>
            <p:ph type="ftr" sz="quarter" idx="11"/>
          </p:nvPr>
        </p:nvSpPr>
        <p:spPr>
          <a:ln/>
        </p:spPr>
        <p:txBody>
          <a:bodyPr/>
          <a:lstStyle>
            <a:lvl1pPr>
              <a:defRPr/>
            </a:lvl1pPr>
          </a:lstStyle>
          <a:p>
            <a:endParaRPr lang="en-US" altLang="x-none"/>
          </a:p>
        </p:txBody>
      </p:sp>
      <p:sp>
        <p:nvSpPr>
          <p:cNvPr id="9" name="Rectangle 6">
            <a:extLst>
              <a:ext uri="{FF2B5EF4-FFF2-40B4-BE49-F238E27FC236}">
                <a16:creationId xmlns:a16="http://schemas.microsoft.com/office/drawing/2014/main" id="{A348DA4D-0C46-274D-8DA0-6D4FA9594B3F}"/>
              </a:ext>
            </a:extLst>
          </p:cNvPr>
          <p:cNvSpPr>
            <a:spLocks noGrp="1"/>
          </p:cNvSpPr>
          <p:nvPr>
            <p:ph type="sldNum" sz="quarter" idx="12"/>
          </p:nvPr>
        </p:nvSpPr>
        <p:spPr>
          <a:ln/>
        </p:spPr>
        <p:txBody>
          <a:bodyPr/>
          <a:lstStyle>
            <a:lvl1pPr>
              <a:defRPr/>
            </a:lvl1pPr>
          </a:lstStyle>
          <a:p>
            <a:fld id="{7E66E367-8864-A44F-ACDB-9BEAF2DF71FC}" type="slidenum">
              <a:rPr lang="zh-CN" altLang="en-US"/>
              <a:pPr/>
              <a:t>‹#›</a:t>
            </a:fld>
            <a:endParaRPr lang="zh-CN" altLang="en-US"/>
          </a:p>
        </p:txBody>
      </p:sp>
    </p:spTree>
    <p:extLst>
      <p:ext uri="{BB962C8B-B14F-4D97-AF65-F5344CB8AC3E}">
        <p14:creationId xmlns:p14="http://schemas.microsoft.com/office/powerpoint/2010/main" val="2220781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4">
            <a:extLst>
              <a:ext uri="{FF2B5EF4-FFF2-40B4-BE49-F238E27FC236}">
                <a16:creationId xmlns:a16="http://schemas.microsoft.com/office/drawing/2014/main" id="{A211441D-451C-8743-A758-567D5CC45EC5}"/>
              </a:ext>
            </a:extLst>
          </p:cNvPr>
          <p:cNvSpPr>
            <a:spLocks noGrp="1"/>
          </p:cNvSpPr>
          <p:nvPr>
            <p:ph type="dt" sz="half" idx="10"/>
          </p:nvPr>
        </p:nvSpPr>
        <p:spPr>
          <a:ln/>
        </p:spPr>
        <p:txBody>
          <a:bodyPr/>
          <a:lstStyle>
            <a:lvl1pPr>
              <a:defRPr/>
            </a:lvl1pPr>
          </a:lstStyle>
          <a:p>
            <a:endParaRPr lang="en-US" altLang="x-none"/>
          </a:p>
        </p:txBody>
      </p:sp>
      <p:sp>
        <p:nvSpPr>
          <p:cNvPr id="4" name="Rectangle 5">
            <a:extLst>
              <a:ext uri="{FF2B5EF4-FFF2-40B4-BE49-F238E27FC236}">
                <a16:creationId xmlns:a16="http://schemas.microsoft.com/office/drawing/2014/main" id="{10FE4BD5-DDE0-B848-90B1-D66BF925978B}"/>
              </a:ext>
            </a:extLst>
          </p:cNvPr>
          <p:cNvSpPr>
            <a:spLocks noGrp="1"/>
          </p:cNvSpPr>
          <p:nvPr>
            <p:ph type="ftr" sz="quarter" idx="11"/>
          </p:nvPr>
        </p:nvSpPr>
        <p:spPr>
          <a:ln/>
        </p:spPr>
        <p:txBody>
          <a:bodyPr/>
          <a:lstStyle>
            <a:lvl1pPr>
              <a:defRPr/>
            </a:lvl1pPr>
          </a:lstStyle>
          <a:p>
            <a:endParaRPr lang="en-US" altLang="x-none"/>
          </a:p>
        </p:txBody>
      </p:sp>
      <p:sp>
        <p:nvSpPr>
          <p:cNvPr id="5" name="Rectangle 6">
            <a:extLst>
              <a:ext uri="{FF2B5EF4-FFF2-40B4-BE49-F238E27FC236}">
                <a16:creationId xmlns:a16="http://schemas.microsoft.com/office/drawing/2014/main" id="{77DB1B7E-8A16-1E49-88FE-F730D9FC9F0E}"/>
              </a:ext>
            </a:extLst>
          </p:cNvPr>
          <p:cNvSpPr>
            <a:spLocks noGrp="1"/>
          </p:cNvSpPr>
          <p:nvPr>
            <p:ph type="sldNum" sz="quarter" idx="12"/>
          </p:nvPr>
        </p:nvSpPr>
        <p:spPr>
          <a:ln/>
        </p:spPr>
        <p:txBody>
          <a:bodyPr/>
          <a:lstStyle>
            <a:lvl1pPr>
              <a:defRPr/>
            </a:lvl1pPr>
          </a:lstStyle>
          <a:p>
            <a:fld id="{8324F959-01AD-D745-8F08-7DC72C131DCF}" type="slidenum">
              <a:rPr lang="zh-CN" altLang="en-US"/>
              <a:pPr/>
              <a:t>‹#›</a:t>
            </a:fld>
            <a:endParaRPr lang="zh-CN" altLang="en-US"/>
          </a:p>
        </p:txBody>
      </p:sp>
    </p:spTree>
    <p:extLst>
      <p:ext uri="{BB962C8B-B14F-4D97-AF65-F5344CB8AC3E}">
        <p14:creationId xmlns:p14="http://schemas.microsoft.com/office/powerpoint/2010/main" val="3542965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48090F2-1E28-EE45-89D6-434A4E5DA3AC}"/>
              </a:ext>
            </a:extLst>
          </p:cNvPr>
          <p:cNvSpPr>
            <a:spLocks noGrp="1"/>
          </p:cNvSpPr>
          <p:nvPr>
            <p:ph type="dt" sz="half" idx="10"/>
          </p:nvPr>
        </p:nvSpPr>
        <p:spPr>
          <a:ln/>
        </p:spPr>
        <p:txBody>
          <a:bodyPr/>
          <a:lstStyle>
            <a:lvl1pPr>
              <a:defRPr/>
            </a:lvl1pPr>
          </a:lstStyle>
          <a:p>
            <a:endParaRPr lang="en-US" altLang="x-none"/>
          </a:p>
        </p:txBody>
      </p:sp>
      <p:sp>
        <p:nvSpPr>
          <p:cNvPr id="3" name="Rectangle 5">
            <a:extLst>
              <a:ext uri="{FF2B5EF4-FFF2-40B4-BE49-F238E27FC236}">
                <a16:creationId xmlns:a16="http://schemas.microsoft.com/office/drawing/2014/main" id="{67CAD93C-98E8-7B41-B8D8-E819C8C87646}"/>
              </a:ext>
            </a:extLst>
          </p:cNvPr>
          <p:cNvSpPr>
            <a:spLocks noGrp="1"/>
          </p:cNvSpPr>
          <p:nvPr>
            <p:ph type="ftr" sz="quarter" idx="11"/>
          </p:nvPr>
        </p:nvSpPr>
        <p:spPr>
          <a:ln/>
        </p:spPr>
        <p:txBody>
          <a:bodyPr/>
          <a:lstStyle>
            <a:lvl1pPr>
              <a:defRPr/>
            </a:lvl1pPr>
          </a:lstStyle>
          <a:p>
            <a:endParaRPr lang="en-US" altLang="x-none"/>
          </a:p>
        </p:txBody>
      </p:sp>
      <p:sp>
        <p:nvSpPr>
          <p:cNvPr id="4" name="Rectangle 6">
            <a:extLst>
              <a:ext uri="{FF2B5EF4-FFF2-40B4-BE49-F238E27FC236}">
                <a16:creationId xmlns:a16="http://schemas.microsoft.com/office/drawing/2014/main" id="{31274DED-9DA4-B943-B60F-329D3772E887}"/>
              </a:ext>
            </a:extLst>
          </p:cNvPr>
          <p:cNvSpPr>
            <a:spLocks noGrp="1"/>
          </p:cNvSpPr>
          <p:nvPr>
            <p:ph type="sldNum" sz="quarter" idx="12"/>
          </p:nvPr>
        </p:nvSpPr>
        <p:spPr>
          <a:ln/>
        </p:spPr>
        <p:txBody>
          <a:bodyPr/>
          <a:lstStyle>
            <a:lvl1pPr>
              <a:defRPr/>
            </a:lvl1pPr>
          </a:lstStyle>
          <a:p>
            <a:fld id="{0CCB3442-D3B9-C84D-9998-63A11DBF83AB}" type="slidenum">
              <a:rPr lang="zh-CN" altLang="en-US"/>
              <a:pPr/>
              <a:t>‹#›</a:t>
            </a:fld>
            <a:endParaRPr lang="zh-CN" altLang="en-US"/>
          </a:p>
        </p:txBody>
      </p:sp>
    </p:spTree>
    <p:extLst>
      <p:ext uri="{BB962C8B-B14F-4D97-AF65-F5344CB8AC3E}">
        <p14:creationId xmlns:p14="http://schemas.microsoft.com/office/powerpoint/2010/main" val="23714832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3AA61D56-BB76-CD47-BE3D-B6D26EC4AA4D}"/>
              </a:ext>
            </a:extLst>
          </p:cNvPr>
          <p:cNvSpPr>
            <a:spLocks noGrp="1"/>
          </p:cNvSpPr>
          <p:nvPr>
            <p:ph type="dt" sz="half" idx="10"/>
          </p:nvPr>
        </p:nvSpPr>
        <p:spPr>
          <a:ln/>
        </p:spPr>
        <p:txBody>
          <a:bodyPr/>
          <a:lstStyle>
            <a:lvl1pPr>
              <a:defRPr/>
            </a:lvl1pPr>
          </a:lstStyle>
          <a:p>
            <a:endParaRPr lang="en-US" altLang="x-none"/>
          </a:p>
        </p:txBody>
      </p:sp>
      <p:sp>
        <p:nvSpPr>
          <p:cNvPr id="6" name="Rectangle 5">
            <a:extLst>
              <a:ext uri="{FF2B5EF4-FFF2-40B4-BE49-F238E27FC236}">
                <a16:creationId xmlns:a16="http://schemas.microsoft.com/office/drawing/2014/main" id="{2A6A4575-11F2-C44E-8B92-2C4BC5FBED3F}"/>
              </a:ext>
            </a:extLst>
          </p:cNvPr>
          <p:cNvSpPr>
            <a:spLocks noGrp="1"/>
          </p:cNvSpPr>
          <p:nvPr>
            <p:ph type="ftr" sz="quarter" idx="11"/>
          </p:nvPr>
        </p:nvSpPr>
        <p:spPr>
          <a:ln/>
        </p:spPr>
        <p:txBody>
          <a:bodyPr/>
          <a:lstStyle>
            <a:lvl1pPr>
              <a:defRPr/>
            </a:lvl1pPr>
          </a:lstStyle>
          <a:p>
            <a:endParaRPr lang="en-US" altLang="x-none"/>
          </a:p>
        </p:txBody>
      </p:sp>
      <p:sp>
        <p:nvSpPr>
          <p:cNvPr id="7" name="Rectangle 6">
            <a:extLst>
              <a:ext uri="{FF2B5EF4-FFF2-40B4-BE49-F238E27FC236}">
                <a16:creationId xmlns:a16="http://schemas.microsoft.com/office/drawing/2014/main" id="{FC73B7C3-2D97-F94D-BDAE-A11B2033FFB5}"/>
              </a:ext>
            </a:extLst>
          </p:cNvPr>
          <p:cNvSpPr>
            <a:spLocks noGrp="1"/>
          </p:cNvSpPr>
          <p:nvPr>
            <p:ph type="sldNum" sz="quarter" idx="12"/>
          </p:nvPr>
        </p:nvSpPr>
        <p:spPr>
          <a:ln/>
        </p:spPr>
        <p:txBody>
          <a:bodyPr/>
          <a:lstStyle>
            <a:lvl1pPr>
              <a:defRPr/>
            </a:lvl1pPr>
          </a:lstStyle>
          <a:p>
            <a:fld id="{42232AD3-10E9-CB47-A3A0-6A8AE130EBC4}" type="slidenum">
              <a:rPr lang="zh-CN" altLang="en-US"/>
              <a:pPr/>
              <a:t>‹#›</a:t>
            </a:fld>
            <a:endParaRPr lang="zh-CN" altLang="en-US"/>
          </a:p>
        </p:txBody>
      </p:sp>
    </p:spTree>
    <p:extLst>
      <p:ext uri="{BB962C8B-B14F-4D97-AF65-F5344CB8AC3E}">
        <p14:creationId xmlns:p14="http://schemas.microsoft.com/office/powerpoint/2010/main" val="18373384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0BAA2C97-4F75-F142-9DA8-EF72CF419383}"/>
              </a:ext>
            </a:extLst>
          </p:cNvPr>
          <p:cNvSpPr>
            <a:spLocks noGrp="1"/>
          </p:cNvSpPr>
          <p:nvPr>
            <p:ph type="dt" sz="half" idx="10"/>
          </p:nvPr>
        </p:nvSpPr>
        <p:spPr>
          <a:ln/>
        </p:spPr>
        <p:txBody>
          <a:bodyPr/>
          <a:lstStyle>
            <a:lvl1pPr>
              <a:defRPr/>
            </a:lvl1pPr>
          </a:lstStyle>
          <a:p>
            <a:endParaRPr lang="en-US" altLang="x-none"/>
          </a:p>
        </p:txBody>
      </p:sp>
      <p:sp>
        <p:nvSpPr>
          <p:cNvPr id="6" name="Rectangle 5">
            <a:extLst>
              <a:ext uri="{FF2B5EF4-FFF2-40B4-BE49-F238E27FC236}">
                <a16:creationId xmlns:a16="http://schemas.microsoft.com/office/drawing/2014/main" id="{FDF56E34-4BD4-844F-B1C2-51C14EA80116}"/>
              </a:ext>
            </a:extLst>
          </p:cNvPr>
          <p:cNvSpPr>
            <a:spLocks noGrp="1"/>
          </p:cNvSpPr>
          <p:nvPr>
            <p:ph type="ftr" sz="quarter" idx="11"/>
          </p:nvPr>
        </p:nvSpPr>
        <p:spPr>
          <a:ln/>
        </p:spPr>
        <p:txBody>
          <a:bodyPr/>
          <a:lstStyle>
            <a:lvl1pPr>
              <a:defRPr/>
            </a:lvl1pPr>
          </a:lstStyle>
          <a:p>
            <a:endParaRPr lang="en-US" altLang="x-none"/>
          </a:p>
        </p:txBody>
      </p:sp>
      <p:sp>
        <p:nvSpPr>
          <p:cNvPr id="7" name="Rectangle 6">
            <a:extLst>
              <a:ext uri="{FF2B5EF4-FFF2-40B4-BE49-F238E27FC236}">
                <a16:creationId xmlns:a16="http://schemas.microsoft.com/office/drawing/2014/main" id="{E5786A16-F285-D741-B6D8-E8BFBEDA02FC}"/>
              </a:ext>
            </a:extLst>
          </p:cNvPr>
          <p:cNvSpPr>
            <a:spLocks noGrp="1"/>
          </p:cNvSpPr>
          <p:nvPr>
            <p:ph type="sldNum" sz="quarter" idx="12"/>
          </p:nvPr>
        </p:nvSpPr>
        <p:spPr>
          <a:ln/>
        </p:spPr>
        <p:txBody>
          <a:bodyPr/>
          <a:lstStyle>
            <a:lvl1pPr>
              <a:defRPr/>
            </a:lvl1pPr>
          </a:lstStyle>
          <a:p>
            <a:fld id="{4DF6C680-C264-1D45-8621-E7442D191623}" type="slidenum">
              <a:rPr lang="zh-CN" altLang="en-US"/>
              <a:pPr/>
              <a:t>‹#›</a:t>
            </a:fld>
            <a:endParaRPr lang="zh-CN" altLang="en-US"/>
          </a:p>
        </p:txBody>
      </p:sp>
    </p:spTree>
    <p:extLst>
      <p:ext uri="{BB962C8B-B14F-4D97-AF65-F5344CB8AC3E}">
        <p14:creationId xmlns:p14="http://schemas.microsoft.com/office/powerpoint/2010/main" val="29798799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97E91CC3-CDDA-2D4F-A187-A2BEE55626A0}"/>
              </a:ext>
            </a:extLst>
          </p:cNvPr>
          <p:cNvSpPr>
            <a:spLocks noGrp="1"/>
          </p:cNvSpPr>
          <p:nvPr>
            <p:ph type="dt" sz="half" idx="10"/>
          </p:nvPr>
        </p:nvSpPr>
        <p:spPr>
          <a:ln/>
        </p:spPr>
        <p:txBody>
          <a:bodyPr/>
          <a:lstStyle>
            <a:lvl1pPr>
              <a:defRPr/>
            </a:lvl1pPr>
          </a:lstStyle>
          <a:p>
            <a:endParaRPr lang="en-US" altLang="x-none"/>
          </a:p>
        </p:txBody>
      </p:sp>
      <p:sp>
        <p:nvSpPr>
          <p:cNvPr id="5" name="Rectangle 5">
            <a:extLst>
              <a:ext uri="{FF2B5EF4-FFF2-40B4-BE49-F238E27FC236}">
                <a16:creationId xmlns:a16="http://schemas.microsoft.com/office/drawing/2014/main" id="{0D2F2379-819D-9847-B4BB-17A8934820E0}"/>
              </a:ext>
            </a:extLst>
          </p:cNvPr>
          <p:cNvSpPr>
            <a:spLocks noGrp="1"/>
          </p:cNvSpPr>
          <p:nvPr>
            <p:ph type="ftr" sz="quarter" idx="11"/>
          </p:nvPr>
        </p:nvSpPr>
        <p:spPr>
          <a:ln/>
        </p:spPr>
        <p:txBody>
          <a:bodyPr/>
          <a:lstStyle>
            <a:lvl1pPr>
              <a:defRPr/>
            </a:lvl1pPr>
          </a:lstStyle>
          <a:p>
            <a:endParaRPr lang="en-US" altLang="x-none"/>
          </a:p>
        </p:txBody>
      </p:sp>
      <p:sp>
        <p:nvSpPr>
          <p:cNvPr id="6" name="Rectangle 6">
            <a:extLst>
              <a:ext uri="{FF2B5EF4-FFF2-40B4-BE49-F238E27FC236}">
                <a16:creationId xmlns:a16="http://schemas.microsoft.com/office/drawing/2014/main" id="{FCDBFD90-8A51-DD44-A312-F28CA8025981}"/>
              </a:ext>
            </a:extLst>
          </p:cNvPr>
          <p:cNvSpPr>
            <a:spLocks noGrp="1"/>
          </p:cNvSpPr>
          <p:nvPr>
            <p:ph type="sldNum" sz="quarter" idx="12"/>
          </p:nvPr>
        </p:nvSpPr>
        <p:spPr>
          <a:ln/>
        </p:spPr>
        <p:txBody>
          <a:bodyPr/>
          <a:lstStyle>
            <a:lvl1pPr>
              <a:defRPr/>
            </a:lvl1pPr>
          </a:lstStyle>
          <a:p>
            <a:fld id="{3E0EB82D-0077-E744-AE4D-9B9EA29479ED}" type="slidenum">
              <a:rPr lang="zh-CN" altLang="en-US"/>
              <a:pPr/>
              <a:t>‹#›</a:t>
            </a:fld>
            <a:endParaRPr lang="zh-CN" altLang="en-US"/>
          </a:p>
        </p:txBody>
      </p:sp>
    </p:spTree>
    <p:extLst>
      <p:ext uri="{BB962C8B-B14F-4D97-AF65-F5344CB8AC3E}">
        <p14:creationId xmlns:p14="http://schemas.microsoft.com/office/powerpoint/2010/main" val="745011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E31A408D-4224-A84A-9473-8F3F76800783}"/>
              </a:ext>
            </a:extLst>
          </p:cNvPr>
          <p:cNvSpPr>
            <a:spLocks noGrp="1"/>
          </p:cNvSpPr>
          <p:nvPr>
            <p:ph type="dt" sz="half" idx="10"/>
          </p:nvPr>
        </p:nvSpPr>
        <p:spPr>
          <a:ln/>
        </p:spPr>
        <p:txBody>
          <a:bodyPr/>
          <a:lstStyle>
            <a:lvl1pPr>
              <a:defRPr/>
            </a:lvl1pPr>
          </a:lstStyle>
          <a:p>
            <a:endParaRPr lang="en-US" altLang="x-none"/>
          </a:p>
        </p:txBody>
      </p:sp>
      <p:sp>
        <p:nvSpPr>
          <p:cNvPr id="5" name="Rectangle 5">
            <a:extLst>
              <a:ext uri="{FF2B5EF4-FFF2-40B4-BE49-F238E27FC236}">
                <a16:creationId xmlns:a16="http://schemas.microsoft.com/office/drawing/2014/main" id="{10289B10-43D1-A244-843D-618538E86F36}"/>
              </a:ext>
            </a:extLst>
          </p:cNvPr>
          <p:cNvSpPr>
            <a:spLocks noGrp="1"/>
          </p:cNvSpPr>
          <p:nvPr>
            <p:ph type="ftr" sz="quarter" idx="11"/>
          </p:nvPr>
        </p:nvSpPr>
        <p:spPr>
          <a:ln/>
        </p:spPr>
        <p:txBody>
          <a:bodyPr/>
          <a:lstStyle>
            <a:lvl1pPr>
              <a:defRPr/>
            </a:lvl1pPr>
          </a:lstStyle>
          <a:p>
            <a:endParaRPr lang="en-US" altLang="x-none"/>
          </a:p>
        </p:txBody>
      </p:sp>
      <p:sp>
        <p:nvSpPr>
          <p:cNvPr id="6" name="Rectangle 6">
            <a:extLst>
              <a:ext uri="{FF2B5EF4-FFF2-40B4-BE49-F238E27FC236}">
                <a16:creationId xmlns:a16="http://schemas.microsoft.com/office/drawing/2014/main" id="{7556602E-C503-0B4E-AA9D-6AC3DB6446EA}"/>
              </a:ext>
            </a:extLst>
          </p:cNvPr>
          <p:cNvSpPr>
            <a:spLocks noGrp="1"/>
          </p:cNvSpPr>
          <p:nvPr>
            <p:ph type="sldNum" sz="quarter" idx="12"/>
          </p:nvPr>
        </p:nvSpPr>
        <p:spPr>
          <a:ln/>
        </p:spPr>
        <p:txBody>
          <a:bodyPr/>
          <a:lstStyle>
            <a:lvl1pPr>
              <a:defRPr/>
            </a:lvl1pPr>
          </a:lstStyle>
          <a:p>
            <a:fld id="{9F021C2A-4EB9-564A-A146-F746C7F001EA}" type="slidenum">
              <a:rPr lang="zh-CN" altLang="en-US"/>
              <a:pPr/>
              <a:t>‹#›</a:t>
            </a:fld>
            <a:endParaRPr lang="zh-CN" altLang="en-US"/>
          </a:p>
        </p:txBody>
      </p:sp>
    </p:spTree>
    <p:extLst>
      <p:ext uri="{BB962C8B-B14F-4D97-AF65-F5344CB8AC3E}">
        <p14:creationId xmlns:p14="http://schemas.microsoft.com/office/powerpoint/2010/main" val="21359624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Rectangle 4">
            <a:extLst>
              <a:ext uri="{FF2B5EF4-FFF2-40B4-BE49-F238E27FC236}">
                <a16:creationId xmlns:a16="http://schemas.microsoft.com/office/drawing/2014/main" id="{50B6CA22-6E4A-8B4A-9CCA-523C0DE8C3DF}"/>
              </a:ext>
            </a:extLst>
          </p:cNvPr>
          <p:cNvSpPr>
            <a:spLocks noGrp="1"/>
          </p:cNvSpPr>
          <p:nvPr>
            <p:ph type="dt" sz="half" idx="10"/>
          </p:nvPr>
        </p:nvSpPr>
        <p:spPr>
          <a:ln/>
        </p:spPr>
        <p:txBody>
          <a:bodyPr/>
          <a:lstStyle>
            <a:lvl1pPr>
              <a:defRPr/>
            </a:lvl1pPr>
          </a:lstStyle>
          <a:p>
            <a:endParaRPr lang="en-US" altLang="x-none"/>
          </a:p>
        </p:txBody>
      </p:sp>
      <p:sp>
        <p:nvSpPr>
          <p:cNvPr id="5" name="Rectangle 5">
            <a:extLst>
              <a:ext uri="{FF2B5EF4-FFF2-40B4-BE49-F238E27FC236}">
                <a16:creationId xmlns:a16="http://schemas.microsoft.com/office/drawing/2014/main" id="{05CF13D0-FDAB-DB44-8D50-7F860322757E}"/>
              </a:ext>
            </a:extLst>
          </p:cNvPr>
          <p:cNvSpPr>
            <a:spLocks noGrp="1"/>
          </p:cNvSpPr>
          <p:nvPr>
            <p:ph type="ftr" sz="quarter" idx="11"/>
          </p:nvPr>
        </p:nvSpPr>
        <p:spPr>
          <a:ln/>
        </p:spPr>
        <p:txBody>
          <a:bodyPr/>
          <a:lstStyle>
            <a:lvl1pPr>
              <a:defRPr/>
            </a:lvl1pPr>
          </a:lstStyle>
          <a:p>
            <a:endParaRPr lang="en-US" altLang="x-none"/>
          </a:p>
        </p:txBody>
      </p:sp>
      <p:sp>
        <p:nvSpPr>
          <p:cNvPr id="6" name="Rectangle 6">
            <a:extLst>
              <a:ext uri="{FF2B5EF4-FFF2-40B4-BE49-F238E27FC236}">
                <a16:creationId xmlns:a16="http://schemas.microsoft.com/office/drawing/2014/main" id="{41305713-2F25-1B46-835E-270D0B6D1B40}"/>
              </a:ext>
            </a:extLst>
          </p:cNvPr>
          <p:cNvSpPr>
            <a:spLocks noGrp="1"/>
          </p:cNvSpPr>
          <p:nvPr>
            <p:ph type="sldNum" sz="quarter" idx="12"/>
          </p:nvPr>
        </p:nvSpPr>
        <p:spPr>
          <a:ln/>
        </p:spPr>
        <p:txBody>
          <a:bodyPr/>
          <a:lstStyle>
            <a:lvl1pPr>
              <a:defRPr/>
            </a:lvl1pPr>
          </a:lstStyle>
          <a:p>
            <a:fld id="{91F197EE-B881-2246-94CD-A1D894148127}" type="slidenum">
              <a:rPr lang="zh-CN" altLang="en-US"/>
              <a:pPr/>
              <a:t>‹#›</a:t>
            </a:fld>
            <a:endParaRPr lang="zh-CN" altLang="en-US"/>
          </a:p>
        </p:txBody>
      </p:sp>
    </p:spTree>
    <p:extLst>
      <p:ext uri="{BB962C8B-B14F-4D97-AF65-F5344CB8AC3E}">
        <p14:creationId xmlns:p14="http://schemas.microsoft.com/office/powerpoint/2010/main" val="1636303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02EC3708-DE52-2443-9B14-EADF2CDD209F}"/>
              </a:ext>
            </a:extLst>
          </p:cNvPr>
          <p:cNvSpPr>
            <a:spLocks noGrp="1"/>
          </p:cNvSpPr>
          <p:nvPr>
            <p:ph type="dt" sz="half" idx="10"/>
          </p:nvPr>
        </p:nvSpPr>
        <p:spPr>
          <a:ln/>
        </p:spPr>
        <p:txBody>
          <a:bodyPr/>
          <a:lstStyle>
            <a:lvl1pPr>
              <a:defRPr/>
            </a:lvl1pPr>
          </a:lstStyle>
          <a:p>
            <a:endParaRPr lang="en-US" altLang="x-none"/>
          </a:p>
        </p:txBody>
      </p:sp>
      <p:sp>
        <p:nvSpPr>
          <p:cNvPr id="5" name="Rectangle 5">
            <a:extLst>
              <a:ext uri="{FF2B5EF4-FFF2-40B4-BE49-F238E27FC236}">
                <a16:creationId xmlns:a16="http://schemas.microsoft.com/office/drawing/2014/main" id="{FE0987E2-443E-6540-968A-BC89DFE405C0}"/>
              </a:ext>
            </a:extLst>
          </p:cNvPr>
          <p:cNvSpPr>
            <a:spLocks noGrp="1"/>
          </p:cNvSpPr>
          <p:nvPr>
            <p:ph type="ftr" sz="quarter" idx="11"/>
          </p:nvPr>
        </p:nvSpPr>
        <p:spPr>
          <a:ln/>
        </p:spPr>
        <p:txBody>
          <a:bodyPr/>
          <a:lstStyle>
            <a:lvl1pPr>
              <a:defRPr/>
            </a:lvl1pPr>
          </a:lstStyle>
          <a:p>
            <a:endParaRPr lang="en-US" altLang="x-none"/>
          </a:p>
        </p:txBody>
      </p:sp>
      <p:sp>
        <p:nvSpPr>
          <p:cNvPr id="6" name="Rectangle 6">
            <a:extLst>
              <a:ext uri="{FF2B5EF4-FFF2-40B4-BE49-F238E27FC236}">
                <a16:creationId xmlns:a16="http://schemas.microsoft.com/office/drawing/2014/main" id="{DB176D0C-F7E0-2949-9B01-19C2CDD14E1C}"/>
              </a:ext>
            </a:extLst>
          </p:cNvPr>
          <p:cNvSpPr>
            <a:spLocks noGrp="1"/>
          </p:cNvSpPr>
          <p:nvPr>
            <p:ph type="sldNum" sz="quarter" idx="12"/>
          </p:nvPr>
        </p:nvSpPr>
        <p:spPr>
          <a:ln/>
        </p:spPr>
        <p:txBody>
          <a:bodyPr/>
          <a:lstStyle>
            <a:lvl1pPr>
              <a:defRPr/>
            </a:lvl1pPr>
          </a:lstStyle>
          <a:p>
            <a:fld id="{7BEF5C8C-D12C-7542-B967-1DC571D32692}" type="slidenum">
              <a:rPr lang="zh-CN" altLang="en-US"/>
              <a:pPr/>
              <a:t>‹#›</a:t>
            </a:fld>
            <a:endParaRPr lang="zh-CN" altLang="en-US"/>
          </a:p>
        </p:txBody>
      </p:sp>
    </p:spTree>
    <p:extLst>
      <p:ext uri="{BB962C8B-B14F-4D97-AF65-F5344CB8AC3E}">
        <p14:creationId xmlns:p14="http://schemas.microsoft.com/office/powerpoint/2010/main" val="27205389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Rectangle 4">
            <a:extLst>
              <a:ext uri="{FF2B5EF4-FFF2-40B4-BE49-F238E27FC236}">
                <a16:creationId xmlns:a16="http://schemas.microsoft.com/office/drawing/2014/main" id="{E11B63A9-0BEE-D440-9BF6-CCFE195E94FC}"/>
              </a:ext>
            </a:extLst>
          </p:cNvPr>
          <p:cNvSpPr>
            <a:spLocks noGrp="1"/>
          </p:cNvSpPr>
          <p:nvPr>
            <p:ph type="dt" sz="half" idx="10"/>
          </p:nvPr>
        </p:nvSpPr>
        <p:spPr>
          <a:ln/>
        </p:spPr>
        <p:txBody>
          <a:bodyPr/>
          <a:lstStyle>
            <a:lvl1pPr>
              <a:defRPr/>
            </a:lvl1pPr>
          </a:lstStyle>
          <a:p>
            <a:endParaRPr lang="en-US" altLang="x-none"/>
          </a:p>
        </p:txBody>
      </p:sp>
      <p:sp>
        <p:nvSpPr>
          <p:cNvPr id="5" name="Rectangle 5">
            <a:extLst>
              <a:ext uri="{FF2B5EF4-FFF2-40B4-BE49-F238E27FC236}">
                <a16:creationId xmlns:a16="http://schemas.microsoft.com/office/drawing/2014/main" id="{9879197E-1EE4-634F-8176-AF5D33C1225F}"/>
              </a:ext>
            </a:extLst>
          </p:cNvPr>
          <p:cNvSpPr>
            <a:spLocks noGrp="1"/>
          </p:cNvSpPr>
          <p:nvPr>
            <p:ph type="ftr" sz="quarter" idx="11"/>
          </p:nvPr>
        </p:nvSpPr>
        <p:spPr>
          <a:ln/>
        </p:spPr>
        <p:txBody>
          <a:bodyPr/>
          <a:lstStyle>
            <a:lvl1pPr>
              <a:defRPr/>
            </a:lvl1pPr>
          </a:lstStyle>
          <a:p>
            <a:endParaRPr lang="en-US" altLang="x-none"/>
          </a:p>
        </p:txBody>
      </p:sp>
      <p:sp>
        <p:nvSpPr>
          <p:cNvPr id="6" name="Rectangle 6">
            <a:extLst>
              <a:ext uri="{FF2B5EF4-FFF2-40B4-BE49-F238E27FC236}">
                <a16:creationId xmlns:a16="http://schemas.microsoft.com/office/drawing/2014/main" id="{9A561A0D-7272-E543-ADC0-28D01A2D5B07}"/>
              </a:ext>
            </a:extLst>
          </p:cNvPr>
          <p:cNvSpPr>
            <a:spLocks noGrp="1"/>
          </p:cNvSpPr>
          <p:nvPr>
            <p:ph type="sldNum" sz="quarter" idx="12"/>
          </p:nvPr>
        </p:nvSpPr>
        <p:spPr>
          <a:ln/>
        </p:spPr>
        <p:txBody>
          <a:bodyPr/>
          <a:lstStyle>
            <a:lvl1pPr>
              <a:defRPr/>
            </a:lvl1pPr>
          </a:lstStyle>
          <a:p>
            <a:fld id="{2DF4A779-F9D6-9949-81EC-01ABFA2E0957}" type="slidenum">
              <a:rPr lang="zh-CN" altLang="en-US"/>
              <a:pPr/>
              <a:t>‹#›</a:t>
            </a:fld>
            <a:endParaRPr lang="zh-CN" altLang="en-US"/>
          </a:p>
        </p:txBody>
      </p:sp>
    </p:spTree>
    <p:extLst>
      <p:ext uri="{BB962C8B-B14F-4D97-AF65-F5344CB8AC3E}">
        <p14:creationId xmlns:p14="http://schemas.microsoft.com/office/powerpoint/2010/main" val="16655998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
            <a:extLst>
              <a:ext uri="{FF2B5EF4-FFF2-40B4-BE49-F238E27FC236}">
                <a16:creationId xmlns:a16="http://schemas.microsoft.com/office/drawing/2014/main" id="{4C1920FA-BD6B-6C45-8CCE-1F8F86C8EB4A}"/>
              </a:ext>
            </a:extLst>
          </p:cNvPr>
          <p:cNvSpPr>
            <a:spLocks noGrp="1"/>
          </p:cNvSpPr>
          <p:nvPr>
            <p:ph type="dt" sz="half" idx="10"/>
          </p:nvPr>
        </p:nvSpPr>
        <p:spPr>
          <a:ln/>
        </p:spPr>
        <p:txBody>
          <a:bodyPr/>
          <a:lstStyle>
            <a:lvl1pPr>
              <a:defRPr/>
            </a:lvl1pPr>
          </a:lstStyle>
          <a:p>
            <a:endParaRPr lang="en-US" altLang="x-none"/>
          </a:p>
        </p:txBody>
      </p:sp>
      <p:sp>
        <p:nvSpPr>
          <p:cNvPr id="6" name="Rectangle 5">
            <a:extLst>
              <a:ext uri="{FF2B5EF4-FFF2-40B4-BE49-F238E27FC236}">
                <a16:creationId xmlns:a16="http://schemas.microsoft.com/office/drawing/2014/main" id="{DB636BC8-6B13-894A-8D21-0A05C6934B61}"/>
              </a:ext>
            </a:extLst>
          </p:cNvPr>
          <p:cNvSpPr>
            <a:spLocks noGrp="1"/>
          </p:cNvSpPr>
          <p:nvPr>
            <p:ph type="ftr" sz="quarter" idx="11"/>
          </p:nvPr>
        </p:nvSpPr>
        <p:spPr>
          <a:ln/>
        </p:spPr>
        <p:txBody>
          <a:bodyPr/>
          <a:lstStyle>
            <a:lvl1pPr>
              <a:defRPr/>
            </a:lvl1pPr>
          </a:lstStyle>
          <a:p>
            <a:endParaRPr lang="en-US" altLang="x-none"/>
          </a:p>
        </p:txBody>
      </p:sp>
      <p:sp>
        <p:nvSpPr>
          <p:cNvPr id="7" name="Rectangle 6">
            <a:extLst>
              <a:ext uri="{FF2B5EF4-FFF2-40B4-BE49-F238E27FC236}">
                <a16:creationId xmlns:a16="http://schemas.microsoft.com/office/drawing/2014/main" id="{FB21A776-B228-EC49-8C8B-F66D2084DEFE}"/>
              </a:ext>
            </a:extLst>
          </p:cNvPr>
          <p:cNvSpPr>
            <a:spLocks noGrp="1"/>
          </p:cNvSpPr>
          <p:nvPr>
            <p:ph type="sldNum" sz="quarter" idx="12"/>
          </p:nvPr>
        </p:nvSpPr>
        <p:spPr>
          <a:ln/>
        </p:spPr>
        <p:txBody>
          <a:bodyPr/>
          <a:lstStyle>
            <a:lvl1pPr>
              <a:defRPr/>
            </a:lvl1pPr>
          </a:lstStyle>
          <a:p>
            <a:fld id="{660BDEE3-700C-DA4B-833A-42D0E024ADEF}" type="slidenum">
              <a:rPr lang="zh-CN" altLang="en-US"/>
              <a:pPr/>
              <a:t>‹#›</a:t>
            </a:fld>
            <a:endParaRPr lang="zh-CN" altLang="en-US"/>
          </a:p>
        </p:txBody>
      </p:sp>
    </p:spTree>
    <p:extLst>
      <p:ext uri="{BB962C8B-B14F-4D97-AF65-F5344CB8AC3E}">
        <p14:creationId xmlns:p14="http://schemas.microsoft.com/office/powerpoint/2010/main" val="28360934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4">
            <a:extLst>
              <a:ext uri="{FF2B5EF4-FFF2-40B4-BE49-F238E27FC236}">
                <a16:creationId xmlns:a16="http://schemas.microsoft.com/office/drawing/2014/main" id="{496B2B0B-4058-8E4C-A046-5A872F474FAA}"/>
              </a:ext>
            </a:extLst>
          </p:cNvPr>
          <p:cNvSpPr>
            <a:spLocks noGrp="1"/>
          </p:cNvSpPr>
          <p:nvPr>
            <p:ph type="dt" sz="half" idx="10"/>
          </p:nvPr>
        </p:nvSpPr>
        <p:spPr>
          <a:ln/>
        </p:spPr>
        <p:txBody>
          <a:bodyPr/>
          <a:lstStyle>
            <a:lvl1pPr>
              <a:defRPr/>
            </a:lvl1pPr>
          </a:lstStyle>
          <a:p>
            <a:endParaRPr lang="en-US" altLang="x-none"/>
          </a:p>
        </p:txBody>
      </p:sp>
      <p:sp>
        <p:nvSpPr>
          <p:cNvPr id="8" name="Rectangle 5">
            <a:extLst>
              <a:ext uri="{FF2B5EF4-FFF2-40B4-BE49-F238E27FC236}">
                <a16:creationId xmlns:a16="http://schemas.microsoft.com/office/drawing/2014/main" id="{3439867F-403E-1340-B12A-9BADF1A6E644}"/>
              </a:ext>
            </a:extLst>
          </p:cNvPr>
          <p:cNvSpPr>
            <a:spLocks noGrp="1"/>
          </p:cNvSpPr>
          <p:nvPr>
            <p:ph type="ftr" sz="quarter" idx="11"/>
          </p:nvPr>
        </p:nvSpPr>
        <p:spPr>
          <a:ln/>
        </p:spPr>
        <p:txBody>
          <a:bodyPr/>
          <a:lstStyle>
            <a:lvl1pPr>
              <a:defRPr/>
            </a:lvl1pPr>
          </a:lstStyle>
          <a:p>
            <a:endParaRPr lang="en-US" altLang="x-none"/>
          </a:p>
        </p:txBody>
      </p:sp>
      <p:sp>
        <p:nvSpPr>
          <p:cNvPr id="9" name="Rectangle 6">
            <a:extLst>
              <a:ext uri="{FF2B5EF4-FFF2-40B4-BE49-F238E27FC236}">
                <a16:creationId xmlns:a16="http://schemas.microsoft.com/office/drawing/2014/main" id="{B3FCECF4-0FC4-C94B-8946-0FFDB6B558D2}"/>
              </a:ext>
            </a:extLst>
          </p:cNvPr>
          <p:cNvSpPr>
            <a:spLocks noGrp="1"/>
          </p:cNvSpPr>
          <p:nvPr>
            <p:ph type="sldNum" sz="quarter" idx="12"/>
          </p:nvPr>
        </p:nvSpPr>
        <p:spPr>
          <a:ln/>
        </p:spPr>
        <p:txBody>
          <a:bodyPr/>
          <a:lstStyle>
            <a:lvl1pPr>
              <a:defRPr/>
            </a:lvl1pPr>
          </a:lstStyle>
          <a:p>
            <a:fld id="{5BCA58AC-E894-F74A-AE73-EE4529751CCE}" type="slidenum">
              <a:rPr lang="zh-CN" altLang="en-US"/>
              <a:pPr/>
              <a:t>‹#›</a:t>
            </a:fld>
            <a:endParaRPr lang="zh-CN" altLang="en-US"/>
          </a:p>
        </p:txBody>
      </p:sp>
    </p:spTree>
    <p:extLst>
      <p:ext uri="{BB962C8B-B14F-4D97-AF65-F5344CB8AC3E}">
        <p14:creationId xmlns:p14="http://schemas.microsoft.com/office/powerpoint/2010/main" val="34357520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4">
            <a:extLst>
              <a:ext uri="{FF2B5EF4-FFF2-40B4-BE49-F238E27FC236}">
                <a16:creationId xmlns:a16="http://schemas.microsoft.com/office/drawing/2014/main" id="{ACE4F471-DF00-ED41-8C4C-9A5E9C88E03C}"/>
              </a:ext>
            </a:extLst>
          </p:cNvPr>
          <p:cNvSpPr>
            <a:spLocks noGrp="1"/>
          </p:cNvSpPr>
          <p:nvPr>
            <p:ph type="dt" sz="half" idx="10"/>
          </p:nvPr>
        </p:nvSpPr>
        <p:spPr>
          <a:ln/>
        </p:spPr>
        <p:txBody>
          <a:bodyPr/>
          <a:lstStyle>
            <a:lvl1pPr>
              <a:defRPr/>
            </a:lvl1pPr>
          </a:lstStyle>
          <a:p>
            <a:endParaRPr lang="en-US" altLang="x-none"/>
          </a:p>
        </p:txBody>
      </p:sp>
      <p:sp>
        <p:nvSpPr>
          <p:cNvPr id="4" name="Rectangle 5">
            <a:extLst>
              <a:ext uri="{FF2B5EF4-FFF2-40B4-BE49-F238E27FC236}">
                <a16:creationId xmlns:a16="http://schemas.microsoft.com/office/drawing/2014/main" id="{7C24312F-1EAE-3340-A733-36ACBA82BC59}"/>
              </a:ext>
            </a:extLst>
          </p:cNvPr>
          <p:cNvSpPr>
            <a:spLocks noGrp="1"/>
          </p:cNvSpPr>
          <p:nvPr>
            <p:ph type="ftr" sz="quarter" idx="11"/>
          </p:nvPr>
        </p:nvSpPr>
        <p:spPr>
          <a:ln/>
        </p:spPr>
        <p:txBody>
          <a:bodyPr/>
          <a:lstStyle>
            <a:lvl1pPr>
              <a:defRPr/>
            </a:lvl1pPr>
          </a:lstStyle>
          <a:p>
            <a:endParaRPr lang="en-US" altLang="x-none"/>
          </a:p>
        </p:txBody>
      </p:sp>
      <p:sp>
        <p:nvSpPr>
          <p:cNvPr id="5" name="Rectangle 6">
            <a:extLst>
              <a:ext uri="{FF2B5EF4-FFF2-40B4-BE49-F238E27FC236}">
                <a16:creationId xmlns:a16="http://schemas.microsoft.com/office/drawing/2014/main" id="{6E7AF0E6-6E8A-6E49-8828-591D1FDEB6CA}"/>
              </a:ext>
            </a:extLst>
          </p:cNvPr>
          <p:cNvSpPr>
            <a:spLocks noGrp="1"/>
          </p:cNvSpPr>
          <p:nvPr>
            <p:ph type="sldNum" sz="quarter" idx="12"/>
          </p:nvPr>
        </p:nvSpPr>
        <p:spPr>
          <a:ln/>
        </p:spPr>
        <p:txBody>
          <a:bodyPr/>
          <a:lstStyle>
            <a:lvl1pPr>
              <a:defRPr/>
            </a:lvl1pPr>
          </a:lstStyle>
          <a:p>
            <a:fld id="{165F5C83-D184-B846-B367-2D95C5E46866}" type="slidenum">
              <a:rPr lang="zh-CN" altLang="en-US"/>
              <a:pPr/>
              <a:t>‹#›</a:t>
            </a:fld>
            <a:endParaRPr lang="zh-CN" altLang="en-US"/>
          </a:p>
        </p:txBody>
      </p:sp>
    </p:spTree>
    <p:extLst>
      <p:ext uri="{BB962C8B-B14F-4D97-AF65-F5344CB8AC3E}">
        <p14:creationId xmlns:p14="http://schemas.microsoft.com/office/powerpoint/2010/main" val="20997859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856898D-6BF9-5B45-9117-8FAD23A8792A}"/>
              </a:ext>
            </a:extLst>
          </p:cNvPr>
          <p:cNvSpPr>
            <a:spLocks noGrp="1"/>
          </p:cNvSpPr>
          <p:nvPr>
            <p:ph type="dt" sz="half" idx="10"/>
          </p:nvPr>
        </p:nvSpPr>
        <p:spPr>
          <a:ln/>
        </p:spPr>
        <p:txBody>
          <a:bodyPr/>
          <a:lstStyle>
            <a:lvl1pPr>
              <a:defRPr/>
            </a:lvl1pPr>
          </a:lstStyle>
          <a:p>
            <a:endParaRPr lang="en-US" altLang="x-none"/>
          </a:p>
        </p:txBody>
      </p:sp>
      <p:sp>
        <p:nvSpPr>
          <p:cNvPr id="3" name="Rectangle 5">
            <a:extLst>
              <a:ext uri="{FF2B5EF4-FFF2-40B4-BE49-F238E27FC236}">
                <a16:creationId xmlns:a16="http://schemas.microsoft.com/office/drawing/2014/main" id="{B029D348-DE7A-DB41-BEEB-A08992B2A3C9}"/>
              </a:ext>
            </a:extLst>
          </p:cNvPr>
          <p:cNvSpPr>
            <a:spLocks noGrp="1"/>
          </p:cNvSpPr>
          <p:nvPr>
            <p:ph type="ftr" sz="quarter" idx="11"/>
          </p:nvPr>
        </p:nvSpPr>
        <p:spPr>
          <a:ln/>
        </p:spPr>
        <p:txBody>
          <a:bodyPr/>
          <a:lstStyle>
            <a:lvl1pPr>
              <a:defRPr/>
            </a:lvl1pPr>
          </a:lstStyle>
          <a:p>
            <a:endParaRPr lang="en-US" altLang="x-none"/>
          </a:p>
        </p:txBody>
      </p:sp>
      <p:sp>
        <p:nvSpPr>
          <p:cNvPr id="4" name="Rectangle 6">
            <a:extLst>
              <a:ext uri="{FF2B5EF4-FFF2-40B4-BE49-F238E27FC236}">
                <a16:creationId xmlns:a16="http://schemas.microsoft.com/office/drawing/2014/main" id="{C4646774-93E5-3643-B06C-9094A3BDAE87}"/>
              </a:ext>
            </a:extLst>
          </p:cNvPr>
          <p:cNvSpPr>
            <a:spLocks noGrp="1"/>
          </p:cNvSpPr>
          <p:nvPr>
            <p:ph type="sldNum" sz="quarter" idx="12"/>
          </p:nvPr>
        </p:nvSpPr>
        <p:spPr>
          <a:ln/>
        </p:spPr>
        <p:txBody>
          <a:bodyPr/>
          <a:lstStyle>
            <a:lvl1pPr>
              <a:defRPr/>
            </a:lvl1pPr>
          </a:lstStyle>
          <a:p>
            <a:fld id="{CE278A27-FA42-F34F-9D4E-336FB5255CD3}" type="slidenum">
              <a:rPr lang="zh-CN" altLang="en-US"/>
              <a:pPr/>
              <a:t>‹#›</a:t>
            </a:fld>
            <a:endParaRPr lang="zh-CN" altLang="en-US"/>
          </a:p>
        </p:txBody>
      </p:sp>
    </p:spTree>
    <p:extLst>
      <p:ext uri="{BB962C8B-B14F-4D97-AF65-F5344CB8AC3E}">
        <p14:creationId xmlns:p14="http://schemas.microsoft.com/office/powerpoint/2010/main" val="15486003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5AF4A711-6CCB-6E40-8548-D66A79C5A3A0}"/>
              </a:ext>
            </a:extLst>
          </p:cNvPr>
          <p:cNvSpPr>
            <a:spLocks noGrp="1"/>
          </p:cNvSpPr>
          <p:nvPr>
            <p:ph type="dt" sz="half" idx="10"/>
          </p:nvPr>
        </p:nvSpPr>
        <p:spPr>
          <a:ln/>
        </p:spPr>
        <p:txBody>
          <a:bodyPr/>
          <a:lstStyle>
            <a:lvl1pPr>
              <a:defRPr/>
            </a:lvl1pPr>
          </a:lstStyle>
          <a:p>
            <a:endParaRPr lang="en-US" altLang="x-none"/>
          </a:p>
        </p:txBody>
      </p:sp>
      <p:sp>
        <p:nvSpPr>
          <p:cNvPr id="6" name="Rectangle 5">
            <a:extLst>
              <a:ext uri="{FF2B5EF4-FFF2-40B4-BE49-F238E27FC236}">
                <a16:creationId xmlns:a16="http://schemas.microsoft.com/office/drawing/2014/main" id="{A6ED43CA-F118-254B-9040-5AFE4D138331}"/>
              </a:ext>
            </a:extLst>
          </p:cNvPr>
          <p:cNvSpPr>
            <a:spLocks noGrp="1"/>
          </p:cNvSpPr>
          <p:nvPr>
            <p:ph type="ftr" sz="quarter" idx="11"/>
          </p:nvPr>
        </p:nvSpPr>
        <p:spPr>
          <a:ln/>
        </p:spPr>
        <p:txBody>
          <a:bodyPr/>
          <a:lstStyle>
            <a:lvl1pPr>
              <a:defRPr/>
            </a:lvl1pPr>
          </a:lstStyle>
          <a:p>
            <a:endParaRPr lang="en-US" altLang="x-none"/>
          </a:p>
        </p:txBody>
      </p:sp>
      <p:sp>
        <p:nvSpPr>
          <p:cNvPr id="7" name="Rectangle 6">
            <a:extLst>
              <a:ext uri="{FF2B5EF4-FFF2-40B4-BE49-F238E27FC236}">
                <a16:creationId xmlns:a16="http://schemas.microsoft.com/office/drawing/2014/main" id="{CF5D0251-B2BA-304A-BF6D-2575CBC9E15D}"/>
              </a:ext>
            </a:extLst>
          </p:cNvPr>
          <p:cNvSpPr>
            <a:spLocks noGrp="1"/>
          </p:cNvSpPr>
          <p:nvPr>
            <p:ph type="sldNum" sz="quarter" idx="12"/>
          </p:nvPr>
        </p:nvSpPr>
        <p:spPr>
          <a:ln/>
        </p:spPr>
        <p:txBody>
          <a:bodyPr/>
          <a:lstStyle>
            <a:lvl1pPr>
              <a:defRPr/>
            </a:lvl1pPr>
          </a:lstStyle>
          <a:p>
            <a:fld id="{3564B60D-E136-574D-BB0B-F92DD328BEF9}" type="slidenum">
              <a:rPr lang="zh-CN" altLang="en-US"/>
              <a:pPr/>
              <a:t>‹#›</a:t>
            </a:fld>
            <a:endParaRPr lang="zh-CN" altLang="en-US"/>
          </a:p>
        </p:txBody>
      </p:sp>
    </p:spTree>
    <p:extLst>
      <p:ext uri="{BB962C8B-B14F-4D97-AF65-F5344CB8AC3E}">
        <p14:creationId xmlns:p14="http://schemas.microsoft.com/office/powerpoint/2010/main" val="31810786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0B15F47F-FB28-5146-8AE9-3953DF2866E0}"/>
              </a:ext>
            </a:extLst>
          </p:cNvPr>
          <p:cNvSpPr>
            <a:spLocks noGrp="1"/>
          </p:cNvSpPr>
          <p:nvPr>
            <p:ph type="dt" sz="half" idx="10"/>
          </p:nvPr>
        </p:nvSpPr>
        <p:spPr>
          <a:ln/>
        </p:spPr>
        <p:txBody>
          <a:bodyPr/>
          <a:lstStyle>
            <a:lvl1pPr>
              <a:defRPr/>
            </a:lvl1pPr>
          </a:lstStyle>
          <a:p>
            <a:endParaRPr lang="en-US" altLang="x-none"/>
          </a:p>
        </p:txBody>
      </p:sp>
      <p:sp>
        <p:nvSpPr>
          <p:cNvPr id="6" name="Rectangle 5">
            <a:extLst>
              <a:ext uri="{FF2B5EF4-FFF2-40B4-BE49-F238E27FC236}">
                <a16:creationId xmlns:a16="http://schemas.microsoft.com/office/drawing/2014/main" id="{E41695AF-7C48-1D46-823B-9BD643D86E2E}"/>
              </a:ext>
            </a:extLst>
          </p:cNvPr>
          <p:cNvSpPr>
            <a:spLocks noGrp="1"/>
          </p:cNvSpPr>
          <p:nvPr>
            <p:ph type="ftr" sz="quarter" idx="11"/>
          </p:nvPr>
        </p:nvSpPr>
        <p:spPr>
          <a:ln/>
        </p:spPr>
        <p:txBody>
          <a:bodyPr/>
          <a:lstStyle>
            <a:lvl1pPr>
              <a:defRPr/>
            </a:lvl1pPr>
          </a:lstStyle>
          <a:p>
            <a:endParaRPr lang="en-US" altLang="x-none"/>
          </a:p>
        </p:txBody>
      </p:sp>
      <p:sp>
        <p:nvSpPr>
          <p:cNvPr id="7" name="Rectangle 6">
            <a:extLst>
              <a:ext uri="{FF2B5EF4-FFF2-40B4-BE49-F238E27FC236}">
                <a16:creationId xmlns:a16="http://schemas.microsoft.com/office/drawing/2014/main" id="{FEB4AD22-7919-2445-88CE-3E30E848E95D}"/>
              </a:ext>
            </a:extLst>
          </p:cNvPr>
          <p:cNvSpPr>
            <a:spLocks noGrp="1"/>
          </p:cNvSpPr>
          <p:nvPr>
            <p:ph type="sldNum" sz="quarter" idx="12"/>
          </p:nvPr>
        </p:nvSpPr>
        <p:spPr>
          <a:ln/>
        </p:spPr>
        <p:txBody>
          <a:bodyPr/>
          <a:lstStyle>
            <a:lvl1pPr>
              <a:defRPr/>
            </a:lvl1pPr>
          </a:lstStyle>
          <a:p>
            <a:fld id="{8C9C634B-B0C2-6B42-BA54-41C7FD454D94}" type="slidenum">
              <a:rPr lang="zh-CN" altLang="en-US"/>
              <a:pPr/>
              <a:t>‹#›</a:t>
            </a:fld>
            <a:endParaRPr lang="zh-CN" altLang="en-US"/>
          </a:p>
        </p:txBody>
      </p:sp>
    </p:spTree>
    <p:extLst>
      <p:ext uri="{BB962C8B-B14F-4D97-AF65-F5344CB8AC3E}">
        <p14:creationId xmlns:p14="http://schemas.microsoft.com/office/powerpoint/2010/main" val="33472338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20A6A520-630A-4141-BDC8-A6E65DB625C6}"/>
              </a:ext>
            </a:extLst>
          </p:cNvPr>
          <p:cNvSpPr>
            <a:spLocks noGrp="1"/>
          </p:cNvSpPr>
          <p:nvPr>
            <p:ph type="dt" sz="half" idx="10"/>
          </p:nvPr>
        </p:nvSpPr>
        <p:spPr>
          <a:ln/>
        </p:spPr>
        <p:txBody>
          <a:bodyPr/>
          <a:lstStyle>
            <a:lvl1pPr>
              <a:defRPr/>
            </a:lvl1pPr>
          </a:lstStyle>
          <a:p>
            <a:endParaRPr lang="en-US" altLang="x-none"/>
          </a:p>
        </p:txBody>
      </p:sp>
      <p:sp>
        <p:nvSpPr>
          <p:cNvPr id="5" name="Rectangle 5">
            <a:extLst>
              <a:ext uri="{FF2B5EF4-FFF2-40B4-BE49-F238E27FC236}">
                <a16:creationId xmlns:a16="http://schemas.microsoft.com/office/drawing/2014/main" id="{6B5A42E1-E8D8-8540-A0A6-1C6BC05CE724}"/>
              </a:ext>
            </a:extLst>
          </p:cNvPr>
          <p:cNvSpPr>
            <a:spLocks noGrp="1"/>
          </p:cNvSpPr>
          <p:nvPr>
            <p:ph type="ftr" sz="quarter" idx="11"/>
          </p:nvPr>
        </p:nvSpPr>
        <p:spPr>
          <a:ln/>
        </p:spPr>
        <p:txBody>
          <a:bodyPr/>
          <a:lstStyle>
            <a:lvl1pPr>
              <a:defRPr/>
            </a:lvl1pPr>
          </a:lstStyle>
          <a:p>
            <a:endParaRPr lang="en-US" altLang="x-none"/>
          </a:p>
        </p:txBody>
      </p:sp>
      <p:sp>
        <p:nvSpPr>
          <p:cNvPr id="6" name="Rectangle 6">
            <a:extLst>
              <a:ext uri="{FF2B5EF4-FFF2-40B4-BE49-F238E27FC236}">
                <a16:creationId xmlns:a16="http://schemas.microsoft.com/office/drawing/2014/main" id="{94AD60D9-34A9-DD43-BD49-89BC2C4909D6}"/>
              </a:ext>
            </a:extLst>
          </p:cNvPr>
          <p:cNvSpPr>
            <a:spLocks noGrp="1"/>
          </p:cNvSpPr>
          <p:nvPr>
            <p:ph type="sldNum" sz="quarter" idx="12"/>
          </p:nvPr>
        </p:nvSpPr>
        <p:spPr>
          <a:ln/>
        </p:spPr>
        <p:txBody>
          <a:bodyPr/>
          <a:lstStyle>
            <a:lvl1pPr>
              <a:defRPr/>
            </a:lvl1pPr>
          </a:lstStyle>
          <a:p>
            <a:fld id="{E79A830B-5880-164E-B285-B0197555C18F}" type="slidenum">
              <a:rPr lang="zh-CN" altLang="en-US"/>
              <a:pPr/>
              <a:t>‹#›</a:t>
            </a:fld>
            <a:endParaRPr lang="zh-CN" altLang="en-US"/>
          </a:p>
        </p:txBody>
      </p:sp>
    </p:spTree>
    <p:extLst>
      <p:ext uri="{BB962C8B-B14F-4D97-AF65-F5344CB8AC3E}">
        <p14:creationId xmlns:p14="http://schemas.microsoft.com/office/powerpoint/2010/main" val="29558598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2762B706-EA9E-AF40-9FBA-2BC4757B6097}"/>
              </a:ext>
            </a:extLst>
          </p:cNvPr>
          <p:cNvSpPr>
            <a:spLocks noGrp="1"/>
          </p:cNvSpPr>
          <p:nvPr>
            <p:ph type="dt" sz="half" idx="10"/>
          </p:nvPr>
        </p:nvSpPr>
        <p:spPr>
          <a:ln/>
        </p:spPr>
        <p:txBody>
          <a:bodyPr/>
          <a:lstStyle>
            <a:lvl1pPr>
              <a:defRPr/>
            </a:lvl1pPr>
          </a:lstStyle>
          <a:p>
            <a:endParaRPr lang="en-US" altLang="x-none"/>
          </a:p>
        </p:txBody>
      </p:sp>
      <p:sp>
        <p:nvSpPr>
          <p:cNvPr id="5" name="Rectangle 5">
            <a:extLst>
              <a:ext uri="{FF2B5EF4-FFF2-40B4-BE49-F238E27FC236}">
                <a16:creationId xmlns:a16="http://schemas.microsoft.com/office/drawing/2014/main" id="{F9D324F8-B798-7B4E-BC63-DB7B33C0E86C}"/>
              </a:ext>
            </a:extLst>
          </p:cNvPr>
          <p:cNvSpPr>
            <a:spLocks noGrp="1"/>
          </p:cNvSpPr>
          <p:nvPr>
            <p:ph type="ftr" sz="quarter" idx="11"/>
          </p:nvPr>
        </p:nvSpPr>
        <p:spPr>
          <a:ln/>
        </p:spPr>
        <p:txBody>
          <a:bodyPr/>
          <a:lstStyle>
            <a:lvl1pPr>
              <a:defRPr/>
            </a:lvl1pPr>
          </a:lstStyle>
          <a:p>
            <a:endParaRPr lang="en-US" altLang="x-none"/>
          </a:p>
        </p:txBody>
      </p:sp>
      <p:sp>
        <p:nvSpPr>
          <p:cNvPr id="6" name="Rectangle 6">
            <a:extLst>
              <a:ext uri="{FF2B5EF4-FFF2-40B4-BE49-F238E27FC236}">
                <a16:creationId xmlns:a16="http://schemas.microsoft.com/office/drawing/2014/main" id="{8D0BE3FA-4501-C543-80DA-0D77D36724C4}"/>
              </a:ext>
            </a:extLst>
          </p:cNvPr>
          <p:cNvSpPr>
            <a:spLocks noGrp="1"/>
          </p:cNvSpPr>
          <p:nvPr>
            <p:ph type="sldNum" sz="quarter" idx="12"/>
          </p:nvPr>
        </p:nvSpPr>
        <p:spPr>
          <a:ln/>
        </p:spPr>
        <p:txBody>
          <a:bodyPr/>
          <a:lstStyle>
            <a:lvl1pPr>
              <a:defRPr/>
            </a:lvl1pPr>
          </a:lstStyle>
          <a:p>
            <a:fld id="{D74BD043-068D-B644-A32B-0D46663F1D94}" type="slidenum">
              <a:rPr lang="zh-CN" altLang="en-US"/>
              <a:pPr/>
              <a:t>‹#›</a:t>
            </a:fld>
            <a:endParaRPr lang="zh-CN" altLang="en-US"/>
          </a:p>
        </p:txBody>
      </p:sp>
    </p:spTree>
    <p:extLst>
      <p:ext uri="{BB962C8B-B14F-4D97-AF65-F5344CB8AC3E}">
        <p14:creationId xmlns:p14="http://schemas.microsoft.com/office/powerpoint/2010/main" val="33168251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Rectangle 4">
            <a:extLst>
              <a:ext uri="{FF2B5EF4-FFF2-40B4-BE49-F238E27FC236}">
                <a16:creationId xmlns:a16="http://schemas.microsoft.com/office/drawing/2014/main" id="{88D10914-A4D9-354F-A778-17DB3EDE736A}"/>
              </a:ext>
            </a:extLst>
          </p:cNvPr>
          <p:cNvSpPr>
            <a:spLocks noGrp="1"/>
          </p:cNvSpPr>
          <p:nvPr>
            <p:ph type="dt" sz="half" idx="10"/>
          </p:nvPr>
        </p:nvSpPr>
        <p:spPr>
          <a:ln/>
        </p:spPr>
        <p:txBody>
          <a:bodyPr/>
          <a:lstStyle>
            <a:lvl1pPr>
              <a:defRPr/>
            </a:lvl1pPr>
          </a:lstStyle>
          <a:p>
            <a:endParaRPr lang="en-US" altLang="x-none"/>
          </a:p>
        </p:txBody>
      </p:sp>
      <p:sp>
        <p:nvSpPr>
          <p:cNvPr id="5" name="Rectangle 5">
            <a:extLst>
              <a:ext uri="{FF2B5EF4-FFF2-40B4-BE49-F238E27FC236}">
                <a16:creationId xmlns:a16="http://schemas.microsoft.com/office/drawing/2014/main" id="{8F2B354D-2705-7142-91A5-CF7A999185E8}"/>
              </a:ext>
            </a:extLst>
          </p:cNvPr>
          <p:cNvSpPr>
            <a:spLocks noGrp="1"/>
          </p:cNvSpPr>
          <p:nvPr>
            <p:ph type="ftr" sz="quarter" idx="11"/>
          </p:nvPr>
        </p:nvSpPr>
        <p:spPr>
          <a:ln/>
        </p:spPr>
        <p:txBody>
          <a:bodyPr/>
          <a:lstStyle>
            <a:lvl1pPr>
              <a:defRPr/>
            </a:lvl1pPr>
          </a:lstStyle>
          <a:p>
            <a:endParaRPr lang="en-US" altLang="x-none"/>
          </a:p>
        </p:txBody>
      </p:sp>
      <p:sp>
        <p:nvSpPr>
          <p:cNvPr id="6" name="Rectangle 6">
            <a:extLst>
              <a:ext uri="{FF2B5EF4-FFF2-40B4-BE49-F238E27FC236}">
                <a16:creationId xmlns:a16="http://schemas.microsoft.com/office/drawing/2014/main" id="{7D326342-91C5-224B-8A3F-BB9AC197334F}"/>
              </a:ext>
            </a:extLst>
          </p:cNvPr>
          <p:cNvSpPr>
            <a:spLocks noGrp="1"/>
          </p:cNvSpPr>
          <p:nvPr>
            <p:ph type="sldNum" sz="quarter" idx="12"/>
          </p:nvPr>
        </p:nvSpPr>
        <p:spPr>
          <a:ln/>
        </p:spPr>
        <p:txBody>
          <a:bodyPr/>
          <a:lstStyle>
            <a:lvl1pPr>
              <a:defRPr/>
            </a:lvl1pPr>
          </a:lstStyle>
          <a:p>
            <a:fld id="{F45D5DFA-4650-C341-AAB0-BD8B6C40B007}" type="slidenum">
              <a:rPr lang="zh-CN" altLang="en-US"/>
              <a:pPr/>
              <a:t>‹#›</a:t>
            </a:fld>
            <a:endParaRPr lang="zh-CN" altLang="en-US"/>
          </a:p>
        </p:txBody>
      </p:sp>
    </p:spTree>
    <p:extLst>
      <p:ext uri="{BB962C8B-B14F-4D97-AF65-F5344CB8AC3E}">
        <p14:creationId xmlns:p14="http://schemas.microsoft.com/office/powerpoint/2010/main" val="28967929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E9A41C72-007B-5740-AE94-626BF8F4C792}"/>
              </a:ext>
            </a:extLst>
          </p:cNvPr>
          <p:cNvSpPr>
            <a:spLocks noGrp="1"/>
          </p:cNvSpPr>
          <p:nvPr>
            <p:ph type="dt" sz="half" idx="10"/>
          </p:nvPr>
        </p:nvSpPr>
        <p:spPr>
          <a:ln/>
        </p:spPr>
        <p:txBody>
          <a:bodyPr/>
          <a:lstStyle>
            <a:lvl1pPr>
              <a:defRPr/>
            </a:lvl1pPr>
          </a:lstStyle>
          <a:p>
            <a:endParaRPr lang="en-US" altLang="x-none"/>
          </a:p>
        </p:txBody>
      </p:sp>
      <p:sp>
        <p:nvSpPr>
          <p:cNvPr id="5" name="Rectangle 5">
            <a:extLst>
              <a:ext uri="{FF2B5EF4-FFF2-40B4-BE49-F238E27FC236}">
                <a16:creationId xmlns:a16="http://schemas.microsoft.com/office/drawing/2014/main" id="{C30CAFD8-4C5A-BC4B-B62B-E605DCE36948}"/>
              </a:ext>
            </a:extLst>
          </p:cNvPr>
          <p:cNvSpPr>
            <a:spLocks noGrp="1"/>
          </p:cNvSpPr>
          <p:nvPr>
            <p:ph type="ftr" sz="quarter" idx="11"/>
          </p:nvPr>
        </p:nvSpPr>
        <p:spPr>
          <a:ln/>
        </p:spPr>
        <p:txBody>
          <a:bodyPr/>
          <a:lstStyle>
            <a:lvl1pPr>
              <a:defRPr/>
            </a:lvl1pPr>
          </a:lstStyle>
          <a:p>
            <a:endParaRPr lang="en-US" altLang="x-none"/>
          </a:p>
        </p:txBody>
      </p:sp>
      <p:sp>
        <p:nvSpPr>
          <p:cNvPr id="6" name="Rectangle 6">
            <a:extLst>
              <a:ext uri="{FF2B5EF4-FFF2-40B4-BE49-F238E27FC236}">
                <a16:creationId xmlns:a16="http://schemas.microsoft.com/office/drawing/2014/main" id="{CEAC3E43-DB1E-8B41-84AF-065DDEC1BEC9}"/>
              </a:ext>
            </a:extLst>
          </p:cNvPr>
          <p:cNvSpPr>
            <a:spLocks noGrp="1"/>
          </p:cNvSpPr>
          <p:nvPr>
            <p:ph type="sldNum" sz="quarter" idx="12"/>
          </p:nvPr>
        </p:nvSpPr>
        <p:spPr>
          <a:ln/>
        </p:spPr>
        <p:txBody>
          <a:bodyPr/>
          <a:lstStyle>
            <a:lvl1pPr>
              <a:defRPr/>
            </a:lvl1pPr>
          </a:lstStyle>
          <a:p>
            <a:fld id="{6295D64C-33AB-AA48-9E1B-BA3B2321AD97}" type="slidenum">
              <a:rPr lang="zh-CN" altLang="en-US"/>
              <a:pPr/>
              <a:t>‹#›</a:t>
            </a:fld>
            <a:endParaRPr lang="zh-CN" altLang="en-US"/>
          </a:p>
        </p:txBody>
      </p:sp>
    </p:spTree>
    <p:extLst>
      <p:ext uri="{BB962C8B-B14F-4D97-AF65-F5344CB8AC3E}">
        <p14:creationId xmlns:p14="http://schemas.microsoft.com/office/powerpoint/2010/main" val="32483521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Rectangle 4">
            <a:extLst>
              <a:ext uri="{FF2B5EF4-FFF2-40B4-BE49-F238E27FC236}">
                <a16:creationId xmlns:a16="http://schemas.microsoft.com/office/drawing/2014/main" id="{9D97329A-D86E-A84A-8128-A21B7EC70618}"/>
              </a:ext>
            </a:extLst>
          </p:cNvPr>
          <p:cNvSpPr>
            <a:spLocks noGrp="1"/>
          </p:cNvSpPr>
          <p:nvPr>
            <p:ph type="dt" sz="half" idx="10"/>
          </p:nvPr>
        </p:nvSpPr>
        <p:spPr>
          <a:ln/>
        </p:spPr>
        <p:txBody>
          <a:bodyPr/>
          <a:lstStyle>
            <a:lvl1pPr>
              <a:defRPr/>
            </a:lvl1pPr>
          </a:lstStyle>
          <a:p>
            <a:endParaRPr lang="en-US" altLang="x-none"/>
          </a:p>
        </p:txBody>
      </p:sp>
      <p:sp>
        <p:nvSpPr>
          <p:cNvPr id="5" name="Rectangle 5">
            <a:extLst>
              <a:ext uri="{FF2B5EF4-FFF2-40B4-BE49-F238E27FC236}">
                <a16:creationId xmlns:a16="http://schemas.microsoft.com/office/drawing/2014/main" id="{FD939E0B-D6DD-064A-A0F3-154A12874BE9}"/>
              </a:ext>
            </a:extLst>
          </p:cNvPr>
          <p:cNvSpPr>
            <a:spLocks noGrp="1"/>
          </p:cNvSpPr>
          <p:nvPr>
            <p:ph type="ftr" sz="quarter" idx="11"/>
          </p:nvPr>
        </p:nvSpPr>
        <p:spPr>
          <a:ln/>
        </p:spPr>
        <p:txBody>
          <a:bodyPr/>
          <a:lstStyle>
            <a:lvl1pPr>
              <a:defRPr/>
            </a:lvl1pPr>
          </a:lstStyle>
          <a:p>
            <a:endParaRPr lang="en-US" altLang="x-none"/>
          </a:p>
        </p:txBody>
      </p:sp>
      <p:sp>
        <p:nvSpPr>
          <p:cNvPr id="6" name="Rectangle 6">
            <a:extLst>
              <a:ext uri="{FF2B5EF4-FFF2-40B4-BE49-F238E27FC236}">
                <a16:creationId xmlns:a16="http://schemas.microsoft.com/office/drawing/2014/main" id="{DC574088-5704-584D-A170-52ED94EB776D}"/>
              </a:ext>
            </a:extLst>
          </p:cNvPr>
          <p:cNvSpPr>
            <a:spLocks noGrp="1"/>
          </p:cNvSpPr>
          <p:nvPr>
            <p:ph type="sldNum" sz="quarter" idx="12"/>
          </p:nvPr>
        </p:nvSpPr>
        <p:spPr>
          <a:ln/>
        </p:spPr>
        <p:txBody>
          <a:bodyPr/>
          <a:lstStyle>
            <a:lvl1pPr>
              <a:defRPr/>
            </a:lvl1pPr>
          </a:lstStyle>
          <a:p>
            <a:fld id="{9BEA8CDC-4837-8948-A8F8-54AE4943E28F}" type="slidenum">
              <a:rPr lang="zh-CN" altLang="en-US"/>
              <a:pPr/>
              <a:t>‹#›</a:t>
            </a:fld>
            <a:endParaRPr lang="zh-CN" altLang="en-US"/>
          </a:p>
        </p:txBody>
      </p:sp>
    </p:spTree>
    <p:extLst>
      <p:ext uri="{BB962C8B-B14F-4D97-AF65-F5344CB8AC3E}">
        <p14:creationId xmlns:p14="http://schemas.microsoft.com/office/powerpoint/2010/main" val="108492938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
            <a:extLst>
              <a:ext uri="{FF2B5EF4-FFF2-40B4-BE49-F238E27FC236}">
                <a16:creationId xmlns:a16="http://schemas.microsoft.com/office/drawing/2014/main" id="{C6BA1822-92B4-4644-AB8B-7505588D38E1}"/>
              </a:ext>
            </a:extLst>
          </p:cNvPr>
          <p:cNvSpPr>
            <a:spLocks noGrp="1"/>
          </p:cNvSpPr>
          <p:nvPr>
            <p:ph type="dt" sz="half" idx="10"/>
          </p:nvPr>
        </p:nvSpPr>
        <p:spPr>
          <a:ln/>
        </p:spPr>
        <p:txBody>
          <a:bodyPr/>
          <a:lstStyle>
            <a:lvl1pPr>
              <a:defRPr/>
            </a:lvl1pPr>
          </a:lstStyle>
          <a:p>
            <a:endParaRPr lang="en-US" altLang="x-none"/>
          </a:p>
        </p:txBody>
      </p:sp>
      <p:sp>
        <p:nvSpPr>
          <p:cNvPr id="6" name="Rectangle 5">
            <a:extLst>
              <a:ext uri="{FF2B5EF4-FFF2-40B4-BE49-F238E27FC236}">
                <a16:creationId xmlns:a16="http://schemas.microsoft.com/office/drawing/2014/main" id="{851F8846-B165-7748-8162-323A9A13AFCA}"/>
              </a:ext>
            </a:extLst>
          </p:cNvPr>
          <p:cNvSpPr>
            <a:spLocks noGrp="1"/>
          </p:cNvSpPr>
          <p:nvPr>
            <p:ph type="ftr" sz="quarter" idx="11"/>
          </p:nvPr>
        </p:nvSpPr>
        <p:spPr>
          <a:ln/>
        </p:spPr>
        <p:txBody>
          <a:bodyPr/>
          <a:lstStyle>
            <a:lvl1pPr>
              <a:defRPr/>
            </a:lvl1pPr>
          </a:lstStyle>
          <a:p>
            <a:endParaRPr lang="en-US" altLang="x-none"/>
          </a:p>
        </p:txBody>
      </p:sp>
      <p:sp>
        <p:nvSpPr>
          <p:cNvPr id="7" name="Rectangle 6">
            <a:extLst>
              <a:ext uri="{FF2B5EF4-FFF2-40B4-BE49-F238E27FC236}">
                <a16:creationId xmlns:a16="http://schemas.microsoft.com/office/drawing/2014/main" id="{5466899F-9C23-5246-AC91-F3045CB2A808}"/>
              </a:ext>
            </a:extLst>
          </p:cNvPr>
          <p:cNvSpPr>
            <a:spLocks noGrp="1"/>
          </p:cNvSpPr>
          <p:nvPr>
            <p:ph type="sldNum" sz="quarter" idx="12"/>
          </p:nvPr>
        </p:nvSpPr>
        <p:spPr>
          <a:ln/>
        </p:spPr>
        <p:txBody>
          <a:bodyPr/>
          <a:lstStyle>
            <a:lvl1pPr>
              <a:defRPr/>
            </a:lvl1pPr>
          </a:lstStyle>
          <a:p>
            <a:fld id="{1984479D-2339-3248-B2A8-19280DC028B9}" type="slidenum">
              <a:rPr lang="zh-CN" altLang="en-US"/>
              <a:pPr/>
              <a:t>‹#›</a:t>
            </a:fld>
            <a:endParaRPr lang="zh-CN" altLang="en-US"/>
          </a:p>
        </p:txBody>
      </p:sp>
    </p:spTree>
    <p:extLst>
      <p:ext uri="{BB962C8B-B14F-4D97-AF65-F5344CB8AC3E}">
        <p14:creationId xmlns:p14="http://schemas.microsoft.com/office/powerpoint/2010/main" val="127703412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4">
            <a:extLst>
              <a:ext uri="{FF2B5EF4-FFF2-40B4-BE49-F238E27FC236}">
                <a16:creationId xmlns:a16="http://schemas.microsoft.com/office/drawing/2014/main" id="{F57B2493-0217-ED43-897A-16CF9BF83214}"/>
              </a:ext>
            </a:extLst>
          </p:cNvPr>
          <p:cNvSpPr>
            <a:spLocks noGrp="1"/>
          </p:cNvSpPr>
          <p:nvPr>
            <p:ph type="dt" sz="half" idx="10"/>
          </p:nvPr>
        </p:nvSpPr>
        <p:spPr>
          <a:ln/>
        </p:spPr>
        <p:txBody>
          <a:bodyPr/>
          <a:lstStyle>
            <a:lvl1pPr>
              <a:defRPr/>
            </a:lvl1pPr>
          </a:lstStyle>
          <a:p>
            <a:endParaRPr lang="en-US" altLang="x-none"/>
          </a:p>
        </p:txBody>
      </p:sp>
      <p:sp>
        <p:nvSpPr>
          <p:cNvPr id="8" name="Rectangle 5">
            <a:extLst>
              <a:ext uri="{FF2B5EF4-FFF2-40B4-BE49-F238E27FC236}">
                <a16:creationId xmlns:a16="http://schemas.microsoft.com/office/drawing/2014/main" id="{7375E20C-21D5-8446-AC88-09EB7E16DC14}"/>
              </a:ext>
            </a:extLst>
          </p:cNvPr>
          <p:cNvSpPr>
            <a:spLocks noGrp="1"/>
          </p:cNvSpPr>
          <p:nvPr>
            <p:ph type="ftr" sz="quarter" idx="11"/>
          </p:nvPr>
        </p:nvSpPr>
        <p:spPr>
          <a:ln/>
        </p:spPr>
        <p:txBody>
          <a:bodyPr/>
          <a:lstStyle>
            <a:lvl1pPr>
              <a:defRPr/>
            </a:lvl1pPr>
          </a:lstStyle>
          <a:p>
            <a:endParaRPr lang="en-US" altLang="x-none"/>
          </a:p>
        </p:txBody>
      </p:sp>
      <p:sp>
        <p:nvSpPr>
          <p:cNvPr id="9" name="Rectangle 6">
            <a:extLst>
              <a:ext uri="{FF2B5EF4-FFF2-40B4-BE49-F238E27FC236}">
                <a16:creationId xmlns:a16="http://schemas.microsoft.com/office/drawing/2014/main" id="{CAB2A435-5069-F94B-AC8D-3B1DA4293C49}"/>
              </a:ext>
            </a:extLst>
          </p:cNvPr>
          <p:cNvSpPr>
            <a:spLocks noGrp="1"/>
          </p:cNvSpPr>
          <p:nvPr>
            <p:ph type="sldNum" sz="quarter" idx="12"/>
          </p:nvPr>
        </p:nvSpPr>
        <p:spPr>
          <a:ln/>
        </p:spPr>
        <p:txBody>
          <a:bodyPr/>
          <a:lstStyle>
            <a:lvl1pPr>
              <a:defRPr/>
            </a:lvl1pPr>
          </a:lstStyle>
          <a:p>
            <a:fld id="{403B3D8E-D304-574A-8879-BB1DF8A041E1}" type="slidenum">
              <a:rPr lang="zh-CN" altLang="en-US"/>
              <a:pPr/>
              <a:t>‹#›</a:t>
            </a:fld>
            <a:endParaRPr lang="zh-CN" altLang="en-US"/>
          </a:p>
        </p:txBody>
      </p:sp>
    </p:spTree>
    <p:extLst>
      <p:ext uri="{BB962C8B-B14F-4D97-AF65-F5344CB8AC3E}">
        <p14:creationId xmlns:p14="http://schemas.microsoft.com/office/powerpoint/2010/main" val="328316433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4">
            <a:extLst>
              <a:ext uri="{FF2B5EF4-FFF2-40B4-BE49-F238E27FC236}">
                <a16:creationId xmlns:a16="http://schemas.microsoft.com/office/drawing/2014/main" id="{3DF0031C-8BD7-ED4D-94A1-FBE21D8CAC54}"/>
              </a:ext>
            </a:extLst>
          </p:cNvPr>
          <p:cNvSpPr>
            <a:spLocks noGrp="1"/>
          </p:cNvSpPr>
          <p:nvPr>
            <p:ph type="dt" sz="half" idx="10"/>
          </p:nvPr>
        </p:nvSpPr>
        <p:spPr>
          <a:ln/>
        </p:spPr>
        <p:txBody>
          <a:bodyPr/>
          <a:lstStyle>
            <a:lvl1pPr>
              <a:defRPr/>
            </a:lvl1pPr>
          </a:lstStyle>
          <a:p>
            <a:endParaRPr lang="en-US" altLang="x-none"/>
          </a:p>
        </p:txBody>
      </p:sp>
      <p:sp>
        <p:nvSpPr>
          <p:cNvPr id="4" name="Rectangle 5">
            <a:extLst>
              <a:ext uri="{FF2B5EF4-FFF2-40B4-BE49-F238E27FC236}">
                <a16:creationId xmlns:a16="http://schemas.microsoft.com/office/drawing/2014/main" id="{D0C97F4B-2D30-E94C-9F46-53DC0B3CFBE1}"/>
              </a:ext>
            </a:extLst>
          </p:cNvPr>
          <p:cNvSpPr>
            <a:spLocks noGrp="1"/>
          </p:cNvSpPr>
          <p:nvPr>
            <p:ph type="ftr" sz="quarter" idx="11"/>
          </p:nvPr>
        </p:nvSpPr>
        <p:spPr>
          <a:ln/>
        </p:spPr>
        <p:txBody>
          <a:bodyPr/>
          <a:lstStyle>
            <a:lvl1pPr>
              <a:defRPr/>
            </a:lvl1pPr>
          </a:lstStyle>
          <a:p>
            <a:endParaRPr lang="en-US" altLang="x-none"/>
          </a:p>
        </p:txBody>
      </p:sp>
      <p:sp>
        <p:nvSpPr>
          <p:cNvPr id="5" name="Rectangle 6">
            <a:extLst>
              <a:ext uri="{FF2B5EF4-FFF2-40B4-BE49-F238E27FC236}">
                <a16:creationId xmlns:a16="http://schemas.microsoft.com/office/drawing/2014/main" id="{85A56BE4-27E6-2D4A-99E3-E4BD3552796E}"/>
              </a:ext>
            </a:extLst>
          </p:cNvPr>
          <p:cNvSpPr>
            <a:spLocks noGrp="1"/>
          </p:cNvSpPr>
          <p:nvPr>
            <p:ph type="sldNum" sz="quarter" idx="12"/>
          </p:nvPr>
        </p:nvSpPr>
        <p:spPr>
          <a:ln/>
        </p:spPr>
        <p:txBody>
          <a:bodyPr/>
          <a:lstStyle>
            <a:lvl1pPr>
              <a:defRPr/>
            </a:lvl1pPr>
          </a:lstStyle>
          <a:p>
            <a:fld id="{414EB477-8584-114E-94F5-C5EFBABAE2B2}" type="slidenum">
              <a:rPr lang="zh-CN" altLang="en-US"/>
              <a:pPr/>
              <a:t>‹#›</a:t>
            </a:fld>
            <a:endParaRPr lang="zh-CN" altLang="en-US"/>
          </a:p>
        </p:txBody>
      </p:sp>
    </p:spTree>
    <p:extLst>
      <p:ext uri="{BB962C8B-B14F-4D97-AF65-F5344CB8AC3E}">
        <p14:creationId xmlns:p14="http://schemas.microsoft.com/office/powerpoint/2010/main" val="29842164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E9C534A2-F86B-7A4A-B32F-5657BED2A37C}"/>
              </a:ext>
            </a:extLst>
          </p:cNvPr>
          <p:cNvSpPr>
            <a:spLocks noGrp="1"/>
          </p:cNvSpPr>
          <p:nvPr>
            <p:ph type="dt" sz="half" idx="10"/>
          </p:nvPr>
        </p:nvSpPr>
        <p:spPr>
          <a:ln/>
        </p:spPr>
        <p:txBody>
          <a:bodyPr/>
          <a:lstStyle>
            <a:lvl1pPr>
              <a:defRPr/>
            </a:lvl1pPr>
          </a:lstStyle>
          <a:p>
            <a:endParaRPr lang="en-US" altLang="x-none"/>
          </a:p>
        </p:txBody>
      </p:sp>
      <p:sp>
        <p:nvSpPr>
          <p:cNvPr id="3" name="Rectangle 5">
            <a:extLst>
              <a:ext uri="{FF2B5EF4-FFF2-40B4-BE49-F238E27FC236}">
                <a16:creationId xmlns:a16="http://schemas.microsoft.com/office/drawing/2014/main" id="{C1B29F7B-8BC2-EB49-A601-FB31D93F49F6}"/>
              </a:ext>
            </a:extLst>
          </p:cNvPr>
          <p:cNvSpPr>
            <a:spLocks noGrp="1"/>
          </p:cNvSpPr>
          <p:nvPr>
            <p:ph type="ftr" sz="quarter" idx="11"/>
          </p:nvPr>
        </p:nvSpPr>
        <p:spPr>
          <a:ln/>
        </p:spPr>
        <p:txBody>
          <a:bodyPr/>
          <a:lstStyle>
            <a:lvl1pPr>
              <a:defRPr/>
            </a:lvl1pPr>
          </a:lstStyle>
          <a:p>
            <a:endParaRPr lang="en-US" altLang="x-none"/>
          </a:p>
        </p:txBody>
      </p:sp>
      <p:sp>
        <p:nvSpPr>
          <p:cNvPr id="4" name="Rectangle 6">
            <a:extLst>
              <a:ext uri="{FF2B5EF4-FFF2-40B4-BE49-F238E27FC236}">
                <a16:creationId xmlns:a16="http://schemas.microsoft.com/office/drawing/2014/main" id="{708F4F7A-76BA-144A-9095-66CA2F7406AB}"/>
              </a:ext>
            </a:extLst>
          </p:cNvPr>
          <p:cNvSpPr>
            <a:spLocks noGrp="1"/>
          </p:cNvSpPr>
          <p:nvPr>
            <p:ph type="sldNum" sz="quarter" idx="12"/>
          </p:nvPr>
        </p:nvSpPr>
        <p:spPr>
          <a:ln/>
        </p:spPr>
        <p:txBody>
          <a:bodyPr/>
          <a:lstStyle>
            <a:lvl1pPr>
              <a:defRPr/>
            </a:lvl1pPr>
          </a:lstStyle>
          <a:p>
            <a:fld id="{20370B6A-AA32-0F46-83B9-2B116FE53C13}" type="slidenum">
              <a:rPr lang="zh-CN" altLang="en-US"/>
              <a:pPr/>
              <a:t>‹#›</a:t>
            </a:fld>
            <a:endParaRPr lang="zh-CN" altLang="en-US"/>
          </a:p>
        </p:txBody>
      </p:sp>
    </p:spTree>
    <p:extLst>
      <p:ext uri="{BB962C8B-B14F-4D97-AF65-F5344CB8AC3E}">
        <p14:creationId xmlns:p14="http://schemas.microsoft.com/office/powerpoint/2010/main" val="3369506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B28D2636-EDB2-D94E-99D9-E1FB8EF8E304}"/>
              </a:ext>
            </a:extLst>
          </p:cNvPr>
          <p:cNvSpPr>
            <a:spLocks noGrp="1"/>
          </p:cNvSpPr>
          <p:nvPr>
            <p:ph type="dt" sz="half" idx="10"/>
          </p:nvPr>
        </p:nvSpPr>
        <p:spPr>
          <a:ln/>
        </p:spPr>
        <p:txBody>
          <a:bodyPr/>
          <a:lstStyle>
            <a:lvl1pPr>
              <a:defRPr/>
            </a:lvl1pPr>
          </a:lstStyle>
          <a:p>
            <a:endParaRPr lang="en-US" altLang="x-none"/>
          </a:p>
        </p:txBody>
      </p:sp>
      <p:sp>
        <p:nvSpPr>
          <p:cNvPr id="6" name="Rectangle 5">
            <a:extLst>
              <a:ext uri="{FF2B5EF4-FFF2-40B4-BE49-F238E27FC236}">
                <a16:creationId xmlns:a16="http://schemas.microsoft.com/office/drawing/2014/main" id="{E29D77E8-3E04-A747-9159-BC2F1C4EE176}"/>
              </a:ext>
            </a:extLst>
          </p:cNvPr>
          <p:cNvSpPr>
            <a:spLocks noGrp="1"/>
          </p:cNvSpPr>
          <p:nvPr>
            <p:ph type="ftr" sz="quarter" idx="11"/>
          </p:nvPr>
        </p:nvSpPr>
        <p:spPr>
          <a:ln/>
        </p:spPr>
        <p:txBody>
          <a:bodyPr/>
          <a:lstStyle>
            <a:lvl1pPr>
              <a:defRPr/>
            </a:lvl1pPr>
          </a:lstStyle>
          <a:p>
            <a:endParaRPr lang="en-US" altLang="x-none"/>
          </a:p>
        </p:txBody>
      </p:sp>
      <p:sp>
        <p:nvSpPr>
          <p:cNvPr id="7" name="Rectangle 6">
            <a:extLst>
              <a:ext uri="{FF2B5EF4-FFF2-40B4-BE49-F238E27FC236}">
                <a16:creationId xmlns:a16="http://schemas.microsoft.com/office/drawing/2014/main" id="{A068BDAA-5F3C-3F4C-87D4-4A46096AA13E}"/>
              </a:ext>
            </a:extLst>
          </p:cNvPr>
          <p:cNvSpPr>
            <a:spLocks noGrp="1"/>
          </p:cNvSpPr>
          <p:nvPr>
            <p:ph type="sldNum" sz="quarter" idx="12"/>
          </p:nvPr>
        </p:nvSpPr>
        <p:spPr>
          <a:ln/>
        </p:spPr>
        <p:txBody>
          <a:bodyPr/>
          <a:lstStyle>
            <a:lvl1pPr>
              <a:defRPr/>
            </a:lvl1pPr>
          </a:lstStyle>
          <a:p>
            <a:fld id="{A54E162C-C509-3840-BEDB-F6B0BB28DBF5}" type="slidenum">
              <a:rPr lang="zh-CN" altLang="en-US"/>
              <a:pPr/>
              <a:t>‹#›</a:t>
            </a:fld>
            <a:endParaRPr lang="zh-CN" altLang="en-US"/>
          </a:p>
        </p:txBody>
      </p:sp>
    </p:spTree>
    <p:extLst>
      <p:ext uri="{BB962C8B-B14F-4D97-AF65-F5344CB8AC3E}">
        <p14:creationId xmlns:p14="http://schemas.microsoft.com/office/powerpoint/2010/main" val="1508470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CD11CCC1-1675-A543-BBE5-7DD0B917308B}"/>
              </a:ext>
            </a:extLst>
          </p:cNvPr>
          <p:cNvSpPr>
            <a:spLocks noGrp="1"/>
          </p:cNvSpPr>
          <p:nvPr>
            <p:ph type="dt" sz="half" idx="10"/>
          </p:nvPr>
        </p:nvSpPr>
        <p:spPr>
          <a:ln/>
        </p:spPr>
        <p:txBody>
          <a:bodyPr/>
          <a:lstStyle>
            <a:lvl1pPr>
              <a:defRPr/>
            </a:lvl1pPr>
          </a:lstStyle>
          <a:p>
            <a:endParaRPr lang="en-US" altLang="x-none"/>
          </a:p>
        </p:txBody>
      </p:sp>
      <p:sp>
        <p:nvSpPr>
          <p:cNvPr id="6" name="Rectangle 5">
            <a:extLst>
              <a:ext uri="{FF2B5EF4-FFF2-40B4-BE49-F238E27FC236}">
                <a16:creationId xmlns:a16="http://schemas.microsoft.com/office/drawing/2014/main" id="{A5676AD6-3777-8949-9B06-0184A518B00D}"/>
              </a:ext>
            </a:extLst>
          </p:cNvPr>
          <p:cNvSpPr>
            <a:spLocks noGrp="1"/>
          </p:cNvSpPr>
          <p:nvPr>
            <p:ph type="ftr" sz="quarter" idx="11"/>
          </p:nvPr>
        </p:nvSpPr>
        <p:spPr>
          <a:ln/>
        </p:spPr>
        <p:txBody>
          <a:bodyPr/>
          <a:lstStyle>
            <a:lvl1pPr>
              <a:defRPr/>
            </a:lvl1pPr>
          </a:lstStyle>
          <a:p>
            <a:endParaRPr lang="en-US" altLang="x-none"/>
          </a:p>
        </p:txBody>
      </p:sp>
      <p:sp>
        <p:nvSpPr>
          <p:cNvPr id="7" name="Rectangle 6">
            <a:extLst>
              <a:ext uri="{FF2B5EF4-FFF2-40B4-BE49-F238E27FC236}">
                <a16:creationId xmlns:a16="http://schemas.microsoft.com/office/drawing/2014/main" id="{39DA6899-946A-FB44-BA73-AE9A8EB41B2D}"/>
              </a:ext>
            </a:extLst>
          </p:cNvPr>
          <p:cNvSpPr>
            <a:spLocks noGrp="1"/>
          </p:cNvSpPr>
          <p:nvPr>
            <p:ph type="sldNum" sz="quarter" idx="12"/>
          </p:nvPr>
        </p:nvSpPr>
        <p:spPr>
          <a:ln/>
        </p:spPr>
        <p:txBody>
          <a:bodyPr/>
          <a:lstStyle>
            <a:lvl1pPr>
              <a:defRPr/>
            </a:lvl1pPr>
          </a:lstStyle>
          <a:p>
            <a:fld id="{0DBE1324-9609-C84D-AE5B-93D0A2FF7290}" type="slidenum">
              <a:rPr lang="zh-CN" altLang="en-US"/>
              <a:pPr/>
              <a:t>‹#›</a:t>
            </a:fld>
            <a:endParaRPr lang="zh-CN" altLang="en-US"/>
          </a:p>
        </p:txBody>
      </p:sp>
    </p:spTree>
    <p:extLst>
      <p:ext uri="{BB962C8B-B14F-4D97-AF65-F5344CB8AC3E}">
        <p14:creationId xmlns:p14="http://schemas.microsoft.com/office/powerpoint/2010/main" val="34871335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E5058DC9-628C-B643-AB65-03D3D01B35BB}"/>
              </a:ext>
            </a:extLst>
          </p:cNvPr>
          <p:cNvSpPr>
            <a:spLocks noGrp="1"/>
          </p:cNvSpPr>
          <p:nvPr>
            <p:ph type="dt" sz="half" idx="10"/>
          </p:nvPr>
        </p:nvSpPr>
        <p:spPr>
          <a:ln/>
        </p:spPr>
        <p:txBody>
          <a:bodyPr/>
          <a:lstStyle>
            <a:lvl1pPr>
              <a:defRPr/>
            </a:lvl1pPr>
          </a:lstStyle>
          <a:p>
            <a:endParaRPr lang="en-US" altLang="x-none"/>
          </a:p>
        </p:txBody>
      </p:sp>
      <p:sp>
        <p:nvSpPr>
          <p:cNvPr id="5" name="Rectangle 5">
            <a:extLst>
              <a:ext uri="{FF2B5EF4-FFF2-40B4-BE49-F238E27FC236}">
                <a16:creationId xmlns:a16="http://schemas.microsoft.com/office/drawing/2014/main" id="{3720C5D4-C0FA-DE49-B87E-6C7D00CE9F54}"/>
              </a:ext>
            </a:extLst>
          </p:cNvPr>
          <p:cNvSpPr>
            <a:spLocks noGrp="1"/>
          </p:cNvSpPr>
          <p:nvPr>
            <p:ph type="ftr" sz="quarter" idx="11"/>
          </p:nvPr>
        </p:nvSpPr>
        <p:spPr>
          <a:ln/>
        </p:spPr>
        <p:txBody>
          <a:bodyPr/>
          <a:lstStyle>
            <a:lvl1pPr>
              <a:defRPr/>
            </a:lvl1pPr>
          </a:lstStyle>
          <a:p>
            <a:endParaRPr lang="en-US" altLang="x-none"/>
          </a:p>
        </p:txBody>
      </p:sp>
      <p:sp>
        <p:nvSpPr>
          <p:cNvPr id="6" name="Rectangle 6">
            <a:extLst>
              <a:ext uri="{FF2B5EF4-FFF2-40B4-BE49-F238E27FC236}">
                <a16:creationId xmlns:a16="http://schemas.microsoft.com/office/drawing/2014/main" id="{6EBF982F-D8D0-C14D-A496-4898955E9633}"/>
              </a:ext>
            </a:extLst>
          </p:cNvPr>
          <p:cNvSpPr>
            <a:spLocks noGrp="1"/>
          </p:cNvSpPr>
          <p:nvPr>
            <p:ph type="sldNum" sz="quarter" idx="12"/>
          </p:nvPr>
        </p:nvSpPr>
        <p:spPr>
          <a:ln/>
        </p:spPr>
        <p:txBody>
          <a:bodyPr/>
          <a:lstStyle>
            <a:lvl1pPr>
              <a:defRPr/>
            </a:lvl1pPr>
          </a:lstStyle>
          <a:p>
            <a:fld id="{7C7D6CB9-F642-CD4F-8AC7-889404BB305C}" type="slidenum">
              <a:rPr lang="zh-CN" altLang="en-US"/>
              <a:pPr/>
              <a:t>‹#›</a:t>
            </a:fld>
            <a:endParaRPr lang="zh-CN" altLang="en-US"/>
          </a:p>
        </p:txBody>
      </p:sp>
    </p:spTree>
    <p:extLst>
      <p:ext uri="{BB962C8B-B14F-4D97-AF65-F5344CB8AC3E}">
        <p14:creationId xmlns:p14="http://schemas.microsoft.com/office/powerpoint/2010/main" val="123973324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0FCE4041-EAAD-E747-B2DC-D8EF1AA5CD35}"/>
              </a:ext>
            </a:extLst>
          </p:cNvPr>
          <p:cNvSpPr>
            <a:spLocks noGrp="1"/>
          </p:cNvSpPr>
          <p:nvPr>
            <p:ph type="dt" sz="half" idx="10"/>
          </p:nvPr>
        </p:nvSpPr>
        <p:spPr>
          <a:ln/>
        </p:spPr>
        <p:txBody>
          <a:bodyPr/>
          <a:lstStyle>
            <a:lvl1pPr>
              <a:defRPr/>
            </a:lvl1pPr>
          </a:lstStyle>
          <a:p>
            <a:endParaRPr lang="en-US" altLang="x-none"/>
          </a:p>
        </p:txBody>
      </p:sp>
      <p:sp>
        <p:nvSpPr>
          <p:cNvPr id="5" name="Rectangle 5">
            <a:extLst>
              <a:ext uri="{FF2B5EF4-FFF2-40B4-BE49-F238E27FC236}">
                <a16:creationId xmlns:a16="http://schemas.microsoft.com/office/drawing/2014/main" id="{75BC9670-E937-6E4C-9E08-AA98A84034C6}"/>
              </a:ext>
            </a:extLst>
          </p:cNvPr>
          <p:cNvSpPr>
            <a:spLocks noGrp="1"/>
          </p:cNvSpPr>
          <p:nvPr>
            <p:ph type="ftr" sz="quarter" idx="11"/>
          </p:nvPr>
        </p:nvSpPr>
        <p:spPr>
          <a:ln/>
        </p:spPr>
        <p:txBody>
          <a:bodyPr/>
          <a:lstStyle>
            <a:lvl1pPr>
              <a:defRPr/>
            </a:lvl1pPr>
          </a:lstStyle>
          <a:p>
            <a:endParaRPr lang="en-US" altLang="x-none"/>
          </a:p>
        </p:txBody>
      </p:sp>
      <p:sp>
        <p:nvSpPr>
          <p:cNvPr id="6" name="Rectangle 6">
            <a:extLst>
              <a:ext uri="{FF2B5EF4-FFF2-40B4-BE49-F238E27FC236}">
                <a16:creationId xmlns:a16="http://schemas.microsoft.com/office/drawing/2014/main" id="{18595E94-DA81-1C49-805D-797F30A0393A}"/>
              </a:ext>
            </a:extLst>
          </p:cNvPr>
          <p:cNvSpPr>
            <a:spLocks noGrp="1"/>
          </p:cNvSpPr>
          <p:nvPr>
            <p:ph type="sldNum" sz="quarter" idx="12"/>
          </p:nvPr>
        </p:nvSpPr>
        <p:spPr>
          <a:ln/>
        </p:spPr>
        <p:txBody>
          <a:bodyPr/>
          <a:lstStyle>
            <a:lvl1pPr>
              <a:defRPr/>
            </a:lvl1pPr>
          </a:lstStyle>
          <a:p>
            <a:fld id="{9D816DEE-2569-5049-B858-C43877C79CAB}" type="slidenum">
              <a:rPr lang="zh-CN" altLang="en-US"/>
              <a:pPr/>
              <a:t>‹#›</a:t>
            </a:fld>
            <a:endParaRPr lang="zh-CN" altLang="en-US"/>
          </a:p>
        </p:txBody>
      </p:sp>
    </p:spTree>
    <p:extLst>
      <p:ext uri="{BB962C8B-B14F-4D97-AF65-F5344CB8AC3E}">
        <p14:creationId xmlns:p14="http://schemas.microsoft.com/office/powerpoint/2010/main" val="106498116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KSO_FD">
            <a:extLst>
              <a:ext uri="{FF2B5EF4-FFF2-40B4-BE49-F238E27FC236}">
                <a16:creationId xmlns:a16="http://schemas.microsoft.com/office/drawing/2014/main" id="{488E8080-F272-0E41-BBB3-527EDCD46F35}"/>
              </a:ext>
            </a:extLst>
          </p:cNvPr>
          <p:cNvSpPr>
            <a:spLocks noGrp="1"/>
          </p:cNvSpPr>
          <p:nvPr>
            <p:ph type="dt" sz="half" idx="10"/>
          </p:nvPr>
        </p:nvSpPr>
        <p:spPr>
          <a:ln/>
        </p:spPr>
        <p:txBody>
          <a:bodyPr/>
          <a:lstStyle>
            <a:lvl1pPr>
              <a:defRPr/>
            </a:lvl1pPr>
          </a:lstStyle>
          <a:p>
            <a:endParaRPr lang="zh-CN" altLang="en-US"/>
          </a:p>
        </p:txBody>
      </p:sp>
      <p:sp>
        <p:nvSpPr>
          <p:cNvPr id="5" name="KSO_FT">
            <a:extLst>
              <a:ext uri="{FF2B5EF4-FFF2-40B4-BE49-F238E27FC236}">
                <a16:creationId xmlns:a16="http://schemas.microsoft.com/office/drawing/2014/main" id="{0BA01E84-2784-E646-8285-DC95043A57EE}"/>
              </a:ext>
            </a:extLst>
          </p:cNvPr>
          <p:cNvSpPr>
            <a:spLocks noGrp="1"/>
          </p:cNvSpPr>
          <p:nvPr>
            <p:ph type="ftr" sz="quarter" idx="11"/>
          </p:nvPr>
        </p:nvSpPr>
        <p:spPr>
          <a:ln/>
        </p:spPr>
        <p:txBody>
          <a:bodyPr/>
          <a:lstStyle>
            <a:lvl1pPr>
              <a:defRPr/>
            </a:lvl1pPr>
          </a:lstStyle>
          <a:p>
            <a:endParaRPr lang="en-US" altLang="x-none"/>
          </a:p>
        </p:txBody>
      </p:sp>
      <p:sp>
        <p:nvSpPr>
          <p:cNvPr id="6" name="KSO_FN">
            <a:extLst>
              <a:ext uri="{FF2B5EF4-FFF2-40B4-BE49-F238E27FC236}">
                <a16:creationId xmlns:a16="http://schemas.microsoft.com/office/drawing/2014/main" id="{6549F29B-6509-A548-8237-5515D2CD46EC}"/>
              </a:ext>
            </a:extLst>
          </p:cNvPr>
          <p:cNvSpPr>
            <a:spLocks noGrp="1"/>
          </p:cNvSpPr>
          <p:nvPr>
            <p:ph type="sldNum" sz="quarter" idx="12"/>
          </p:nvPr>
        </p:nvSpPr>
        <p:spPr>
          <a:ln/>
        </p:spPr>
        <p:txBody>
          <a:bodyPr/>
          <a:lstStyle>
            <a:lvl1pPr>
              <a:defRPr/>
            </a:lvl1pPr>
          </a:lstStyle>
          <a:p>
            <a:fld id="{3B9BDC52-5856-514B-93EC-4A89F91F0835}" type="slidenum">
              <a:rPr lang="zh-CN" altLang="en-US"/>
              <a:pPr/>
              <a:t>‹#›</a:t>
            </a:fld>
            <a:endParaRPr lang="zh-CN" altLang="en-US"/>
          </a:p>
        </p:txBody>
      </p:sp>
    </p:spTree>
    <p:extLst>
      <p:ext uri="{BB962C8B-B14F-4D97-AF65-F5344CB8AC3E}">
        <p14:creationId xmlns:p14="http://schemas.microsoft.com/office/powerpoint/2010/main" val="392624600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KSO_FD">
            <a:extLst>
              <a:ext uri="{FF2B5EF4-FFF2-40B4-BE49-F238E27FC236}">
                <a16:creationId xmlns:a16="http://schemas.microsoft.com/office/drawing/2014/main" id="{EE677C95-8A15-5B4E-A500-8B80E7C116C3}"/>
              </a:ext>
            </a:extLst>
          </p:cNvPr>
          <p:cNvSpPr>
            <a:spLocks noGrp="1"/>
          </p:cNvSpPr>
          <p:nvPr>
            <p:ph type="dt" sz="half" idx="10"/>
          </p:nvPr>
        </p:nvSpPr>
        <p:spPr>
          <a:ln/>
        </p:spPr>
        <p:txBody>
          <a:bodyPr/>
          <a:lstStyle>
            <a:lvl1pPr>
              <a:defRPr/>
            </a:lvl1pPr>
          </a:lstStyle>
          <a:p>
            <a:endParaRPr lang="zh-CN" altLang="en-US"/>
          </a:p>
        </p:txBody>
      </p:sp>
      <p:sp>
        <p:nvSpPr>
          <p:cNvPr id="5" name="KSO_FT">
            <a:extLst>
              <a:ext uri="{FF2B5EF4-FFF2-40B4-BE49-F238E27FC236}">
                <a16:creationId xmlns:a16="http://schemas.microsoft.com/office/drawing/2014/main" id="{C6B23C37-0DFE-D04E-B2FF-812EC3ADE2ED}"/>
              </a:ext>
            </a:extLst>
          </p:cNvPr>
          <p:cNvSpPr>
            <a:spLocks noGrp="1"/>
          </p:cNvSpPr>
          <p:nvPr>
            <p:ph type="ftr" sz="quarter" idx="11"/>
          </p:nvPr>
        </p:nvSpPr>
        <p:spPr>
          <a:ln/>
        </p:spPr>
        <p:txBody>
          <a:bodyPr/>
          <a:lstStyle>
            <a:lvl1pPr>
              <a:defRPr/>
            </a:lvl1pPr>
          </a:lstStyle>
          <a:p>
            <a:endParaRPr lang="en-US" altLang="x-none"/>
          </a:p>
        </p:txBody>
      </p:sp>
      <p:sp>
        <p:nvSpPr>
          <p:cNvPr id="6" name="KSO_FN">
            <a:extLst>
              <a:ext uri="{FF2B5EF4-FFF2-40B4-BE49-F238E27FC236}">
                <a16:creationId xmlns:a16="http://schemas.microsoft.com/office/drawing/2014/main" id="{1B28816C-FF29-4A48-BF51-76C809BA75FC}"/>
              </a:ext>
            </a:extLst>
          </p:cNvPr>
          <p:cNvSpPr>
            <a:spLocks noGrp="1"/>
          </p:cNvSpPr>
          <p:nvPr>
            <p:ph type="sldNum" sz="quarter" idx="12"/>
          </p:nvPr>
        </p:nvSpPr>
        <p:spPr>
          <a:ln/>
        </p:spPr>
        <p:txBody>
          <a:bodyPr/>
          <a:lstStyle>
            <a:lvl1pPr>
              <a:defRPr/>
            </a:lvl1pPr>
          </a:lstStyle>
          <a:p>
            <a:fld id="{D8C3A366-B1E3-E941-BE21-648A8FA09E33}" type="slidenum">
              <a:rPr lang="zh-CN" altLang="en-US"/>
              <a:pPr/>
              <a:t>‹#›</a:t>
            </a:fld>
            <a:endParaRPr lang="zh-CN" altLang="en-US"/>
          </a:p>
        </p:txBody>
      </p:sp>
    </p:spTree>
    <p:extLst>
      <p:ext uri="{BB962C8B-B14F-4D97-AF65-F5344CB8AC3E}">
        <p14:creationId xmlns:p14="http://schemas.microsoft.com/office/powerpoint/2010/main" val="16925640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KSO_FD">
            <a:extLst>
              <a:ext uri="{FF2B5EF4-FFF2-40B4-BE49-F238E27FC236}">
                <a16:creationId xmlns:a16="http://schemas.microsoft.com/office/drawing/2014/main" id="{5F11808E-39D1-1E4A-AFD1-18F73FB1F01B}"/>
              </a:ext>
            </a:extLst>
          </p:cNvPr>
          <p:cNvSpPr>
            <a:spLocks noGrp="1"/>
          </p:cNvSpPr>
          <p:nvPr>
            <p:ph type="dt" sz="half" idx="10"/>
          </p:nvPr>
        </p:nvSpPr>
        <p:spPr>
          <a:ln/>
        </p:spPr>
        <p:txBody>
          <a:bodyPr/>
          <a:lstStyle>
            <a:lvl1pPr>
              <a:defRPr/>
            </a:lvl1pPr>
          </a:lstStyle>
          <a:p>
            <a:endParaRPr lang="zh-CN" altLang="en-US"/>
          </a:p>
        </p:txBody>
      </p:sp>
      <p:sp>
        <p:nvSpPr>
          <p:cNvPr id="5" name="KSO_FT">
            <a:extLst>
              <a:ext uri="{FF2B5EF4-FFF2-40B4-BE49-F238E27FC236}">
                <a16:creationId xmlns:a16="http://schemas.microsoft.com/office/drawing/2014/main" id="{82A9EB4A-046C-EA41-B783-4280118272AB}"/>
              </a:ext>
            </a:extLst>
          </p:cNvPr>
          <p:cNvSpPr>
            <a:spLocks noGrp="1"/>
          </p:cNvSpPr>
          <p:nvPr>
            <p:ph type="ftr" sz="quarter" idx="11"/>
          </p:nvPr>
        </p:nvSpPr>
        <p:spPr>
          <a:ln/>
        </p:spPr>
        <p:txBody>
          <a:bodyPr/>
          <a:lstStyle>
            <a:lvl1pPr>
              <a:defRPr/>
            </a:lvl1pPr>
          </a:lstStyle>
          <a:p>
            <a:endParaRPr lang="en-US" altLang="x-none"/>
          </a:p>
        </p:txBody>
      </p:sp>
      <p:sp>
        <p:nvSpPr>
          <p:cNvPr id="6" name="KSO_FN">
            <a:extLst>
              <a:ext uri="{FF2B5EF4-FFF2-40B4-BE49-F238E27FC236}">
                <a16:creationId xmlns:a16="http://schemas.microsoft.com/office/drawing/2014/main" id="{D9E14D7F-E948-1E47-94ED-5787FD610055}"/>
              </a:ext>
            </a:extLst>
          </p:cNvPr>
          <p:cNvSpPr>
            <a:spLocks noGrp="1"/>
          </p:cNvSpPr>
          <p:nvPr>
            <p:ph type="sldNum" sz="quarter" idx="12"/>
          </p:nvPr>
        </p:nvSpPr>
        <p:spPr>
          <a:ln/>
        </p:spPr>
        <p:txBody>
          <a:bodyPr/>
          <a:lstStyle>
            <a:lvl1pPr>
              <a:defRPr/>
            </a:lvl1pPr>
          </a:lstStyle>
          <a:p>
            <a:fld id="{1F79A02A-E769-7440-A1EB-3D84B6098D4B}" type="slidenum">
              <a:rPr lang="zh-CN" altLang="en-US"/>
              <a:pPr/>
              <a:t>‹#›</a:t>
            </a:fld>
            <a:endParaRPr lang="zh-CN" altLang="en-US"/>
          </a:p>
        </p:txBody>
      </p:sp>
    </p:spTree>
    <p:extLst>
      <p:ext uri="{BB962C8B-B14F-4D97-AF65-F5344CB8AC3E}">
        <p14:creationId xmlns:p14="http://schemas.microsoft.com/office/powerpoint/2010/main" val="150511097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19100" y="1096963"/>
            <a:ext cx="4062841" cy="541337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7772" y="1096963"/>
            <a:ext cx="4062841" cy="541337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KSO_FD">
            <a:extLst>
              <a:ext uri="{FF2B5EF4-FFF2-40B4-BE49-F238E27FC236}">
                <a16:creationId xmlns:a16="http://schemas.microsoft.com/office/drawing/2014/main" id="{DBC766E2-9B7E-724E-909C-628ED0D42B04}"/>
              </a:ext>
            </a:extLst>
          </p:cNvPr>
          <p:cNvSpPr>
            <a:spLocks noGrp="1"/>
          </p:cNvSpPr>
          <p:nvPr>
            <p:ph type="dt" sz="half" idx="10"/>
          </p:nvPr>
        </p:nvSpPr>
        <p:spPr>
          <a:ln/>
        </p:spPr>
        <p:txBody>
          <a:bodyPr/>
          <a:lstStyle>
            <a:lvl1pPr>
              <a:defRPr/>
            </a:lvl1pPr>
          </a:lstStyle>
          <a:p>
            <a:endParaRPr lang="zh-CN" altLang="en-US"/>
          </a:p>
        </p:txBody>
      </p:sp>
      <p:sp>
        <p:nvSpPr>
          <p:cNvPr id="6" name="KSO_FT">
            <a:extLst>
              <a:ext uri="{FF2B5EF4-FFF2-40B4-BE49-F238E27FC236}">
                <a16:creationId xmlns:a16="http://schemas.microsoft.com/office/drawing/2014/main" id="{C062B4F9-D0CD-E742-B9D2-BA91EA615822}"/>
              </a:ext>
            </a:extLst>
          </p:cNvPr>
          <p:cNvSpPr>
            <a:spLocks noGrp="1"/>
          </p:cNvSpPr>
          <p:nvPr>
            <p:ph type="ftr" sz="quarter" idx="11"/>
          </p:nvPr>
        </p:nvSpPr>
        <p:spPr>
          <a:ln/>
        </p:spPr>
        <p:txBody>
          <a:bodyPr/>
          <a:lstStyle>
            <a:lvl1pPr>
              <a:defRPr/>
            </a:lvl1pPr>
          </a:lstStyle>
          <a:p>
            <a:endParaRPr lang="en-US" altLang="x-none"/>
          </a:p>
        </p:txBody>
      </p:sp>
      <p:sp>
        <p:nvSpPr>
          <p:cNvPr id="7" name="KSO_FN">
            <a:extLst>
              <a:ext uri="{FF2B5EF4-FFF2-40B4-BE49-F238E27FC236}">
                <a16:creationId xmlns:a16="http://schemas.microsoft.com/office/drawing/2014/main" id="{729539CC-75EA-A94E-AC5F-06981D6632F6}"/>
              </a:ext>
            </a:extLst>
          </p:cNvPr>
          <p:cNvSpPr>
            <a:spLocks noGrp="1"/>
          </p:cNvSpPr>
          <p:nvPr>
            <p:ph type="sldNum" sz="quarter" idx="12"/>
          </p:nvPr>
        </p:nvSpPr>
        <p:spPr>
          <a:ln/>
        </p:spPr>
        <p:txBody>
          <a:bodyPr/>
          <a:lstStyle>
            <a:lvl1pPr>
              <a:defRPr/>
            </a:lvl1pPr>
          </a:lstStyle>
          <a:p>
            <a:fld id="{6C80F877-4BF3-B741-B8BE-8483D90953CD}" type="slidenum">
              <a:rPr lang="zh-CN" altLang="en-US"/>
              <a:pPr/>
              <a:t>‹#›</a:t>
            </a:fld>
            <a:endParaRPr lang="zh-CN" altLang="en-US"/>
          </a:p>
        </p:txBody>
      </p:sp>
    </p:spTree>
    <p:extLst>
      <p:ext uri="{BB962C8B-B14F-4D97-AF65-F5344CB8AC3E}">
        <p14:creationId xmlns:p14="http://schemas.microsoft.com/office/powerpoint/2010/main" val="1110371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KSO_FD">
            <a:extLst>
              <a:ext uri="{FF2B5EF4-FFF2-40B4-BE49-F238E27FC236}">
                <a16:creationId xmlns:a16="http://schemas.microsoft.com/office/drawing/2014/main" id="{70480E6C-3DE8-A048-A1CE-DBE3397A0D9A}"/>
              </a:ext>
            </a:extLst>
          </p:cNvPr>
          <p:cNvSpPr>
            <a:spLocks noGrp="1"/>
          </p:cNvSpPr>
          <p:nvPr>
            <p:ph type="dt" sz="half" idx="10"/>
          </p:nvPr>
        </p:nvSpPr>
        <p:spPr>
          <a:ln/>
        </p:spPr>
        <p:txBody>
          <a:bodyPr/>
          <a:lstStyle>
            <a:lvl1pPr>
              <a:defRPr/>
            </a:lvl1pPr>
          </a:lstStyle>
          <a:p>
            <a:endParaRPr lang="zh-CN" altLang="en-US"/>
          </a:p>
        </p:txBody>
      </p:sp>
      <p:sp>
        <p:nvSpPr>
          <p:cNvPr id="8" name="KSO_FT">
            <a:extLst>
              <a:ext uri="{FF2B5EF4-FFF2-40B4-BE49-F238E27FC236}">
                <a16:creationId xmlns:a16="http://schemas.microsoft.com/office/drawing/2014/main" id="{96B4C0B3-07AC-1944-9D4C-40FE188D43D1}"/>
              </a:ext>
            </a:extLst>
          </p:cNvPr>
          <p:cNvSpPr>
            <a:spLocks noGrp="1"/>
          </p:cNvSpPr>
          <p:nvPr>
            <p:ph type="ftr" sz="quarter" idx="11"/>
          </p:nvPr>
        </p:nvSpPr>
        <p:spPr>
          <a:ln/>
        </p:spPr>
        <p:txBody>
          <a:bodyPr/>
          <a:lstStyle>
            <a:lvl1pPr>
              <a:defRPr/>
            </a:lvl1pPr>
          </a:lstStyle>
          <a:p>
            <a:endParaRPr lang="en-US" altLang="x-none"/>
          </a:p>
        </p:txBody>
      </p:sp>
      <p:sp>
        <p:nvSpPr>
          <p:cNvPr id="9" name="KSO_FN">
            <a:extLst>
              <a:ext uri="{FF2B5EF4-FFF2-40B4-BE49-F238E27FC236}">
                <a16:creationId xmlns:a16="http://schemas.microsoft.com/office/drawing/2014/main" id="{FE7913FA-9F43-254B-A023-C90278DE017B}"/>
              </a:ext>
            </a:extLst>
          </p:cNvPr>
          <p:cNvSpPr>
            <a:spLocks noGrp="1"/>
          </p:cNvSpPr>
          <p:nvPr>
            <p:ph type="sldNum" sz="quarter" idx="12"/>
          </p:nvPr>
        </p:nvSpPr>
        <p:spPr>
          <a:ln/>
        </p:spPr>
        <p:txBody>
          <a:bodyPr/>
          <a:lstStyle>
            <a:lvl1pPr>
              <a:defRPr/>
            </a:lvl1pPr>
          </a:lstStyle>
          <a:p>
            <a:fld id="{5B5D5165-FBD3-0040-8447-F09EDA024FFF}" type="slidenum">
              <a:rPr lang="zh-CN" altLang="en-US"/>
              <a:pPr/>
              <a:t>‹#›</a:t>
            </a:fld>
            <a:endParaRPr lang="zh-CN" altLang="en-US"/>
          </a:p>
        </p:txBody>
      </p:sp>
    </p:spTree>
    <p:extLst>
      <p:ext uri="{BB962C8B-B14F-4D97-AF65-F5344CB8AC3E}">
        <p14:creationId xmlns:p14="http://schemas.microsoft.com/office/powerpoint/2010/main" val="24624497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KSO_FD">
            <a:extLst>
              <a:ext uri="{FF2B5EF4-FFF2-40B4-BE49-F238E27FC236}">
                <a16:creationId xmlns:a16="http://schemas.microsoft.com/office/drawing/2014/main" id="{53D4C665-59FB-3348-B657-6B06CE4D9BD6}"/>
              </a:ext>
            </a:extLst>
          </p:cNvPr>
          <p:cNvSpPr>
            <a:spLocks noGrp="1"/>
          </p:cNvSpPr>
          <p:nvPr>
            <p:ph type="dt" sz="half" idx="10"/>
          </p:nvPr>
        </p:nvSpPr>
        <p:spPr>
          <a:ln/>
        </p:spPr>
        <p:txBody>
          <a:bodyPr/>
          <a:lstStyle>
            <a:lvl1pPr>
              <a:defRPr/>
            </a:lvl1pPr>
          </a:lstStyle>
          <a:p>
            <a:endParaRPr lang="zh-CN" altLang="en-US"/>
          </a:p>
        </p:txBody>
      </p:sp>
      <p:sp>
        <p:nvSpPr>
          <p:cNvPr id="4" name="KSO_FT">
            <a:extLst>
              <a:ext uri="{FF2B5EF4-FFF2-40B4-BE49-F238E27FC236}">
                <a16:creationId xmlns:a16="http://schemas.microsoft.com/office/drawing/2014/main" id="{FE587D7B-26B7-6845-A1F1-A5A062ECEAF9}"/>
              </a:ext>
            </a:extLst>
          </p:cNvPr>
          <p:cNvSpPr>
            <a:spLocks noGrp="1"/>
          </p:cNvSpPr>
          <p:nvPr>
            <p:ph type="ftr" sz="quarter" idx="11"/>
          </p:nvPr>
        </p:nvSpPr>
        <p:spPr>
          <a:ln/>
        </p:spPr>
        <p:txBody>
          <a:bodyPr/>
          <a:lstStyle>
            <a:lvl1pPr>
              <a:defRPr/>
            </a:lvl1pPr>
          </a:lstStyle>
          <a:p>
            <a:endParaRPr lang="en-US" altLang="x-none"/>
          </a:p>
        </p:txBody>
      </p:sp>
      <p:sp>
        <p:nvSpPr>
          <p:cNvPr id="5" name="KSO_FN">
            <a:extLst>
              <a:ext uri="{FF2B5EF4-FFF2-40B4-BE49-F238E27FC236}">
                <a16:creationId xmlns:a16="http://schemas.microsoft.com/office/drawing/2014/main" id="{8261CC4D-BA84-664B-B1AE-D8EC23F9ED20}"/>
              </a:ext>
            </a:extLst>
          </p:cNvPr>
          <p:cNvSpPr>
            <a:spLocks noGrp="1"/>
          </p:cNvSpPr>
          <p:nvPr>
            <p:ph type="sldNum" sz="quarter" idx="12"/>
          </p:nvPr>
        </p:nvSpPr>
        <p:spPr>
          <a:ln/>
        </p:spPr>
        <p:txBody>
          <a:bodyPr/>
          <a:lstStyle>
            <a:lvl1pPr>
              <a:defRPr/>
            </a:lvl1pPr>
          </a:lstStyle>
          <a:p>
            <a:fld id="{A2D1F979-3AB1-714D-9635-C9CC772DEE5D}" type="slidenum">
              <a:rPr lang="zh-CN" altLang="en-US"/>
              <a:pPr/>
              <a:t>‹#›</a:t>
            </a:fld>
            <a:endParaRPr lang="zh-CN" altLang="en-US"/>
          </a:p>
        </p:txBody>
      </p:sp>
    </p:spTree>
    <p:extLst>
      <p:ext uri="{BB962C8B-B14F-4D97-AF65-F5344CB8AC3E}">
        <p14:creationId xmlns:p14="http://schemas.microsoft.com/office/powerpoint/2010/main" val="235118630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KSO_FD">
            <a:extLst>
              <a:ext uri="{FF2B5EF4-FFF2-40B4-BE49-F238E27FC236}">
                <a16:creationId xmlns:a16="http://schemas.microsoft.com/office/drawing/2014/main" id="{594F58D9-7118-4A45-9893-F899CF0A5B1C}"/>
              </a:ext>
            </a:extLst>
          </p:cNvPr>
          <p:cNvSpPr>
            <a:spLocks noGrp="1"/>
          </p:cNvSpPr>
          <p:nvPr>
            <p:ph type="dt" sz="half" idx="10"/>
          </p:nvPr>
        </p:nvSpPr>
        <p:spPr>
          <a:ln/>
        </p:spPr>
        <p:txBody>
          <a:bodyPr/>
          <a:lstStyle>
            <a:lvl1pPr>
              <a:defRPr/>
            </a:lvl1pPr>
          </a:lstStyle>
          <a:p>
            <a:endParaRPr lang="zh-CN" altLang="en-US"/>
          </a:p>
        </p:txBody>
      </p:sp>
      <p:sp>
        <p:nvSpPr>
          <p:cNvPr id="3" name="KSO_FT">
            <a:extLst>
              <a:ext uri="{FF2B5EF4-FFF2-40B4-BE49-F238E27FC236}">
                <a16:creationId xmlns:a16="http://schemas.microsoft.com/office/drawing/2014/main" id="{C528E1F2-6CAD-A544-8EC8-8BAF2443F894}"/>
              </a:ext>
            </a:extLst>
          </p:cNvPr>
          <p:cNvSpPr>
            <a:spLocks noGrp="1"/>
          </p:cNvSpPr>
          <p:nvPr>
            <p:ph type="ftr" sz="quarter" idx="11"/>
          </p:nvPr>
        </p:nvSpPr>
        <p:spPr>
          <a:ln/>
        </p:spPr>
        <p:txBody>
          <a:bodyPr/>
          <a:lstStyle>
            <a:lvl1pPr>
              <a:defRPr/>
            </a:lvl1pPr>
          </a:lstStyle>
          <a:p>
            <a:endParaRPr lang="en-US" altLang="x-none"/>
          </a:p>
        </p:txBody>
      </p:sp>
      <p:sp>
        <p:nvSpPr>
          <p:cNvPr id="4" name="KSO_FN">
            <a:extLst>
              <a:ext uri="{FF2B5EF4-FFF2-40B4-BE49-F238E27FC236}">
                <a16:creationId xmlns:a16="http://schemas.microsoft.com/office/drawing/2014/main" id="{BFFBFCDC-1CCD-894E-8A9C-BB04ED4149DE}"/>
              </a:ext>
            </a:extLst>
          </p:cNvPr>
          <p:cNvSpPr>
            <a:spLocks noGrp="1"/>
          </p:cNvSpPr>
          <p:nvPr>
            <p:ph type="sldNum" sz="quarter" idx="12"/>
          </p:nvPr>
        </p:nvSpPr>
        <p:spPr>
          <a:ln/>
        </p:spPr>
        <p:txBody>
          <a:bodyPr/>
          <a:lstStyle>
            <a:lvl1pPr>
              <a:defRPr/>
            </a:lvl1pPr>
          </a:lstStyle>
          <a:p>
            <a:fld id="{D86BAC55-67BA-2946-ABCC-E6AA9D122143}" type="slidenum">
              <a:rPr lang="zh-CN" altLang="en-US"/>
              <a:pPr/>
              <a:t>‹#›</a:t>
            </a:fld>
            <a:endParaRPr lang="zh-CN" altLang="en-US"/>
          </a:p>
        </p:txBody>
      </p:sp>
    </p:spTree>
    <p:extLst>
      <p:ext uri="{BB962C8B-B14F-4D97-AF65-F5344CB8AC3E}">
        <p14:creationId xmlns:p14="http://schemas.microsoft.com/office/powerpoint/2010/main" val="334930415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KSO_FD">
            <a:extLst>
              <a:ext uri="{FF2B5EF4-FFF2-40B4-BE49-F238E27FC236}">
                <a16:creationId xmlns:a16="http://schemas.microsoft.com/office/drawing/2014/main" id="{761A2DF0-31C6-8345-AD14-5814D08AF7F8}"/>
              </a:ext>
            </a:extLst>
          </p:cNvPr>
          <p:cNvSpPr>
            <a:spLocks noGrp="1"/>
          </p:cNvSpPr>
          <p:nvPr>
            <p:ph type="dt" sz="half" idx="10"/>
          </p:nvPr>
        </p:nvSpPr>
        <p:spPr>
          <a:ln/>
        </p:spPr>
        <p:txBody>
          <a:bodyPr/>
          <a:lstStyle>
            <a:lvl1pPr>
              <a:defRPr/>
            </a:lvl1pPr>
          </a:lstStyle>
          <a:p>
            <a:endParaRPr lang="zh-CN" altLang="en-US"/>
          </a:p>
        </p:txBody>
      </p:sp>
      <p:sp>
        <p:nvSpPr>
          <p:cNvPr id="6" name="KSO_FT">
            <a:extLst>
              <a:ext uri="{FF2B5EF4-FFF2-40B4-BE49-F238E27FC236}">
                <a16:creationId xmlns:a16="http://schemas.microsoft.com/office/drawing/2014/main" id="{EAF37740-BEC4-3148-AA2C-ECAD3C29D36D}"/>
              </a:ext>
            </a:extLst>
          </p:cNvPr>
          <p:cNvSpPr>
            <a:spLocks noGrp="1"/>
          </p:cNvSpPr>
          <p:nvPr>
            <p:ph type="ftr" sz="quarter" idx="11"/>
          </p:nvPr>
        </p:nvSpPr>
        <p:spPr>
          <a:ln/>
        </p:spPr>
        <p:txBody>
          <a:bodyPr/>
          <a:lstStyle>
            <a:lvl1pPr>
              <a:defRPr/>
            </a:lvl1pPr>
          </a:lstStyle>
          <a:p>
            <a:endParaRPr lang="en-US" altLang="x-none"/>
          </a:p>
        </p:txBody>
      </p:sp>
      <p:sp>
        <p:nvSpPr>
          <p:cNvPr id="7" name="KSO_FN">
            <a:extLst>
              <a:ext uri="{FF2B5EF4-FFF2-40B4-BE49-F238E27FC236}">
                <a16:creationId xmlns:a16="http://schemas.microsoft.com/office/drawing/2014/main" id="{22B83808-649A-A649-8C1A-B9F5F44E96BC}"/>
              </a:ext>
            </a:extLst>
          </p:cNvPr>
          <p:cNvSpPr>
            <a:spLocks noGrp="1"/>
          </p:cNvSpPr>
          <p:nvPr>
            <p:ph type="sldNum" sz="quarter" idx="12"/>
          </p:nvPr>
        </p:nvSpPr>
        <p:spPr>
          <a:ln/>
        </p:spPr>
        <p:txBody>
          <a:bodyPr/>
          <a:lstStyle>
            <a:lvl1pPr>
              <a:defRPr/>
            </a:lvl1pPr>
          </a:lstStyle>
          <a:p>
            <a:fld id="{E7ADF399-4203-C74E-AC97-09D50C445D14}" type="slidenum">
              <a:rPr lang="zh-CN" altLang="en-US"/>
              <a:pPr/>
              <a:t>‹#›</a:t>
            </a:fld>
            <a:endParaRPr lang="zh-CN" altLang="en-US"/>
          </a:p>
        </p:txBody>
      </p:sp>
    </p:spTree>
    <p:extLst>
      <p:ext uri="{BB962C8B-B14F-4D97-AF65-F5344CB8AC3E}">
        <p14:creationId xmlns:p14="http://schemas.microsoft.com/office/powerpoint/2010/main" val="5919589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KSO_FD">
            <a:extLst>
              <a:ext uri="{FF2B5EF4-FFF2-40B4-BE49-F238E27FC236}">
                <a16:creationId xmlns:a16="http://schemas.microsoft.com/office/drawing/2014/main" id="{B3B375C2-1CFE-884A-A2A4-724B66A134E2}"/>
              </a:ext>
            </a:extLst>
          </p:cNvPr>
          <p:cNvSpPr>
            <a:spLocks noGrp="1"/>
          </p:cNvSpPr>
          <p:nvPr>
            <p:ph type="dt" sz="half" idx="10"/>
          </p:nvPr>
        </p:nvSpPr>
        <p:spPr>
          <a:ln/>
        </p:spPr>
        <p:txBody>
          <a:bodyPr/>
          <a:lstStyle>
            <a:lvl1pPr>
              <a:defRPr/>
            </a:lvl1pPr>
          </a:lstStyle>
          <a:p>
            <a:endParaRPr lang="zh-CN" altLang="en-US"/>
          </a:p>
        </p:txBody>
      </p:sp>
      <p:sp>
        <p:nvSpPr>
          <p:cNvPr id="6" name="KSO_FT">
            <a:extLst>
              <a:ext uri="{FF2B5EF4-FFF2-40B4-BE49-F238E27FC236}">
                <a16:creationId xmlns:a16="http://schemas.microsoft.com/office/drawing/2014/main" id="{383402D5-32B8-C644-A5AB-0A75CB443EB6}"/>
              </a:ext>
            </a:extLst>
          </p:cNvPr>
          <p:cNvSpPr>
            <a:spLocks noGrp="1"/>
          </p:cNvSpPr>
          <p:nvPr>
            <p:ph type="ftr" sz="quarter" idx="11"/>
          </p:nvPr>
        </p:nvSpPr>
        <p:spPr>
          <a:ln/>
        </p:spPr>
        <p:txBody>
          <a:bodyPr/>
          <a:lstStyle>
            <a:lvl1pPr>
              <a:defRPr/>
            </a:lvl1pPr>
          </a:lstStyle>
          <a:p>
            <a:endParaRPr lang="en-US" altLang="x-none"/>
          </a:p>
        </p:txBody>
      </p:sp>
      <p:sp>
        <p:nvSpPr>
          <p:cNvPr id="7" name="KSO_FN">
            <a:extLst>
              <a:ext uri="{FF2B5EF4-FFF2-40B4-BE49-F238E27FC236}">
                <a16:creationId xmlns:a16="http://schemas.microsoft.com/office/drawing/2014/main" id="{8E8E7A81-4287-2944-841C-BAC355897DD5}"/>
              </a:ext>
            </a:extLst>
          </p:cNvPr>
          <p:cNvSpPr>
            <a:spLocks noGrp="1"/>
          </p:cNvSpPr>
          <p:nvPr>
            <p:ph type="sldNum" sz="quarter" idx="12"/>
          </p:nvPr>
        </p:nvSpPr>
        <p:spPr>
          <a:ln/>
        </p:spPr>
        <p:txBody>
          <a:bodyPr/>
          <a:lstStyle>
            <a:lvl1pPr>
              <a:defRPr/>
            </a:lvl1pPr>
          </a:lstStyle>
          <a:p>
            <a:fld id="{2ED05739-EAF9-F34B-9465-39614EF585F1}" type="slidenum">
              <a:rPr lang="zh-CN" altLang="en-US"/>
              <a:pPr/>
              <a:t>‹#›</a:t>
            </a:fld>
            <a:endParaRPr lang="zh-CN" altLang="en-US"/>
          </a:p>
        </p:txBody>
      </p:sp>
    </p:spTree>
    <p:extLst>
      <p:ext uri="{BB962C8B-B14F-4D97-AF65-F5344CB8AC3E}">
        <p14:creationId xmlns:p14="http://schemas.microsoft.com/office/powerpoint/2010/main" val="337006294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KSO_FD">
            <a:extLst>
              <a:ext uri="{FF2B5EF4-FFF2-40B4-BE49-F238E27FC236}">
                <a16:creationId xmlns:a16="http://schemas.microsoft.com/office/drawing/2014/main" id="{9EE8EABB-3345-9443-B4B1-4B1AE0B3A976}"/>
              </a:ext>
            </a:extLst>
          </p:cNvPr>
          <p:cNvSpPr>
            <a:spLocks noGrp="1"/>
          </p:cNvSpPr>
          <p:nvPr>
            <p:ph type="dt" sz="half" idx="10"/>
          </p:nvPr>
        </p:nvSpPr>
        <p:spPr>
          <a:ln/>
        </p:spPr>
        <p:txBody>
          <a:bodyPr/>
          <a:lstStyle>
            <a:lvl1pPr>
              <a:defRPr/>
            </a:lvl1pPr>
          </a:lstStyle>
          <a:p>
            <a:endParaRPr lang="zh-CN" altLang="en-US"/>
          </a:p>
        </p:txBody>
      </p:sp>
      <p:sp>
        <p:nvSpPr>
          <p:cNvPr id="5" name="KSO_FT">
            <a:extLst>
              <a:ext uri="{FF2B5EF4-FFF2-40B4-BE49-F238E27FC236}">
                <a16:creationId xmlns:a16="http://schemas.microsoft.com/office/drawing/2014/main" id="{101494FB-7732-E649-BD1B-0C611667892A}"/>
              </a:ext>
            </a:extLst>
          </p:cNvPr>
          <p:cNvSpPr>
            <a:spLocks noGrp="1"/>
          </p:cNvSpPr>
          <p:nvPr>
            <p:ph type="ftr" sz="quarter" idx="11"/>
          </p:nvPr>
        </p:nvSpPr>
        <p:spPr>
          <a:ln/>
        </p:spPr>
        <p:txBody>
          <a:bodyPr/>
          <a:lstStyle>
            <a:lvl1pPr>
              <a:defRPr/>
            </a:lvl1pPr>
          </a:lstStyle>
          <a:p>
            <a:endParaRPr lang="en-US" altLang="x-none"/>
          </a:p>
        </p:txBody>
      </p:sp>
      <p:sp>
        <p:nvSpPr>
          <p:cNvPr id="6" name="KSO_FN">
            <a:extLst>
              <a:ext uri="{FF2B5EF4-FFF2-40B4-BE49-F238E27FC236}">
                <a16:creationId xmlns:a16="http://schemas.microsoft.com/office/drawing/2014/main" id="{25C06064-887B-FE47-9839-D9ABD47813A9}"/>
              </a:ext>
            </a:extLst>
          </p:cNvPr>
          <p:cNvSpPr>
            <a:spLocks noGrp="1"/>
          </p:cNvSpPr>
          <p:nvPr>
            <p:ph type="sldNum" sz="quarter" idx="12"/>
          </p:nvPr>
        </p:nvSpPr>
        <p:spPr>
          <a:ln/>
        </p:spPr>
        <p:txBody>
          <a:bodyPr/>
          <a:lstStyle>
            <a:lvl1pPr>
              <a:defRPr/>
            </a:lvl1pPr>
          </a:lstStyle>
          <a:p>
            <a:fld id="{3CBB8919-E86D-6047-B260-7C21D0C40B2A}" type="slidenum">
              <a:rPr lang="zh-CN" altLang="en-US"/>
              <a:pPr/>
              <a:t>‹#›</a:t>
            </a:fld>
            <a:endParaRPr lang="zh-CN" altLang="en-US"/>
          </a:p>
        </p:txBody>
      </p:sp>
    </p:spTree>
    <p:extLst>
      <p:ext uri="{BB962C8B-B14F-4D97-AF65-F5344CB8AC3E}">
        <p14:creationId xmlns:p14="http://schemas.microsoft.com/office/powerpoint/2010/main" val="91058502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7735" y="182563"/>
            <a:ext cx="2072878" cy="632777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19100" y="182563"/>
            <a:ext cx="6098468" cy="632777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KSO_FD">
            <a:extLst>
              <a:ext uri="{FF2B5EF4-FFF2-40B4-BE49-F238E27FC236}">
                <a16:creationId xmlns:a16="http://schemas.microsoft.com/office/drawing/2014/main" id="{7CB4939C-9D10-4749-BC38-9D3FBED9A212}"/>
              </a:ext>
            </a:extLst>
          </p:cNvPr>
          <p:cNvSpPr>
            <a:spLocks noGrp="1"/>
          </p:cNvSpPr>
          <p:nvPr>
            <p:ph type="dt" sz="half" idx="10"/>
          </p:nvPr>
        </p:nvSpPr>
        <p:spPr>
          <a:ln/>
        </p:spPr>
        <p:txBody>
          <a:bodyPr/>
          <a:lstStyle>
            <a:lvl1pPr>
              <a:defRPr/>
            </a:lvl1pPr>
          </a:lstStyle>
          <a:p>
            <a:endParaRPr lang="zh-CN" altLang="en-US"/>
          </a:p>
        </p:txBody>
      </p:sp>
      <p:sp>
        <p:nvSpPr>
          <p:cNvPr id="5" name="KSO_FT">
            <a:extLst>
              <a:ext uri="{FF2B5EF4-FFF2-40B4-BE49-F238E27FC236}">
                <a16:creationId xmlns:a16="http://schemas.microsoft.com/office/drawing/2014/main" id="{8C6E1432-61A1-CF47-AABB-86810491653A}"/>
              </a:ext>
            </a:extLst>
          </p:cNvPr>
          <p:cNvSpPr>
            <a:spLocks noGrp="1"/>
          </p:cNvSpPr>
          <p:nvPr>
            <p:ph type="ftr" sz="quarter" idx="11"/>
          </p:nvPr>
        </p:nvSpPr>
        <p:spPr>
          <a:ln/>
        </p:spPr>
        <p:txBody>
          <a:bodyPr/>
          <a:lstStyle>
            <a:lvl1pPr>
              <a:defRPr/>
            </a:lvl1pPr>
          </a:lstStyle>
          <a:p>
            <a:endParaRPr lang="en-US" altLang="x-none"/>
          </a:p>
        </p:txBody>
      </p:sp>
      <p:sp>
        <p:nvSpPr>
          <p:cNvPr id="6" name="KSO_FN">
            <a:extLst>
              <a:ext uri="{FF2B5EF4-FFF2-40B4-BE49-F238E27FC236}">
                <a16:creationId xmlns:a16="http://schemas.microsoft.com/office/drawing/2014/main" id="{F52254C6-0CE1-5640-9AFE-D00FC8CD922E}"/>
              </a:ext>
            </a:extLst>
          </p:cNvPr>
          <p:cNvSpPr>
            <a:spLocks noGrp="1"/>
          </p:cNvSpPr>
          <p:nvPr>
            <p:ph type="sldNum" sz="quarter" idx="12"/>
          </p:nvPr>
        </p:nvSpPr>
        <p:spPr>
          <a:ln/>
        </p:spPr>
        <p:txBody>
          <a:bodyPr/>
          <a:lstStyle>
            <a:lvl1pPr>
              <a:defRPr/>
            </a:lvl1pPr>
          </a:lstStyle>
          <a:p>
            <a:fld id="{BFC54DB0-0C09-FA45-9FB2-4F918616BC60}" type="slidenum">
              <a:rPr lang="zh-CN" altLang="en-US"/>
              <a:pPr/>
              <a:t>‹#›</a:t>
            </a:fld>
            <a:endParaRPr lang="zh-CN" altLang="en-US"/>
          </a:p>
        </p:txBody>
      </p:sp>
    </p:spTree>
    <p:extLst>
      <p:ext uri="{BB962C8B-B14F-4D97-AF65-F5344CB8AC3E}">
        <p14:creationId xmlns:p14="http://schemas.microsoft.com/office/powerpoint/2010/main" val="4178234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jpe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44545F7-9530-9E43-8EC1-6BFAB217BFC1}"/>
              </a:ext>
            </a:extLst>
          </p:cNvPr>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1177F6EB-40C3-7F40-A675-DD906C0C093F}"/>
              </a:ext>
            </a:extLst>
          </p:cNvPr>
          <p:cNvSpPr>
            <a:spLocks noGrp="1" noChangeArrowheads="1"/>
          </p:cNvSpPr>
          <p:nvPr>
            <p:ph type="body" idx="4294967295"/>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24509459-307B-424C-B4B5-74D28520D261}"/>
              </a:ext>
            </a:extLst>
          </p:cNvPr>
          <p:cNvSpPr>
            <a:spLocks noGrp="1"/>
          </p:cNvSpPr>
          <p:nvPr>
            <p:ph type="dt" sz="half"/>
          </p:nvPr>
        </p:nvSpPr>
        <p:spPr>
          <a:xfrm>
            <a:off x="457200" y="6245225"/>
            <a:ext cx="2133600" cy="476250"/>
          </a:xfrm>
          <a:prstGeom prst="rect">
            <a:avLst/>
          </a:prstGeom>
          <a:noFill/>
          <a:ln w="9525">
            <a:noFill/>
            <a:miter/>
          </a:ln>
        </p:spPr>
        <p:txBody>
          <a:bodyPr anchor="t"/>
          <a:lstStyle>
            <a:lvl1pPr>
              <a:defRPr sz="900" noProof="1" dirty="0">
                <a:latin typeface="微软雅黑" pitchFamily="2" charset="-122"/>
              </a:defRPr>
            </a:lvl1pPr>
          </a:lstStyle>
          <a:p>
            <a:endParaRPr lang="en-US" altLang="x-none"/>
          </a:p>
        </p:txBody>
      </p:sp>
      <p:sp>
        <p:nvSpPr>
          <p:cNvPr id="5" name="Rectangle 5">
            <a:extLst>
              <a:ext uri="{FF2B5EF4-FFF2-40B4-BE49-F238E27FC236}">
                <a16:creationId xmlns:a16="http://schemas.microsoft.com/office/drawing/2014/main" id="{EF827C81-6D26-CA49-AA49-B7B419030487}"/>
              </a:ext>
            </a:extLst>
          </p:cNvPr>
          <p:cNvSpPr>
            <a:spLocks noGrp="1"/>
          </p:cNvSpPr>
          <p:nvPr>
            <p:ph type="ftr" sz="quarter"/>
          </p:nvPr>
        </p:nvSpPr>
        <p:spPr>
          <a:xfrm>
            <a:off x="3124200" y="6245225"/>
            <a:ext cx="2895600" cy="476250"/>
          </a:xfrm>
          <a:prstGeom prst="rect">
            <a:avLst/>
          </a:prstGeom>
          <a:noFill/>
          <a:ln w="9525">
            <a:noFill/>
            <a:miter/>
          </a:ln>
        </p:spPr>
        <p:txBody>
          <a:bodyPr anchor="t"/>
          <a:lstStyle>
            <a:lvl1pPr algn="ctr">
              <a:defRPr sz="900" noProof="1" dirty="0">
                <a:latin typeface="微软雅黑" pitchFamily="2" charset="-122"/>
              </a:defRPr>
            </a:lvl1pPr>
          </a:lstStyle>
          <a:p>
            <a:endParaRPr lang="en-US" altLang="x-none"/>
          </a:p>
        </p:txBody>
      </p:sp>
      <p:sp>
        <p:nvSpPr>
          <p:cNvPr id="6" name="Rectangle 6">
            <a:extLst>
              <a:ext uri="{FF2B5EF4-FFF2-40B4-BE49-F238E27FC236}">
                <a16:creationId xmlns:a16="http://schemas.microsoft.com/office/drawing/2014/main" id="{8281C778-3662-214A-85C7-DDEF7D2BF086}"/>
              </a:ext>
            </a:extLst>
          </p:cNvPr>
          <p:cNvSpPr>
            <a:spLocks noGrp="1"/>
          </p:cNvSpPr>
          <p:nvPr>
            <p:ph type="sldNum" sz="quarter"/>
          </p:nvPr>
        </p:nvSpPr>
        <p:spPr>
          <a:xfrm>
            <a:off x="6553200" y="6245225"/>
            <a:ext cx="2133600" cy="476250"/>
          </a:xfrm>
          <a:prstGeom prst="rect">
            <a:avLst/>
          </a:prstGeom>
          <a:noFill/>
          <a:ln w="9525">
            <a:noFill/>
            <a:miter/>
          </a:ln>
        </p:spPr>
        <p:txBody>
          <a:bodyPr anchor="t"/>
          <a:lstStyle>
            <a:lvl1pPr algn="r">
              <a:defRPr sz="900" noProof="1" dirty="0">
                <a:latin typeface="微软雅黑" pitchFamily="2" charset="-122"/>
                <a:ea typeface="微软雅黑" pitchFamily="2" charset="-122"/>
                <a:cs typeface="+mn-ea"/>
              </a:defRPr>
            </a:lvl1pPr>
          </a:lstStyle>
          <a:p>
            <a:fld id="{3EC26BAB-D43D-264C-B800-2A2CDC1ABB26}" type="slidenum">
              <a:rPr lang="zh-CN" altLang="en-US"/>
              <a:pPr/>
              <a:t>‹#›</a:t>
            </a:fld>
            <a:endParaRPr lang="zh-CN" altLang="en-US">
              <a:cs typeface="+mn-cs"/>
            </a:endParaRPr>
          </a:p>
        </p:txBody>
      </p:sp>
    </p:spTree>
  </p:cSld>
  <p:clrMap bg1="lt1" tx1="dk1" bg2="lt2" tx2="dk2" accent1="accent1" accent2="accent2" accent3="accent3" accent4="accent4" accent5="accent5" accent6="accent6" hlink="hlink" folHlink="folHlink"/>
  <p:sldLayoutIdLst>
    <p:sldLayoutId id="2147483732" r:id="rId1"/>
    <p:sldLayoutId id="2147483731" r:id="rId2"/>
    <p:sldLayoutId id="2147483730" r:id="rId3"/>
    <p:sldLayoutId id="2147483729" r:id="rId4"/>
    <p:sldLayoutId id="2147483728" r:id="rId5"/>
    <p:sldLayoutId id="2147483727" r:id="rId6"/>
    <p:sldLayoutId id="2147483726" r:id="rId7"/>
    <p:sldLayoutId id="2147483725" r:id="rId8"/>
    <p:sldLayoutId id="2147483724" r:id="rId9"/>
    <p:sldLayoutId id="2147483723" r:id="rId10"/>
    <p:sldLayoutId id="2147483722" r:id="rId11"/>
  </p:sldLayoutIdLst>
  <p:txStyles>
    <p:titleStyle>
      <a:lvl1pPr algn="ctr" rtl="0" eaLnBrk="0" fontAlgn="base" hangingPunct="0">
        <a:spcBef>
          <a:spcPct val="0"/>
        </a:spcBef>
        <a:spcAft>
          <a:spcPct val="0"/>
        </a:spcAft>
        <a:defRPr sz="3200" kern="1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2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2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200">
          <a:solidFill>
            <a:schemeClr val="tx2"/>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3200">
          <a:solidFill>
            <a:schemeClr val="tx2"/>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3200">
          <a:solidFill>
            <a:schemeClr val="tx2"/>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3200">
          <a:solidFill>
            <a:schemeClr val="tx2"/>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32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16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14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14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14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14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14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1400" b="0" i="0" u="none" kern="1200" baseline="0">
          <a:solidFill>
            <a:schemeClr val="tx1"/>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AFC71616-BF8D-D54E-A4EA-81B0611ABA13}"/>
              </a:ext>
            </a:extLst>
          </p:cNvPr>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Rectangle 3">
            <a:extLst>
              <a:ext uri="{FF2B5EF4-FFF2-40B4-BE49-F238E27FC236}">
                <a16:creationId xmlns:a16="http://schemas.microsoft.com/office/drawing/2014/main" id="{91AE3133-5D99-D74B-A3AD-AB7B31FD1C14}"/>
              </a:ext>
            </a:extLst>
          </p:cNvPr>
          <p:cNvSpPr>
            <a:spLocks noGrp="1" noChangeArrowheads="1"/>
          </p:cNvSpPr>
          <p:nvPr>
            <p:ph type="body" idx="4294967295"/>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C4CFA568-45FA-E542-B6AB-976859176B5F}"/>
              </a:ext>
            </a:extLst>
          </p:cNvPr>
          <p:cNvSpPr>
            <a:spLocks noGrp="1"/>
          </p:cNvSpPr>
          <p:nvPr>
            <p:ph type="dt" sz="half"/>
          </p:nvPr>
        </p:nvSpPr>
        <p:spPr>
          <a:xfrm>
            <a:off x="457200" y="6245225"/>
            <a:ext cx="2133600" cy="476250"/>
          </a:xfrm>
          <a:prstGeom prst="rect">
            <a:avLst/>
          </a:prstGeom>
          <a:noFill/>
          <a:ln w="9525">
            <a:noFill/>
            <a:miter/>
          </a:ln>
        </p:spPr>
        <p:txBody>
          <a:bodyPr anchor="t"/>
          <a:lstStyle>
            <a:lvl1pPr>
              <a:defRPr sz="1400" noProof="1" dirty="0">
                <a:latin typeface="Arial" charset="0"/>
                <a:ea typeface="宋体" charset="-122"/>
              </a:defRPr>
            </a:lvl1pPr>
          </a:lstStyle>
          <a:p>
            <a:endParaRPr lang="en-US" altLang="x-none"/>
          </a:p>
        </p:txBody>
      </p:sp>
      <p:sp>
        <p:nvSpPr>
          <p:cNvPr id="5" name="Rectangle 5">
            <a:extLst>
              <a:ext uri="{FF2B5EF4-FFF2-40B4-BE49-F238E27FC236}">
                <a16:creationId xmlns:a16="http://schemas.microsoft.com/office/drawing/2014/main" id="{BAFFB341-F064-0A46-9BB4-B535511DAD5B}"/>
              </a:ext>
            </a:extLst>
          </p:cNvPr>
          <p:cNvSpPr>
            <a:spLocks noGrp="1"/>
          </p:cNvSpPr>
          <p:nvPr>
            <p:ph type="ftr" sz="quarter"/>
          </p:nvPr>
        </p:nvSpPr>
        <p:spPr>
          <a:xfrm>
            <a:off x="3124200" y="6245225"/>
            <a:ext cx="2895600" cy="476250"/>
          </a:xfrm>
          <a:prstGeom prst="rect">
            <a:avLst/>
          </a:prstGeom>
          <a:noFill/>
          <a:ln w="9525">
            <a:noFill/>
            <a:miter/>
          </a:ln>
        </p:spPr>
        <p:txBody>
          <a:bodyPr anchor="t"/>
          <a:lstStyle>
            <a:lvl1pPr algn="ctr">
              <a:defRPr sz="1400" noProof="1" dirty="0">
                <a:latin typeface="Arial" charset="0"/>
                <a:ea typeface="宋体" charset="-122"/>
              </a:defRPr>
            </a:lvl1pPr>
          </a:lstStyle>
          <a:p>
            <a:endParaRPr lang="en-US" altLang="x-none"/>
          </a:p>
        </p:txBody>
      </p:sp>
      <p:sp>
        <p:nvSpPr>
          <p:cNvPr id="6" name="Rectangle 6">
            <a:extLst>
              <a:ext uri="{FF2B5EF4-FFF2-40B4-BE49-F238E27FC236}">
                <a16:creationId xmlns:a16="http://schemas.microsoft.com/office/drawing/2014/main" id="{34AA480E-92C9-9E47-9BF6-EC45AE1F85D2}"/>
              </a:ext>
            </a:extLst>
          </p:cNvPr>
          <p:cNvSpPr>
            <a:spLocks noGrp="1"/>
          </p:cNvSpPr>
          <p:nvPr>
            <p:ph type="sldNum" sz="quarter"/>
          </p:nvPr>
        </p:nvSpPr>
        <p:spPr>
          <a:xfrm>
            <a:off x="6553200" y="6245225"/>
            <a:ext cx="2133600" cy="476250"/>
          </a:xfrm>
          <a:prstGeom prst="rect">
            <a:avLst/>
          </a:prstGeom>
          <a:noFill/>
          <a:ln w="9525">
            <a:noFill/>
            <a:miter/>
          </a:ln>
        </p:spPr>
        <p:txBody>
          <a:bodyPr anchor="t"/>
          <a:lstStyle>
            <a:lvl1pPr algn="r">
              <a:defRPr sz="1400" noProof="1" dirty="0">
                <a:latin typeface="Arial" charset="0"/>
                <a:ea typeface="宋体" charset="-122"/>
                <a:cs typeface="+mn-ea"/>
              </a:defRPr>
            </a:lvl1pPr>
          </a:lstStyle>
          <a:p>
            <a:fld id="{E7F6BD12-6758-7C4D-8D49-7B6A896C9BBD}" type="slidenum">
              <a:rPr lang="zh-CN" altLang="en-US"/>
              <a:pPr/>
              <a:t>‹#›</a:t>
            </a:fld>
            <a:endParaRPr lang="zh-CN" altLang="en-US">
              <a:cs typeface="+mn-cs"/>
            </a:endParaRPr>
          </a:p>
        </p:txBody>
      </p:sp>
    </p:spTree>
  </p:cSld>
  <p:clrMap bg1="lt1" tx1="dk1" bg2="lt2" tx2="dk2" accent1="accent1" accent2="accent2" accent3="accent3" accent4="accent4" accent5="accent5" accent6="accent6" hlink="hlink" folHlink="folHlink"/>
  <p:sldLayoutIdLst>
    <p:sldLayoutId id="2147483743" r:id="rId1"/>
    <p:sldLayoutId id="2147483742" r:id="rId2"/>
    <p:sldLayoutId id="2147483741" r:id="rId3"/>
    <p:sldLayoutId id="2147483740" r:id="rId4"/>
    <p:sldLayoutId id="2147483739" r:id="rId5"/>
    <p:sldLayoutId id="2147483738" r:id="rId6"/>
    <p:sldLayoutId id="2147483737" r:id="rId7"/>
    <p:sldLayoutId id="2147483736" r:id="rId8"/>
    <p:sldLayoutId id="2147483735" r:id="rId9"/>
    <p:sldLayoutId id="2147483734" r:id="rId10"/>
    <p:sldLayoutId id="2147483733"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D2C7F7CF-0597-5648-AA1C-F1F037FD41C1}"/>
              </a:ext>
            </a:extLst>
          </p:cNvPr>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075" name="Rectangle 3">
            <a:extLst>
              <a:ext uri="{FF2B5EF4-FFF2-40B4-BE49-F238E27FC236}">
                <a16:creationId xmlns:a16="http://schemas.microsoft.com/office/drawing/2014/main" id="{2A305F34-C74A-FE40-9392-DD36D3350B9B}"/>
              </a:ext>
            </a:extLst>
          </p:cNvPr>
          <p:cNvSpPr>
            <a:spLocks noGrp="1" noChangeArrowheads="1"/>
          </p:cNvSpPr>
          <p:nvPr>
            <p:ph type="body" idx="4294967295"/>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6322EB70-1EE9-BC43-B18B-F996BDC08205}"/>
              </a:ext>
            </a:extLst>
          </p:cNvPr>
          <p:cNvSpPr>
            <a:spLocks noGrp="1"/>
          </p:cNvSpPr>
          <p:nvPr>
            <p:ph type="dt" sz="half"/>
          </p:nvPr>
        </p:nvSpPr>
        <p:spPr>
          <a:xfrm>
            <a:off x="457200" y="6245225"/>
            <a:ext cx="2133600" cy="476250"/>
          </a:xfrm>
          <a:prstGeom prst="rect">
            <a:avLst/>
          </a:prstGeom>
          <a:noFill/>
          <a:ln w="9525">
            <a:noFill/>
            <a:miter/>
          </a:ln>
        </p:spPr>
        <p:txBody>
          <a:bodyPr anchor="t"/>
          <a:lstStyle>
            <a:lvl1pPr>
              <a:defRPr sz="1400" noProof="1" dirty="0">
                <a:latin typeface="Arial" charset="0"/>
                <a:ea typeface="宋体" charset="-122"/>
              </a:defRPr>
            </a:lvl1pPr>
          </a:lstStyle>
          <a:p>
            <a:endParaRPr lang="en-US" altLang="x-none"/>
          </a:p>
        </p:txBody>
      </p:sp>
      <p:sp>
        <p:nvSpPr>
          <p:cNvPr id="5" name="Rectangle 5">
            <a:extLst>
              <a:ext uri="{FF2B5EF4-FFF2-40B4-BE49-F238E27FC236}">
                <a16:creationId xmlns:a16="http://schemas.microsoft.com/office/drawing/2014/main" id="{77298003-CCE2-5F43-BEA0-B56817334CEE}"/>
              </a:ext>
            </a:extLst>
          </p:cNvPr>
          <p:cNvSpPr>
            <a:spLocks noGrp="1"/>
          </p:cNvSpPr>
          <p:nvPr>
            <p:ph type="ftr" sz="quarter"/>
          </p:nvPr>
        </p:nvSpPr>
        <p:spPr>
          <a:xfrm>
            <a:off x="3124200" y="6245225"/>
            <a:ext cx="2895600" cy="476250"/>
          </a:xfrm>
          <a:prstGeom prst="rect">
            <a:avLst/>
          </a:prstGeom>
          <a:noFill/>
          <a:ln w="9525">
            <a:noFill/>
            <a:miter/>
          </a:ln>
        </p:spPr>
        <p:txBody>
          <a:bodyPr anchor="t"/>
          <a:lstStyle>
            <a:lvl1pPr algn="ctr">
              <a:defRPr sz="1400" noProof="1" dirty="0">
                <a:latin typeface="Arial" charset="0"/>
                <a:ea typeface="宋体" charset="-122"/>
              </a:defRPr>
            </a:lvl1pPr>
          </a:lstStyle>
          <a:p>
            <a:endParaRPr lang="en-US" altLang="x-none"/>
          </a:p>
        </p:txBody>
      </p:sp>
      <p:sp>
        <p:nvSpPr>
          <p:cNvPr id="6" name="Rectangle 6">
            <a:extLst>
              <a:ext uri="{FF2B5EF4-FFF2-40B4-BE49-F238E27FC236}">
                <a16:creationId xmlns:a16="http://schemas.microsoft.com/office/drawing/2014/main" id="{1E2615C4-5D19-344B-B8B8-110B56AC6093}"/>
              </a:ext>
            </a:extLst>
          </p:cNvPr>
          <p:cNvSpPr>
            <a:spLocks noGrp="1"/>
          </p:cNvSpPr>
          <p:nvPr>
            <p:ph type="sldNum" sz="quarter"/>
          </p:nvPr>
        </p:nvSpPr>
        <p:spPr>
          <a:xfrm>
            <a:off x="6553200" y="6245225"/>
            <a:ext cx="2133600" cy="476250"/>
          </a:xfrm>
          <a:prstGeom prst="rect">
            <a:avLst/>
          </a:prstGeom>
          <a:noFill/>
          <a:ln w="9525">
            <a:noFill/>
            <a:miter/>
          </a:ln>
        </p:spPr>
        <p:txBody>
          <a:bodyPr anchor="t"/>
          <a:lstStyle>
            <a:lvl1pPr algn="r">
              <a:defRPr sz="1400" noProof="1" dirty="0">
                <a:latin typeface="Arial" charset="0"/>
                <a:ea typeface="宋体" charset="-122"/>
                <a:cs typeface="+mn-ea"/>
              </a:defRPr>
            </a:lvl1pPr>
          </a:lstStyle>
          <a:p>
            <a:fld id="{6E54A2AA-25D1-084E-A6BB-F42B90A09F80}" type="slidenum">
              <a:rPr lang="zh-CN" altLang="en-US"/>
              <a:pPr/>
              <a:t>‹#›</a:t>
            </a:fld>
            <a:endParaRPr lang="zh-CN" altLang="en-US">
              <a:cs typeface="+mn-cs"/>
            </a:endParaRPr>
          </a:p>
        </p:txBody>
      </p:sp>
    </p:spTree>
  </p:cSld>
  <p:clrMap bg1="lt1" tx1="dk1" bg2="lt2" tx2="dk2" accent1="accent1" accent2="accent2" accent3="accent3" accent4="accent4" accent5="accent5" accent6="accent6" hlink="hlink" folHlink="folHlink"/>
  <p:sldLayoutIdLst>
    <p:sldLayoutId id="2147483754" r:id="rId1"/>
    <p:sldLayoutId id="2147483753" r:id="rId2"/>
    <p:sldLayoutId id="2147483752" r:id="rId3"/>
    <p:sldLayoutId id="2147483751" r:id="rId4"/>
    <p:sldLayoutId id="2147483750" r:id="rId5"/>
    <p:sldLayoutId id="2147483749" r:id="rId6"/>
    <p:sldLayoutId id="2147483748" r:id="rId7"/>
    <p:sldLayoutId id="2147483747" r:id="rId8"/>
    <p:sldLayoutId id="2147483746" r:id="rId9"/>
    <p:sldLayoutId id="2147483745" r:id="rId10"/>
    <p:sldLayoutId id="2147483744" r:id="rId11"/>
  </p:sldLayoutIdLst>
  <p:txStyles>
    <p:titleStyle>
      <a:lvl1pPr algn="ctr" rtl="0" eaLnBrk="0" fontAlgn="base" hangingPunct="0">
        <a:spcBef>
          <a:spcPct val="0"/>
        </a:spcBef>
        <a:spcAft>
          <a:spcPct val="0"/>
        </a:spcAft>
        <a:defRPr sz="3200" kern="1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2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2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200">
          <a:solidFill>
            <a:schemeClr val="tx2"/>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3200">
          <a:solidFill>
            <a:schemeClr val="tx2"/>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3200">
          <a:solidFill>
            <a:schemeClr val="tx2"/>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3200">
          <a:solidFill>
            <a:schemeClr val="tx2"/>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32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16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14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14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14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14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14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1400" b="0" i="0" u="none" kern="1200" baseline="0">
          <a:solidFill>
            <a:schemeClr val="tx1"/>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pic>
        <p:nvPicPr>
          <p:cNvPr id="4098" name="图片 8">
            <a:extLst>
              <a:ext uri="{FF2B5EF4-FFF2-40B4-BE49-F238E27FC236}">
                <a16:creationId xmlns:a16="http://schemas.microsoft.com/office/drawing/2014/main" id="{9CC31E71-C570-DA4A-AA39-5D24E247C8D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t="8411"/>
          <a:stretch>
            <a:fillRect/>
          </a:stretch>
        </p:blipFill>
        <p:spPr bwMode="auto">
          <a:xfrm>
            <a:off x="1868488" y="0"/>
            <a:ext cx="7275512"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KSO_BT1">
            <a:extLst>
              <a:ext uri="{FF2B5EF4-FFF2-40B4-BE49-F238E27FC236}">
                <a16:creationId xmlns:a16="http://schemas.microsoft.com/office/drawing/2014/main" id="{1C92AF43-78FF-6649-9836-1ABD2F6270D7}"/>
              </a:ext>
            </a:extLst>
          </p:cNvPr>
          <p:cNvSpPr>
            <a:spLocks noGrp="1" noChangeArrowheads="1"/>
          </p:cNvSpPr>
          <p:nvPr>
            <p:ph type="title" idx="4294967295"/>
          </p:nvPr>
        </p:nvSpPr>
        <p:spPr bwMode="auto">
          <a:xfrm>
            <a:off x="419100" y="182563"/>
            <a:ext cx="8291513" cy="70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4100" name="KSO_BC1">
            <a:extLst>
              <a:ext uri="{FF2B5EF4-FFF2-40B4-BE49-F238E27FC236}">
                <a16:creationId xmlns:a16="http://schemas.microsoft.com/office/drawing/2014/main" id="{2EC9D57C-C55E-4346-AC76-7A7ABD78B70F}"/>
              </a:ext>
            </a:extLst>
          </p:cNvPr>
          <p:cNvSpPr>
            <a:spLocks noGrp="1" noChangeArrowheads="1"/>
          </p:cNvSpPr>
          <p:nvPr>
            <p:ph type="body" idx="4294967295"/>
          </p:nvPr>
        </p:nvSpPr>
        <p:spPr bwMode="auto">
          <a:xfrm>
            <a:off x="419100" y="1096963"/>
            <a:ext cx="8291513" cy="541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p:txBody>
      </p:sp>
      <p:sp>
        <p:nvSpPr>
          <p:cNvPr id="5" name="KSO_FD">
            <a:extLst>
              <a:ext uri="{FF2B5EF4-FFF2-40B4-BE49-F238E27FC236}">
                <a16:creationId xmlns:a16="http://schemas.microsoft.com/office/drawing/2014/main" id="{12AD83F4-F7F4-2A43-8310-CA914D22158F}"/>
              </a:ext>
            </a:extLst>
          </p:cNvPr>
          <p:cNvSpPr>
            <a:spLocks noGrp="1"/>
          </p:cNvSpPr>
          <p:nvPr>
            <p:ph type="dt" sz="half"/>
          </p:nvPr>
        </p:nvSpPr>
        <p:spPr>
          <a:xfrm>
            <a:off x="457200" y="6245225"/>
            <a:ext cx="2133600" cy="476250"/>
          </a:xfrm>
          <a:prstGeom prst="rect">
            <a:avLst/>
          </a:prstGeom>
          <a:noFill/>
          <a:ln w="9525">
            <a:noFill/>
            <a:miter/>
          </a:ln>
        </p:spPr>
        <p:txBody>
          <a:bodyPr anchor="ctr"/>
          <a:lstStyle>
            <a:lvl1pPr>
              <a:defRPr sz="1200" noProof="1" dirty="0">
                <a:solidFill>
                  <a:srgbClr val="898989"/>
                </a:solidFill>
                <a:latin typeface="Arial" charset="0"/>
                <a:ea typeface="宋体" charset="-122"/>
              </a:defRPr>
            </a:lvl1pPr>
          </a:lstStyle>
          <a:p>
            <a:endParaRPr lang="zh-CN" altLang="en-US"/>
          </a:p>
        </p:txBody>
      </p:sp>
      <p:sp>
        <p:nvSpPr>
          <p:cNvPr id="6" name="KSO_FT">
            <a:extLst>
              <a:ext uri="{FF2B5EF4-FFF2-40B4-BE49-F238E27FC236}">
                <a16:creationId xmlns:a16="http://schemas.microsoft.com/office/drawing/2014/main" id="{AC228D3C-83AB-8C4A-B226-8A27A1FFA020}"/>
              </a:ext>
            </a:extLst>
          </p:cNvPr>
          <p:cNvSpPr>
            <a:spLocks noGrp="1"/>
          </p:cNvSpPr>
          <p:nvPr>
            <p:ph type="ftr" sz="quarter"/>
          </p:nvPr>
        </p:nvSpPr>
        <p:spPr>
          <a:xfrm>
            <a:off x="3124200" y="6245225"/>
            <a:ext cx="2895600" cy="476250"/>
          </a:xfrm>
          <a:prstGeom prst="rect">
            <a:avLst/>
          </a:prstGeom>
          <a:noFill/>
          <a:ln w="9525">
            <a:noFill/>
            <a:miter/>
          </a:ln>
        </p:spPr>
        <p:txBody>
          <a:bodyPr anchor="ctr"/>
          <a:lstStyle>
            <a:lvl1pPr algn="ctr">
              <a:defRPr sz="1200" noProof="1" dirty="0">
                <a:solidFill>
                  <a:srgbClr val="898989"/>
                </a:solidFill>
                <a:latin typeface="Arial" charset="0"/>
                <a:ea typeface="宋体" charset="-122"/>
              </a:defRPr>
            </a:lvl1pPr>
          </a:lstStyle>
          <a:p>
            <a:endParaRPr lang="en-US" altLang="x-none"/>
          </a:p>
        </p:txBody>
      </p:sp>
      <p:sp>
        <p:nvSpPr>
          <p:cNvPr id="7" name="KSO_FN">
            <a:extLst>
              <a:ext uri="{FF2B5EF4-FFF2-40B4-BE49-F238E27FC236}">
                <a16:creationId xmlns:a16="http://schemas.microsoft.com/office/drawing/2014/main" id="{D01D1985-AC7E-6E4D-A6C1-96A3BA94703B}"/>
              </a:ext>
            </a:extLst>
          </p:cNvPr>
          <p:cNvSpPr>
            <a:spLocks noGrp="1"/>
          </p:cNvSpPr>
          <p:nvPr>
            <p:ph type="sldNum" sz="quarter"/>
          </p:nvPr>
        </p:nvSpPr>
        <p:spPr>
          <a:xfrm>
            <a:off x="6553200" y="6245225"/>
            <a:ext cx="2133600" cy="476250"/>
          </a:xfrm>
          <a:prstGeom prst="rect">
            <a:avLst/>
          </a:prstGeom>
          <a:noFill/>
          <a:ln w="9525">
            <a:noFill/>
            <a:miter/>
          </a:ln>
        </p:spPr>
        <p:txBody>
          <a:bodyPr anchor="ctr"/>
          <a:lstStyle>
            <a:lvl1pPr algn="r">
              <a:defRPr sz="1200" noProof="1" dirty="0">
                <a:solidFill>
                  <a:srgbClr val="898989"/>
                </a:solidFill>
                <a:latin typeface="Arial" charset="0"/>
                <a:ea typeface="宋体" charset="-122"/>
                <a:cs typeface="+mn-ea"/>
              </a:defRPr>
            </a:lvl1pPr>
          </a:lstStyle>
          <a:p>
            <a:fld id="{C3925343-0FB0-F14C-93B3-6B70C81053A3}" type="slidenum">
              <a:rPr lang="zh-CN" altLang="en-US"/>
              <a:pPr/>
              <a:t>‹#›</a:t>
            </a:fld>
            <a:endParaRPr lang="zh-CN" altLang="en-US">
              <a:cs typeface="+mn-cs"/>
            </a:endParaRPr>
          </a:p>
        </p:txBody>
      </p:sp>
    </p:spTree>
  </p:cSld>
  <p:clrMap bg1="lt1" tx1="dk1" bg2="lt2" tx2="dk2" accent1="accent1" accent2="accent2" accent3="accent3" accent4="accent4" accent5="accent5" accent6="accent6" hlink="hlink" folHlink="folHlink"/>
  <p:sldLayoutIdLst>
    <p:sldLayoutId id="2147483765" r:id="rId1"/>
    <p:sldLayoutId id="2147483764" r:id="rId2"/>
    <p:sldLayoutId id="2147483763" r:id="rId3"/>
    <p:sldLayoutId id="2147483762" r:id="rId4"/>
    <p:sldLayoutId id="2147483761" r:id="rId5"/>
    <p:sldLayoutId id="2147483760" r:id="rId6"/>
    <p:sldLayoutId id="2147483759" r:id="rId7"/>
    <p:sldLayoutId id="2147483758" r:id="rId8"/>
    <p:sldLayoutId id="2147483757" r:id="rId9"/>
    <p:sldLayoutId id="2147483756" r:id="rId10"/>
    <p:sldLayoutId id="2147483755" r:id="rId11"/>
  </p:sldLayoutIdLst>
  <p:txStyles>
    <p:titleStyle>
      <a:lvl1pPr algn="l" rtl="0" fontAlgn="base">
        <a:lnSpc>
          <a:spcPct val="90000"/>
        </a:lnSpc>
        <a:spcBef>
          <a:spcPct val="0"/>
        </a:spcBef>
        <a:spcAft>
          <a:spcPct val="0"/>
        </a:spcAft>
        <a:defRPr sz="3200" b="1" kern="1200">
          <a:solidFill>
            <a:srgbClr val="CA6F06"/>
          </a:solidFill>
          <a:latin typeface="+mj-lt"/>
          <a:ea typeface="+mj-ea"/>
          <a:cs typeface="+mj-cs"/>
        </a:defRPr>
      </a:lvl1pPr>
      <a:lvl2pPr algn="l" rtl="0" fontAlgn="base">
        <a:lnSpc>
          <a:spcPct val="90000"/>
        </a:lnSpc>
        <a:spcBef>
          <a:spcPct val="0"/>
        </a:spcBef>
        <a:spcAft>
          <a:spcPct val="0"/>
        </a:spcAft>
        <a:defRPr sz="3200" b="1">
          <a:solidFill>
            <a:srgbClr val="CA6F06"/>
          </a:solidFill>
          <a:latin typeface="Arial" panose="020B0604020202020204" pitchFamily="34" charset="0"/>
          <a:ea typeface="宋体" panose="02010600030101010101" pitchFamily="2" charset="-122"/>
        </a:defRPr>
      </a:lvl2pPr>
      <a:lvl3pPr algn="l" rtl="0" fontAlgn="base">
        <a:lnSpc>
          <a:spcPct val="90000"/>
        </a:lnSpc>
        <a:spcBef>
          <a:spcPct val="0"/>
        </a:spcBef>
        <a:spcAft>
          <a:spcPct val="0"/>
        </a:spcAft>
        <a:defRPr sz="3200" b="1">
          <a:solidFill>
            <a:srgbClr val="CA6F06"/>
          </a:solidFill>
          <a:latin typeface="Arial" panose="020B0604020202020204" pitchFamily="34" charset="0"/>
          <a:ea typeface="宋体" panose="02010600030101010101" pitchFamily="2" charset="-122"/>
        </a:defRPr>
      </a:lvl3pPr>
      <a:lvl4pPr algn="l" rtl="0" fontAlgn="base">
        <a:lnSpc>
          <a:spcPct val="90000"/>
        </a:lnSpc>
        <a:spcBef>
          <a:spcPct val="0"/>
        </a:spcBef>
        <a:spcAft>
          <a:spcPct val="0"/>
        </a:spcAft>
        <a:defRPr sz="3200" b="1">
          <a:solidFill>
            <a:srgbClr val="CA6F06"/>
          </a:solidFill>
          <a:latin typeface="Arial" panose="020B0604020202020204" pitchFamily="34" charset="0"/>
          <a:ea typeface="宋体" panose="02010600030101010101" pitchFamily="2" charset="-122"/>
        </a:defRPr>
      </a:lvl4pPr>
      <a:lvl5pPr algn="l" rtl="0" fontAlgn="base">
        <a:lnSpc>
          <a:spcPct val="90000"/>
        </a:lnSpc>
        <a:spcBef>
          <a:spcPct val="0"/>
        </a:spcBef>
        <a:spcAft>
          <a:spcPct val="0"/>
        </a:spcAft>
        <a:defRPr sz="3200" b="1">
          <a:solidFill>
            <a:srgbClr val="CA6F06"/>
          </a:solidFill>
          <a:latin typeface="Arial" panose="020B0604020202020204" pitchFamily="34" charset="0"/>
          <a:ea typeface="宋体" panose="02010600030101010101" pitchFamily="2" charset="-122"/>
        </a:defRPr>
      </a:lvl5pPr>
      <a:lvl6pPr marL="457200" algn="l" rtl="0" fontAlgn="base">
        <a:lnSpc>
          <a:spcPct val="90000"/>
        </a:lnSpc>
        <a:spcBef>
          <a:spcPct val="0"/>
        </a:spcBef>
        <a:spcAft>
          <a:spcPct val="0"/>
        </a:spcAft>
        <a:defRPr sz="3200" b="1">
          <a:solidFill>
            <a:srgbClr val="CA6F06"/>
          </a:solidFill>
          <a:latin typeface="Arial" panose="020B0604020202020204" pitchFamily="34" charset="0"/>
          <a:ea typeface="宋体" panose="02010600030101010101" pitchFamily="2" charset="-122"/>
        </a:defRPr>
      </a:lvl6pPr>
      <a:lvl7pPr marL="914400" algn="l" rtl="0" fontAlgn="base">
        <a:lnSpc>
          <a:spcPct val="90000"/>
        </a:lnSpc>
        <a:spcBef>
          <a:spcPct val="0"/>
        </a:spcBef>
        <a:spcAft>
          <a:spcPct val="0"/>
        </a:spcAft>
        <a:defRPr sz="3200" b="1">
          <a:solidFill>
            <a:srgbClr val="CA6F06"/>
          </a:solidFill>
          <a:latin typeface="Arial" panose="020B0604020202020204" pitchFamily="34" charset="0"/>
          <a:ea typeface="宋体" panose="02010600030101010101" pitchFamily="2" charset="-122"/>
        </a:defRPr>
      </a:lvl7pPr>
      <a:lvl8pPr marL="1371600" algn="l" rtl="0" fontAlgn="base">
        <a:lnSpc>
          <a:spcPct val="90000"/>
        </a:lnSpc>
        <a:spcBef>
          <a:spcPct val="0"/>
        </a:spcBef>
        <a:spcAft>
          <a:spcPct val="0"/>
        </a:spcAft>
        <a:defRPr sz="3200" b="1">
          <a:solidFill>
            <a:srgbClr val="CA6F06"/>
          </a:solidFill>
          <a:latin typeface="Arial" panose="020B0604020202020204" pitchFamily="34" charset="0"/>
          <a:ea typeface="宋体" panose="02010600030101010101" pitchFamily="2" charset="-122"/>
        </a:defRPr>
      </a:lvl8pPr>
      <a:lvl9pPr marL="1828800" algn="l" rtl="0" fontAlgn="base">
        <a:lnSpc>
          <a:spcPct val="90000"/>
        </a:lnSpc>
        <a:spcBef>
          <a:spcPct val="0"/>
        </a:spcBef>
        <a:spcAft>
          <a:spcPct val="0"/>
        </a:spcAft>
        <a:defRPr sz="3200" b="1">
          <a:solidFill>
            <a:srgbClr val="CA6F06"/>
          </a:solidFill>
          <a:latin typeface="Arial" panose="020B0604020202020204" pitchFamily="34" charset="0"/>
          <a:ea typeface="宋体" panose="02010600030101010101" pitchFamily="2" charset="-122"/>
        </a:defRPr>
      </a:lvl9pPr>
    </p:titleStyle>
    <p:bodyStyle>
      <a:lvl1pPr marL="357188" indent="-357188" algn="just" rtl="0" fontAlgn="base">
        <a:lnSpc>
          <a:spcPct val="110000"/>
        </a:lnSpc>
        <a:spcBef>
          <a:spcPts val="1800"/>
        </a:spcBef>
        <a:spcAft>
          <a:spcPct val="0"/>
        </a:spcAft>
        <a:buClr>
          <a:schemeClr val="accent1"/>
        </a:buClr>
        <a:buSzPct val="80000"/>
        <a:buFont typeface="Wingdings 2" pitchFamily="2" charset="2"/>
        <a:buChar char=""/>
        <a:defRPr sz="2000" kern="1200">
          <a:solidFill>
            <a:srgbClr val="A06A29"/>
          </a:solidFill>
          <a:latin typeface="+mn-lt"/>
          <a:ea typeface="+mn-ea"/>
          <a:cs typeface="+mn-cs"/>
        </a:defRPr>
      </a:lvl1pPr>
      <a:lvl2pPr marL="357188" lvl="1" indent="-357188" algn="l" rtl="0" fontAlgn="base">
        <a:lnSpc>
          <a:spcPct val="130000"/>
        </a:lnSpc>
        <a:spcBef>
          <a:spcPct val="0"/>
        </a:spcBef>
        <a:spcAft>
          <a:spcPts val="600"/>
        </a:spcAft>
        <a:buClr>
          <a:srgbClr val="FFDF6B"/>
        </a:buClr>
        <a:buFont typeface="幼圆" pitchFamily="1" charset="-122"/>
        <a:buChar char=" "/>
        <a:defRPr sz="1600" kern="1200">
          <a:solidFill>
            <a:srgbClr val="626262"/>
          </a:solidFill>
          <a:latin typeface="+mn-lt"/>
          <a:ea typeface="+mn-ea"/>
          <a:cs typeface="+mn-cs"/>
        </a:defRPr>
      </a:lvl2pPr>
      <a:lvl3pPr marL="1143000" lvl="2"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lvl="3"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lvl="4"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lvl="5" indent="-228600" algn="l" defTabSz="914400" eaLnBrk="1" fontAlgn="base" latinLnBrk="0" hangingPunct="1">
        <a:lnSpc>
          <a:spcPct val="90000"/>
        </a:lnSpc>
        <a:spcBef>
          <a:spcPts val="500"/>
        </a:spcBef>
        <a:spcAft>
          <a:spcPct val="0"/>
        </a:spcAft>
        <a:buFont typeface="Arial" charset="0"/>
        <a:buChar char="•"/>
        <a:defRPr sz="1800" b="0" i="0" u="none" kern="1200" baseline="0">
          <a:solidFill>
            <a:schemeClr val="tx1"/>
          </a:solidFill>
          <a:latin typeface="+mn-lt"/>
          <a:ea typeface="+mn-ea"/>
          <a:cs typeface="+mn-cs"/>
        </a:defRPr>
      </a:lvl6pPr>
      <a:lvl7pPr marL="2971800" lvl="6" indent="-228600" algn="l" defTabSz="914400" eaLnBrk="1" fontAlgn="base" latinLnBrk="0" hangingPunct="1">
        <a:lnSpc>
          <a:spcPct val="90000"/>
        </a:lnSpc>
        <a:spcBef>
          <a:spcPts val="500"/>
        </a:spcBef>
        <a:spcAft>
          <a:spcPct val="0"/>
        </a:spcAft>
        <a:buFont typeface="Arial" charset="0"/>
        <a:buChar char="•"/>
        <a:defRPr sz="1800" b="0" i="0" u="none" kern="1200" baseline="0">
          <a:solidFill>
            <a:schemeClr val="tx1"/>
          </a:solidFill>
          <a:latin typeface="+mn-lt"/>
          <a:ea typeface="+mn-ea"/>
          <a:cs typeface="+mn-cs"/>
        </a:defRPr>
      </a:lvl7pPr>
      <a:lvl8pPr marL="3429000" lvl="7" indent="-228600" algn="l" defTabSz="914400" eaLnBrk="1" fontAlgn="base" latinLnBrk="0" hangingPunct="1">
        <a:lnSpc>
          <a:spcPct val="90000"/>
        </a:lnSpc>
        <a:spcBef>
          <a:spcPts val="500"/>
        </a:spcBef>
        <a:spcAft>
          <a:spcPct val="0"/>
        </a:spcAft>
        <a:buFont typeface="Arial" charset="0"/>
        <a:buChar char="•"/>
        <a:defRPr sz="1800" b="0" i="0" u="none" kern="1200" baseline="0">
          <a:solidFill>
            <a:schemeClr val="tx1"/>
          </a:solidFill>
          <a:latin typeface="+mn-lt"/>
          <a:ea typeface="+mn-ea"/>
          <a:cs typeface="+mn-cs"/>
        </a:defRPr>
      </a:lvl8pPr>
      <a:lvl9pPr marL="3886200" lvl="8" indent="-228600" algn="l" defTabSz="914400" eaLnBrk="1" fontAlgn="base" latinLnBrk="0" hangingPunct="1">
        <a:lnSpc>
          <a:spcPct val="90000"/>
        </a:lnSpc>
        <a:spcBef>
          <a:spcPts val="500"/>
        </a:spcBef>
        <a:spcAft>
          <a:spcPct val="0"/>
        </a:spcAft>
        <a:buFont typeface="Arial" charset="0"/>
        <a:buChar char="•"/>
        <a:defRPr sz="1800" b="0" i="0" u="none" kern="1200" baseline="0">
          <a:solidFill>
            <a:schemeClr val="tx1"/>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0.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image" Target="../media/image14.png"/><Relationship Id="rId1" Type="http://schemas.openxmlformats.org/officeDocument/2006/relationships/slideLayout" Target="../slideLayouts/slideLayout40.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emf"/><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10.jpe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4.png"/><Relationship Id="rId1" Type="http://schemas.openxmlformats.org/officeDocument/2006/relationships/slideLayout" Target="../slideLayouts/slideLayout18.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4.png"/><Relationship Id="rId1" Type="http://schemas.openxmlformats.org/officeDocument/2006/relationships/slideLayout" Target="../slideLayouts/slideLayout18.xml"/><Relationship Id="rId4" Type="http://schemas.openxmlformats.org/officeDocument/2006/relationships/image" Target="../media/image42.jpg"/></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4.png"/><Relationship Id="rId1" Type="http://schemas.openxmlformats.org/officeDocument/2006/relationships/slideLayout" Target="../slideLayouts/slideLayout18.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50.jpg"/><Relationship Id="rId5" Type="http://schemas.openxmlformats.org/officeDocument/2006/relationships/image" Target="../media/image49.jpg"/><Relationship Id="rId4" Type="http://schemas.openxmlformats.org/officeDocument/2006/relationships/image" Target="../media/image48.jpg"/></Relationships>
</file>

<file path=ppt/slides/_rels/slide2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29.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59.jpg"/><Relationship Id="rId5" Type="http://schemas.openxmlformats.org/officeDocument/2006/relationships/image" Target="../media/image58.jpg"/><Relationship Id="rId4" Type="http://schemas.openxmlformats.org/officeDocument/2006/relationships/image" Target="../media/image57.jpg"/></Relationships>
</file>

<file path=ppt/slides/_rels/slide30.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66.jp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3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78.emf"/><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79.emf"/></Relationships>
</file>

<file path=ppt/slides/_rels/slide55.xml.rels><?xml version="1.0" encoding="UTF-8" standalone="yes"?>
<Relationships xmlns="http://schemas.openxmlformats.org/package/2006/relationships"><Relationship Id="rId3" Type="http://schemas.openxmlformats.org/officeDocument/2006/relationships/image" Target="../media/image79.emf"/><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80.emf"/></Relationships>
</file>

<file path=ppt/slides/_rels/slide56.xml.rels><?xml version="1.0" encoding="UTF-8" standalone="yes"?>
<Relationships xmlns="http://schemas.openxmlformats.org/package/2006/relationships"><Relationship Id="rId3" Type="http://schemas.openxmlformats.org/officeDocument/2006/relationships/image" Target="../media/image80.emf"/><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81.emf"/></Relationships>
</file>

<file path=ppt/slides/_rels/slide57.xml.rels><?xml version="1.0" encoding="UTF-8" standalone="yes"?>
<Relationships xmlns="http://schemas.openxmlformats.org/package/2006/relationships"><Relationship Id="rId3" Type="http://schemas.openxmlformats.org/officeDocument/2006/relationships/image" Target="../media/image81.emf"/><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82.emf"/></Relationships>
</file>

<file path=ppt/slides/_rels/slide58.xml.rels><?xml version="1.0" encoding="UTF-8" standalone="yes"?>
<Relationships xmlns="http://schemas.openxmlformats.org/package/2006/relationships"><Relationship Id="rId3" Type="http://schemas.openxmlformats.org/officeDocument/2006/relationships/image" Target="../media/image82.emf"/><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83.emf"/></Relationships>
</file>

<file path=ppt/slides/_rels/slide59.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标题 1">
            <a:extLst>
              <a:ext uri="{FF2B5EF4-FFF2-40B4-BE49-F238E27FC236}">
                <a16:creationId xmlns:a16="http://schemas.microsoft.com/office/drawing/2014/main" id="{182BEDFA-145F-D945-9878-591B938251EC}"/>
              </a:ext>
            </a:extLst>
          </p:cNvPr>
          <p:cNvSpPr>
            <a:spLocks noGrp="1" noChangeArrowheads="1"/>
          </p:cNvSpPr>
          <p:nvPr>
            <p:ph type="ctrTitle" idx="4294967295"/>
          </p:nvPr>
        </p:nvSpPr>
        <p:spPr>
          <a:xfrm>
            <a:off x="165100" y="2130425"/>
            <a:ext cx="5780088" cy="1543050"/>
          </a:xfrm>
        </p:spPr>
        <p:txBody>
          <a:bodyPr/>
          <a:lstStyle/>
          <a:p>
            <a:pPr algn="ctr"/>
            <a:r>
              <a:rPr lang="zh-CN" altLang="en-US" sz="5000" b="0" dirty="0">
                <a:solidFill>
                  <a:srgbClr val="0000FF"/>
                </a:solidFill>
                <a:latin typeface="隶书" charset="-122"/>
                <a:ea typeface="隶书" charset="-122"/>
              </a:rPr>
              <a:t>死锁</a:t>
            </a:r>
          </a:p>
        </p:txBody>
      </p:sp>
      <p:pic>
        <p:nvPicPr>
          <p:cNvPr id="6147" name="Picture 3" descr="绿花0">
            <a:extLst>
              <a:ext uri="{FF2B5EF4-FFF2-40B4-BE49-F238E27FC236}">
                <a16:creationId xmlns:a16="http://schemas.microsoft.com/office/drawing/2014/main" id="{9DC0BD6F-80E6-4849-B5CF-41D2C7847A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73935" r="80243"/>
          <a:stretch>
            <a:fillRect/>
          </a:stretch>
        </p:blipFill>
        <p:spPr bwMode="auto">
          <a:xfrm>
            <a:off x="-252413" y="5213350"/>
            <a:ext cx="1714501" cy="170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8" name="Picture 9" descr="绿花4">
            <a:extLst>
              <a:ext uri="{FF2B5EF4-FFF2-40B4-BE49-F238E27FC236}">
                <a16:creationId xmlns:a16="http://schemas.microsoft.com/office/drawing/2014/main" id="{DA271165-7610-F643-8004-4A68B01E62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9584" t="60231"/>
          <a:stretch>
            <a:fillRect/>
          </a:stretch>
        </p:blipFill>
        <p:spPr bwMode="auto">
          <a:xfrm>
            <a:off x="2628900" y="5043488"/>
            <a:ext cx="1281113" cy="187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6" descr="绿花4">
            <a:extLst>
              <a:ext uri="{FF2B5EF4-FFF2-40B4-BE49-F238E27FC236}">
                <a16:creationId xmlns:a16="http://schemas.microsoft.com/office/drawing/2014/main" id="{9153788B-1395-CA49-8894-63695013EC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9584" t="60231"/>
          <a:stretch>
            <a:fillRect/>
          </a:stretch>
        </p:blipFill>
        <p:spPr bwMode="auto">
          <a:xfrm>
            <a:off x="1292225" y="4581525"/>
            <a:ext cx="1606550" cy="234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B1585EE-4BA6-6B47-BAED-BD5CBAD6E5B2}"/>
              </a:ext>
            </a:extLst>
          </p:cNvPr>
          <p:cNvSpPr>
            <a:spLocks noChangeArrowheads="1"/>
          </p:cNvSpPr>
          <p:nvPr/>
        </p:nvSpPr>
        <p:spPr bwMode="auto">
          <a:xfrm rot="293950">
            <a:off x="3757613" y="4835525"/>
            <a:ext cx="2847975" cy="295275"/>
          </a:xfrm>
          <a:custGeom>
            <a:avLst/>
            <a:gdLst>
              <a:gd name="T0" fmla="*/ 0 w 4180787"/>
              <a:gd name="T1" fmla="*/ 0 h 432613"/>
              <a:gd name="T2" fmla="*/ 1779968 w 4180787"/>
              <a:gd name="T3" fmla="*/ 237145 h 432613"/>
              <a:gd name="T4" fmla="*/ 4180787 w 4180787"/>
              <a:gd name="T5" fmla="*/ 0 h 432613"/>
              <a:gd name="T6" fmla="*/ 4180787 w 4180787"/>
              <a:gd name="T7" fmla="*/ 432613 h 432613"/>
              <a:gd name="T8" fmla="*/ 1740284 w 4180787"/>
              <a:gd name="T9" fmla="*/ 300725 h 432613"/>
              <a:gd name="T10" fmla="*/ 0 w 4180787"/>
              <a:gd name="T11" fmla="*/ 432613 h 432613"/>
              <a:gd name="T12" fmla="*/ 0 w 4180787"/>
              <a:gd name="T13" fmla="*/ 0 h 432613"/>
            </a:gdLst>
            <a:ahLst/>
            <a:cxnLst>
              <a:cxn ang="0">
                <a:pos x="T0" y="T1"/>
              </a:cxn>
              <a:cxn ang="0">
                <a:pos x="T2" y="T3"/>
              </a:cxn>
              <a:cxn ang="0">
                <a:pos x="T4" y="T5"/>
              </a:cxn>
              <a:cxn ang="0">
                <a:pos x="T6" y="T7"/>
              </a:cxn>
              <a:cxn ang="0">
                <a:pos x="T8" y="T9"/>
              </a:cxn>
              <a:cxn ang="0">
                <a:pos x="T10" y="T11"/>
              </a:cxn>
              <a:cxn ang="0">
                <a:pos x="T12" y="T13"/>
              </a:cxn>
            </a:cxnLst>
            <a:rect l="0" t="0" r="r" b="b"/>
            <a:pathLst>
              <a:path w="4180787" h="432613">
                <a:moveTo>
                  <a:pt x="0" y="0"/>
                </a:moveTo>
                <a:cubicBezTo>
                  <a:pt x="455759" y="126804"/>
                  <a:pt x="1083170" y="237145"/>
                  <a:pt x="1779968" y="237145"/>
                </a:cubicBezTo>
                <a:cubicBezTo>
                  <a:pt x="2476766" y="237145"/>
                  <a:pt x="3713158" y="116136"/>
                  <a:pt x="4180787" y="0"/>
                </a:cubicBezTo>
                <a:lnTo>
                  <a:pt x="4180787" y="432613"/>
                </a:lnTo>
                <a:cubicBezTo>
                  <a:pt x="3758675" y="303509"/>
                  <a:pt x="2437082" y="300725"/>
                  <a:pt x="1740284" y="300725"/>
                </a:cubicBezTo>
                <a:cubicBezTo>
                  <a:pt x="1043486" y="300725"/>
                  <a:pt x="357043" y="386721"/>
                  <a:pt x="0" y="432613"/>
                </a:cubicBezTo>
                <a:lnTo>
                  <a:pt x="0" y="0"/>
                </a:lnTo>
                <a:close/>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 name="矩形 1">
            <a:extLst>
              <a:ext uri="{FF2B5EF4-FFF2-40B4-BE49-F238E27FC236}">
                <a16:creationId xmlns:a16="http://schemas.microsoft.com/office/drawing/2014/main" id="{150CDBEF-0B4C-B44C-A7F8-A5D9A8F99823}"/>
              </a:ext>
            </a:extLst>
          </p:cNvPr>
          <p:cNvSpPr>
            <a:spLocks noChangeArrowheads="1"/>
          </p:cNvSpPr>
          <p:nvPr/>
        </p:nvSpPr>
        <p:spPr bwMode="auto">
          <a:xfrm rot="-1686791">
            <a:off x="3473450" y="4221163"/>
            <a:ext cx="1724025" cy="287337"/>
          </a:xfrm>
          <a:custGeom>
            <a:avLst/>
            <a:gdLst>
              <a:gd name="T0" fmla="*/ 0 w 4180787"/>
              <a:gd name="T1" fmla="*/ 0 h 432613"/>
              <a:gd name="T2" fmla="*/ 1779968 w 4180787"/>
              <a:gd name="T3" fmla="*/ 237145 h 432613"/>
              <a:gd name="T4" fmla="*/ 4180787 w 4180787"/>
              <a:gd name="T5" fmla="*/ 0 h 432613"/>
              <a:gd name="T6" fmla="*/ 4180787 w 4180787"/>
              <a:gd name="T7" fmla="*/ 432613 h 432613"/>
              <a:gd name="T8" fmla="*/ 1740284 w 4180787"/>
              <a:gd name="T9" fmla="*/ 300725 h 432613"/>
              <a:gd name="T10" fmla="*/ 0 w 4180787"/>
              <a:gd name="T11" fmla="*/ 432613 h 432613"/>
              <a:gd name="T12" fmla="*/ 0 w 4180787"/>
              <a:gd name="T13" fmla="*/ 0 h 432613"/>
            </a:gdLst>
            <a:ahLst/>
            <a:cxnLst>
              <a:cxn ang="0">
                <a:pos x="T0" y="T1"/>
              </a:cxn>
              <a:cxn ang="0">
                <a:pos x="T2" y="T3"/>
              </a:cxn>
              <a:cxn ang="0">
                <a:pos x="T4" y="T5"/>
              </a:cxn>
              <a:cxn ang="0">
                <a:pos x="T6" y="T7"/>
              </a:cxn>
              <a:cxn ang="0">
                <a:pos x="T8" y="T9"/>
              </a:cxn>
              <a:cxn ang="0">
                <a:pos x="T10" y="T11"/>
              </a:cxn>
              <a:cxn ang="0">
                <a:pos x="T12" y="T13"/>
              </a:cxn>
            </a:cxnLst>
            <a:rect l="0" t="0" r="r" b="b"/>
            <a:pathLst>
              <a:path w="4180787" h="432613">
                <a:moveTo>
                  <a:pt x="0" y="0"/>
                </a:moveTo>
                <a:cubicBezTo>
                  <a:pt x="455759" y="126804"/>
                  <a:pt x="1083170" y="237145"/>
                  <a:pt x="1779968" y="237145"/>
                </a:cubicBezTo>
                <a:cubicBezTo>
                  <a:pt x="2476766" y="237145"/>
                  <a:pt x="3713158" y="116136"/>
                  <a:pt x="4180787" y="0"/>
                </a:cubicBezTo>
                <a:lnTo>
                  <a:pt x="4180787" y="432613"/>
                </a:lnTo>
                <a:cubicBezTo>
                  <a:pt x="3758675" y="303509"/>
                  <a:pt x="2437082" y="300725"/>
                  <a:pt x="1740284" y="300725"/>
                </a:cubicBezTo>
                <a:cubicBezTo>
                  <a:pt x="1043486" y="300725"/>
                  <a:pt x="357043" y="386721"/>
                  <a:pt x="0" y="432613"/>
                </a:cubicBezTo>
                <a:lnTo>
                  <a:pt x="0" y="0"/>
                </a:lnTo>
                <a:close/>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 name="矩形 1">
            <a:extLst>
              <a:ext uri="{FF2B5EF4-FFF2-40B4-BE49-F238E27FC236}">
                <a16:creationId xmlns:a16="http://schemas.microsoft.com/office/drawing/2014/main" id="{A2BE52B0-63B6-1847-BF33-F07BAA9D08DE}"/>
              </a:ext>
            </a:extLst>
          </p:cNvPr>
          <p:cNvSpPr>
            <a:spLocks noChangeArrowheads="1"/>
          </p:cNvSpPr>
          <p:nvPr/>
        </p:nvSpPr>
        <p:spPr bwMode="auto">
          <a:xfrm rot="708470">
            <a:off x="3135313" y="3470275"/>
            <a:ext cx="2138362" cy="288925"/>
          </a:xfrm>
          <a:custGeom>
            <a:avLst/>
            <a:gdLst>
              <a:gd name="T0" fmla="*/ 0 w 4180787"/>
              <a:gd name="T1" fmla="*/ 0 h 432613"/>
              <a:gd name="T2" fmla="*/ 1779968 w 4180787"/>
              <a:gd name="T3" fmla="*/ 237145 h 432613"/>
              <a:gd name="T4" fmla="*/ 4180787 w 4180787"/>
              <a:gd name="T5" fmla="*/ 0 h 432613"/>
              <a:gd name="T6" fmla="*/ 4180787 w 4180787"/>
              <a:gd name="T7" fmla="*/ 432613 h 432613"/>
              <a:gd name="T8" fmla="*/ 1740284 w 4180787"/>
              <a:gd name="T9" fmla="*/ 300725 h 432613"/>
              <a:gd name="T10" fmla="*/ 0 w 4180787"/>
              <a:gd name="T11" fmla="*/ 432613 h 432613"/>
              <a:gd name="T12" fmla="*/ 0 w 4180787"/>
              <a:gd name="T13" fmla="*/ 0 h 432613"/>
            </a:gdLst>
            <a:ahLst/>
            <a:cxnLst>
              <a:cxn ang="0">
                <a:pos x="T0" y="T1"/>
              </a:cxn>
              <a:cxn ang="0">
                <a:pos x="T2" y="T3"/>
              </a:cxn>
              <a:cxn ang="0">
                <a:pos x="T4" y="T5"/>
              </a:cxn>
              <a:cxn ang="0">
                <a:pos x="T6" y="T7"/>
              </a:cxn>
              <a:cxn ang="0">
                <a:pos x="T8" y="T9"/>
              </a:cxn>
              <a:cxn ang="0">
                <a:pos x="T10" y="T11"/>
              </a:cxn>
              <a:cxn ang="0">
                <a:pos x="T12" y="T13"/>
              </a:cxn>
            </a:cxnLst>
            <a:rect l="0" t="0" r="r" b="b"/>
            <a:pathLst>
              <a:path w="4180787" h="432613">
                <a:moveTo>
                  <a:pt x="0" y="0"/>
                </a:moveTo>
                <a:cubicBezTo>
                  <a:pt x="455759" y="126804"/>
                  <a:pt x="1083170" y="237145"/>
                  <a:pt x="1779968" y="237145"/>
                </a:cubicBezTo>
                <a:cubicBezTo>
                  <a:pt x="2476766" y="237145"/>
                  <a:pt x="3713158" y="116136"/>
                  <a:pt x="4180787" y="0"/>
                </a:cubicBezTo>
                <a:lnTo>
                  <a:pt x="4180787" y="432613"/>
                </a:lnTo>
                <a:cubicBezTo>
                  <a:pt x="3758675" y="303509"/>
                  <a:pt x="2437082" y="300725"/>
                  <a:pt x="1740284" y="300725"/>
                </a:cubicBezTo>
                <a:cubicBezTo>
                  <a:pt x="1043486" y="300725"/>
                  <a:pt x="357043" y="386721"/>
                  <a:pt x="0" y="432613"/>
                </a:cubicBezTo>
                <a:lnTo>
                  <a:pt x="0" y="0"/>
                </a:lnTo>
                <a:close/>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 name="矩形 1">
            <a:extLst>
              <a:ext uri="{FF2B5EF4-FFF2-40B4-BE49-F238E27FC236}">
                <a16:creationId xmlns:a16="http://schemas.microsoft.com/office/drawing/2014/main" id="{D96890B1-2401-6E45-B142-A0BA5B4E54B7}"/>
              </a:ext>
            </a:extLst>
          </p:cNvPr>
          <p:cNvSpPr>
            <a:spLocks noChangeArrowheads="1"/>
          </p:cNvSpPr>
          <p:nvPr/>
        </p:nvSpPr>
        <p:spPr bwMode="auto">
          <a:xfrm rot="293950">
            <a:off x="3205163" y="1990725"/>
            <a:ext cx="2847975" cy="295275"/>
          </a:xfrm>
          <a:custGeom>
            <a:avLst/>
            <a:gdLst>
              <a:gd name="T0" fmla="*/ 0 w 4180787"/>
              <a:gd name="T1" fmla="*/ 0 h 432613"/>
              <a:gd name="T2" fmla="*/ 1779968 w 4180787"/>
              <a:gd name="T3" fmla="*/ 237145 h 432613"/>
              <a:gd name="T4" fmla="*/ 4180787 w 4180787"/>
              <a:gd name="T5" fmla="*/ 0 h 432613"/>
              <a:gd name="T6" fmla="*/ 4180787 w 4180787"/>
              <a:gd name="T7" fmla="*/ 432613 h 432613"/>
              <a:gd name="T8" fmla="*/ 1740284 w 4180787"/>
              <a:gd name="T9" fmla="*/ 300725 h 432613"/>
              <a:gd name="T10" fmla="*/ 0 w 4180787"/>
              <a:gd name="T11" fmla="*/ 432613 h 432613"/>
              <a:gd name="T12" fmla="*/ 0 w 4180787"/>
              <a:gd name="T13" fmla="*/ 0 h 432613"/>
            </a:gdLst>
            <a:ahLst/>
            <a:cxnLst>
              <a:cxn ang="0">
                <a:pos x="T0" y="T1"/>
              </a:cxn>
              <a:cxn ang="0">
                <a:pos x="T2" y="T3"/>
              </a:cxn>
              <a:cxn ang="0">
                <a:pos x="T4" y="T5"/>
              </a:cxn>
              <a:cxn ang="0">
                <a:pos x="T6" y="T7"/>
              </a:cxn>
              <a:cxn ang="0">
                <a:pos x="T8" y="T9"/>
              </a:cxn>
              <a:cxn ang="0">
                <a:pos x="T10" y="T11"/>
              </a:cxn>
              <a:cxn ang="0">
                <a:pos x="T12" y="T13"/>
              </a:cxn>
            </a:cxnLst>
            <a:rect l="0" t="0" r="r" b="b"/>
            <a:pathLst>
              <a:path w="4180787" h="432613">
                <a:moveTo>
                  <a:pt x="0" y="0"/>
                </a:moveTo>
                <a:cubicBezTo>
                  <a:pt x="455759" y="126804"/>
                  <a:pt x="1083170" y="237145"/>
                  <a:pt x="1779968" y="237145"/>
                </a:cubicBezTo>
                <a:cubicBezTo>
                  <a:pt x="2476766" y="237145"/>
                  <a:pt x="3713158" y="116136"/>
                  <a:pt x="4180787" y="0"/>
                </a:cubicBezTo>
                <a:lnTo>
                  <a:pt x="4180787" y="432613"/>
                </a:lnTo>
                <a:cubicBezTo>
                  <a:pt x="3758675" y="303509"/>
                  <a:pt x="2437082" y="300725"/>
                  <a:pt x="1740284" y="300725"/>
                </a:cubicBezTo>
                <a:cubicBezTo>
                  <a:pt x="1043486" y="300725"/>
                  <a:pt x="357043" y="386721"/>
                  <a:pt x="0" y="432613"/>
                </a:cubicBezTo>
                <a:lnTo>
                  <a:pt x="0" y="0"/>
                </a:lnTo>
                <a:close/>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 name="椭圆 61">
            <a:extLst>
              <a:ext uri="{FF2B5EF4-FFF2-40B4-BE49-F238E27FC236}">
                <a16:creationId xmlns:a16="http://schemas.microsoft.com/office/drawing/2014/main" id="{582582B5-CD7E-7F41-800C-D840B445D6A6}"/>
              </a:ext>
            </a:extLst>
          </p:cNvPr>
          <p:cNvSpPr>
            <a:spLocks noChangeArrowheads="1"/>
          </p:cNvSpPr>
          <p:nvPr/>
        </p:nvSpPr>
        <p:spPr bwMode="auto">
          <a:xfrm>
            <a:off x="2555875" y="1565275"/>
            <a:ext cx="695325" cy="695325"/>
          </a:xfrm>
          <a:prstGeom prst="ellipse">
            <a:avLst/>
          </a:prstGeom>
          <a:solidFill>
            <a:srgbClr val="EB7D6C"/>
          </a:solidFill>
          <a:ln w="57150">
            <a:solidFill>
              <a:srgbClr val="F9D5CF"/>
            </a:solidFill>
            <a:bevel/>
            <a:headEnd/>
            <a:tailEnd/>
          </a:ln>
        </p:spPr>
        <p:txBody>
          <a:bodyPr lIns="0" tIns="0" rIns="0" bIns="0"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2400" b="1" dirty="0">
                <a:solidFill>
                  <a:srgbClr val="FFFFFF"/>
                </a:solidFill>
                <a:latin typeface="Arial Rounded MT Bold" panose="020F0704030504030204" pitchFamily="34" charset="77"/>
                <a:ea typeface="微软雅黑" panose="020B0503020204020204" pitchFamily="34" charset="-122"/>
                <a:sym typeface="Arial" panose="020B0604020202020204" pitchFamily="34" charset="0"/>
              </a:rPr>
              <a:t>1</a:t>
            </a:r>
          </a:p>
        </p:txBody>
      </p:sp>
      <p:sp>
        <p:nvSpPr>
          <p:cNvPr id="7" name="矩形 1">
            <a:extLst>
              <a:ext uri="{FF2B5EF4-FFF2-40B4-BE49-F238E27FC236}">
                <a16:creationId xmlns:a16="http://schemas.microsoft.com/office/drawing/2014/main" id="{8504AC5E-7A88-A940-83E2-20143E7BFBC5}"/>
              </a:ext>
            </a:extLst>
          </p:cNvPr>
          <p:cNvSpPr>
            <a:spLocks noChangeArrowheads="1"/>
          </p:cNvSpPr>
          <p:nvPr/>
        </p:nvSpPr>
        <p:spPr bwMode="auto">
          <a:xfrm rot="-1146581">
            <a:off x="2600325" y="2733675"/>
            <a:ext cx="3417888" cy="374650"/>
          </a:xfrm>
          <a:custGeom>
            <a:avLst/>
            <a:gdLst>
              <a:gd name="T0" fmla="*/ 0 w 4180787"/>
              <a:gd name="T1" fmla="*/ 0 h 432613"/>
              <a:gd name="T2" fmla="*/ 1779968 w 4180787"/>
              <a:gd name="T3" fmla="*/ 237145 h 432613"/>
              <a:gd name="T4" fmla="*/ 4180787 w 4180787"/>
              <a:gd name="T5" fmla="*/ 0 h 432613"/>
              <a:gd name="T6" fmla="*/ 4180787 w 4180787"/>
              <a:gd name="T7" fmla="*/ 432613 h 432613"/>
              <a:gd name="T8" fmla="*/ 1740284 w 4180787"/>
              <a:gd name="T9" fmla="*/ 300725 h 432613"/>
              <a:gd name="T10" fmla="*/ 0 w 4180787"/>
              <a:gd name="T11" fmla="*/ 432613 h 432613"/>
              <a:gd name="T12" fmla="*/ 0 w 4180787"/>
              <a:gd name="T13" fmla="*/ 0 h 432613"/>
            </a:gdLst>
            <a:ahLst/>
            <a:cxnLst>
              <a:cxn ang="0">
                <a:pos x="T0" y="T1"/>
              </a:cxn>
              <a:cxn ang="0">
                <a:pos x="T2" y="T3"/>
              </a:cxn>
              <a:cxn ang="0">
                <a:pos x="T4" y="T5"/>
              </a:cxn>
              <a:cxn ang="0">
                <a:pos x="T6" y="T7"/>
              </a:cxn>
              <a:cxn ang="0">
                <a:pos x="T8" y="T9"/>
              </a:cxn>
              <a:cxn ang="0">
                <a:pos x="T10" y="T11"/>
              </a:cxn>
              <a:cxn ang="0">
                <a:pos x="T12" y="T13"/>
              </a:cxn>
            </a:cxnLst>
            <a:rect l="0" t="0" r="r" b="b"/>
            <a:pathLst>
              <a:path w="4180787" h="432613">
                <a:moveTo>
                  <a:pt x="0" y="0"/>
                </a:moveTo>
                <a:cubicBezTo>
                  <a:pt x="455759" y="126804"/>
                  <a:pt x="1083170" y="237145"/>
                  <a:pt x="1779968" y="237145"/>
                </a:cubicBezTo>
                <a:cubicBezTo>
                  <a:pt x="2476766" y="237145"/>
                  <a:pt x="3713158" y="116136"/>
                  <a:pt x="4180787" y="0"/>
                </a:cubicBezTo>
                <a:lnTo>
                  <a:pt x="4180787" y="432613"/>
                </a:lnTo>
                <a:cubicBezTo>
                  <a:pt x="3758675" y="303509"/>
                  <a:pt x="2437082" y="300725"/>
                  <a:pt x="1740284" y="300725"/>
                </a:cubicBezTo>
                <a:cubicBezTo>
                  <a:pt x="1043486" y="300725"/>
                  <a:pt x="357043" y="386721"/>
                  <a:pt x="0" y="432613"/>
                </a:cubicBezTo>
                <a:lnTo>
                  <a:pt x="0" y="0"/>
                </a:lnTo>
                <a:close/>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椭圆 59">
            <a:extLst>
              <a:ext uri="{FF2B5EF4-FFF2-40B4-BE49-F238E27FC236}">
                <a16:creationId xmlns:a16="http://schemas.microsoft.com/office/drawing/2014/main" id="{8FED86C5-0412-694D-B7BF-D7F285B848E7}"/>
              </a:ext>
            </a:extLst>
          </p:cNvPr>
          <p:cNvSpPr>
            <a:spLocks noChangeArrowheads="1"/>
          </p:cNvSpPr>
          <p:nvPr/>
        </p:nvSpPr>
        <p:spPr bwMode="auto">
          <a:xfrm>
            <a:off x="2116138" y="2946400"/>
            <a:ext cx="998537" cy="996950"/>
          </a:xfrm>
          <a:prstGeom prst="ellipse">
            <a:avLst/>
          </a:prstGeom>
          <a:solidFill>
            <a:srgbClr val="EB7D6C"/>
          </a:solidFill>
          <a:ln w="57150">
            <a:solidFill>
              <a:srgbClr val="F9D5CF"/>
            </a:solidFill>
            <a:bevel/>
            <a:headEnd/>
            <a:tailEnd/>
          </a:ln>
        </p:spPr>
        <p:txBody>
          <a:bodyPr lIns="0" tIns="0" rIns="0" bIns="0" anchor="ctr"/>
          <a:lstStyle/>
          <a:p>
            <a:pPr algn="ctr"/>
            <a:r>
              <a:rPr lang="zh-CN" altLang="en-US" sz="3600" b="1" dirty="0">
                <a:solidFill>
                  <a:srgbClr val="FFFFFF"/>
                </a:solidFill>
                <a:latin typeface="Arial Rounded MT Bold" panose="020F0704030504030204" pitchFamily="34" charset="77"/>
                <a:sym typeface="Arial" panose="020B0604020202020204" pitchFamily="34" charset="0"/>
              </a:rPr>
              <a:t>3</a:t>
            </a:r>
          </a:p>
        </p:txBody>
      </p:sp>
      <p:sp>
        <p:nvSpPr>
          <p:cNvPr id="9" name="椭圆 57">
            <a:extLst>
              <a:ext uri="{FF2B5EF4-FFF2-40B4-BE49-F238E27FC236}">
                <a16:creationId xmlns:a16="http://schemas.microsoft.com/office/drawing/2014/main" id="{9D7916F6-8D95-9845-84A7-C6DDE18FB30C}"/>
              </a:ext>
            </a:extLst>
          </p:cNvPr>
          <p:cNvSpPr>
            <a:spLocks noChangeArrowheads="1"/>
          </p:cNvSpPr>
          <p:nvPr/>
        </p:nvSpPr>
        <p:spPr bwMode="auto">
          <a:xfrm>
            <a:off x="5881688" y="1695450"/>
            <a:ext cx="998537" cy="1000125"/>
          </a:xfrm>
          <a:prstGeom prst="ellipse">
            <a:avLst/>
          </a:prstGeom>
          <a:solidFill>
            <a:srgbClr val="EB7D6C"/>
          </a:solidFill>
          <a:ln w="57150">
            <a:solidFill>
              <a:srgbClr val="F9D5CF"/>
            </a:solidFill>
            <a:bevel/>
            <a:headEnd/>
            <a:tailEnd/>
          </a:ln>
        </p:spPr>
        <p:txBody>
          <a:bodyPr lIns="0" tIns="0" rIns="0" bIns="0" anchor="ctr"/>
          <a:lstStyle/>
          <a:p>
            <a:pPr algn="ctr"/>
            <a:r>
              <a:rPr lang="zh-CN" altLang="en-US" sz="3600" b="1" dirty="0">
                <a:solidFill>
                  <a:srgbClr val="FFFFFF"/>
                </a:solidFill>
                <a:latin typeface="Arial Rounded MT Bold" panose="020F0704030504030204" pitchFamily="34" charset="77"/>
                <a:sym typeface="Arial" panose="020B0604020202020204" pitchFamily="34" charset="0"/>
              </a:rPr>
              <a:t>2</a:t>
            </a:r>
          </a:p>
        </p:txBody>
      </p:sp>
      <p:sp>
        <p:nvSpPr>
          <p:cNvPr id="10" name="椭圆 55">
            <a:extLst>
              <a:ext uri="{FF2B5EF4-FFF2-40B4-BE49-F238E27FC236}">
                <a16:creationId xmlns:a16="http://schemas.microsoft.com/office/drawing/2014/main" id="{37EB0BBB-4B28-9C40-9921-E7D5EEE3653F}"/>
              </a:ext>
            </a:extLst>
          </p:cNvPr>
          <p:cNvSpPr>
            <a:spLocks noChangeArrowheads="1"/>
          </p:cNvSpPr>
          <p:nvPr/>
        </p:nvSpPr>
        <p:spPr bwMode="auto">
          <a:xfrm>
            <a:off x="5022850" y="3444875"/>
            <a:ext cx="674688" cy="673100"/>
          </a:xfrm>
          <a:prstGeom prst="ellipse">
            <a:avLst/>
          </a:prstGeom>
          <a:solidFill>
            <a:srgbClr val="EB7D6C"/>
          </a:solidFill>
          <a:ln w="57150">
            <a:solidFill>
              <a:srgbClr val="F9D5CF"/>
            </a:solidFill>
            <a:bevel/>
            <a:headEnd/>
            <a:tailEnd/>
          </a:ln>
        </p:spPr>
        <p:txBody>
          <a:bodyPr lIns="0" tIns="0" rIns="0" bIns="0"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2400" b="1" dirty="0">
                <a:solidFill>
                  <a:srgbClr val="FFFFFF"/>
                </a:solidFill>
                <a:latin typeface="Arial Rounded MT Bold" panose="020F0704030504030204" pitchFamily="34" charset="77"/>
                <a:ea typeface="微软雅黑" panose="020B0503020204020204" pitchFamily="34" charset="-122"/>
                <a:sym typeface="Arial" panose="020B0604020202020204" pitchFamily="34" charset="0"/>
              </a:rPr>
              <a:t>4</a:t>
            </a:r>
          </a:p>
        </p:txBody>
      </p:sp>
      <p:grpSp>
        <p:nvGrpSpPr>
          <p:cNvPr id="7178" name="椭圆 52">
            <a:extLst>
              <a:ext uri="{FF2B5EF4-FFF2-40B4-BE49-F238E27FC236}">
                <a16:creationId xmlns:a16="http://schemas.microsoft.com/office/drawing/2014/main" id="{F2E19A67-039A-9441-891F-B27417023EF8}"/>
              </a:ext>
            </a:extLst>
          </p:cNvPr>
          <p:cNvGrpSpPr>
            <a:grpSpLocks/>
          </p:cNvGrpSpPr>
          <p:nvPr/>
        </p:nvGrpSpPr>
        <p:grpSpPr bwMode="auto">
          <a:xfrm>
            <a:off x="3105150" y="4443413"/>
            <a:ext cx="700088" cy="706437"/>
            <a:chOff x="0" y="0"/>
            <a:chExt cx="441" cy="445"/>
          </a:xfrm>
        </p:grpSpPr>
        <p:pic>
          <p:nvPicPr>
            <p:cNvPr id="7179" name="椭圆 52">
              <a:extLst>
                <a:ext uri="{FF2B5EF4-FFF2-40B4-BE49-F238E27FC236}">
                  <a16:creationId xmlns:a16="http://schemas.microsoft.com/office/drawing/2014/main" id="{8E93CC6F-DFD5-3444-A950-23888A68267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441" cy="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80" name="文本框 12">
              <a:extLst>
                <a:ext uri="{FF2B5EF4-FFF2-40B4-BE49-F238E27FC236}">
                  <a16:creationId xmlns:a16="http://schemas.microsoft.com/office/drawing/2014/main" id="{61A4A8E8-9EFF-6C4E-871D-42806A0B06CE}"/>
                </a:ext>
              </a:extLst>
            </p:cNvPr>
            <p:cNvSpPr txBox="1">
              <a:spLocks noChangeArrowheads="1"/>
            </p:cNvSpPr>
            <p:nvPr/>
          </p:nvSpPr>
          <p:spPr bwMode="auto">
            <a:xfrm>
              <a:off x="69" y="72"/>
              <a:ext cx="303"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en-US" altLang="en-US">
                <a:solidFill>
                  <a:srgbClr val="FFFFFF"/>
                </a:solidFill>
                <a:latin typeface="Calibri" panose="020F0502020204030204" pitchFamily="34" charset="0"/>
              </a:endParaRPr>
            </a:p>
          </p:txBody>
        </p:sp>
      </p:grpSp>
      <p:sp>
        <p:nvSpPr>
          <p:cNvPr id="14" name="椭圆 53">
            <a:extLst>
              <a:ext uri="{FF2B5EF4-FFF2-40B4-BE49-F238E27FC236}">
                <a16:creationId xmlns:a16="http://schemas.microsoft.com/office/drawing/2014/main" id="{69EED17A-B0B7-3D4E-848F-84E61ECB5D26}"/>
              </a:ext>
            </a:extLst>
          </p:cNvPr>
          <p:cNvSpPr>
            <a:spLocks noChangeArrowheads="1"/>
          </p:cNvSpPr>
          <p:nvPr/>
        </p:nvSpPr>
        <p:spPr bwMode="auto">
          <a:xfrm>
            <a:off x="3128963" y="4457700"/>
            <a:ext cx="666750" cy="666750"/>
          </a:xfrm>
          <a:prstGeom prst="ellipse">
            <a:avLst/>
          </a:prstGeom>
          <a:solidFill>
            <a:srgbClr val="EB7D6C"/>
          </a:solidFill>
          <a:ln w="57150">
            <a:solidFill>
              <a:srgbClr val="F9D5CF"/>
            </a:solidFill>
            <a:bevel/>
            <a:headEnd/>
            <a:tailEnd/>
          </a:ln>
        </p:spPr>
        <p:txBody>
          <a:bodyPr lIns="0" tIns="0" rIns="0" bIns="0"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2400" b="1" dirty="0">
                <a:solidFill>
                  <a:srgbClr val="FFFFFF"/>
                </a:solidFill>
                <a:latin typeface="Arial Rounded MT Bold" panose="020F0704030504030204" pitchFamily="34" charset="77"/>
                <a:ea typeface="微软雅黑" panose="020B0503020204020204" pitchFamily="34" charset="-122"/>
                <a:sym typeface="Arial" panose="020B0604020202020204" pitchFamily="34" charset="0"/>
              </a:rPr>
              <a:t>5</a:t>
            </a:r>
          </a:p>
        </p:txBody>
      </p:sp>
      <p:sp>
        <p:nvSpPr>
          <p:cNvPr id="15" name="椭圆 51">
            <a:extLst>
              <a:ext uri="{FF2B5EF4-FFF2-40B4-BE49-F238E27FC236}">
                <a16:creationId xmlns:a16="http://schemas.microsoft.com/office/drawing/2014/main" id="{99BE2371-789E-1D4E-BEC4-675CD16B1ED5}"/>
              </a:ext>
            </a:extLst>
          </p:cNvPr>
          <p:cNvSpPr>
            <a:spLocks noChangeArrowheads="1"/>
          </p:cNvSpPr>
          <p:nvPr/>
        </p:nvSpPr>
        <p:spPr bwMode="auto">
          <a:xfrm>
            <a:off x="6029325" y="4546600"/>
            <a:ext cx="998538" cy="996950"/>
          </a:xfrm>
          <a:prstGeom prst="ellipse">
            <a:avLst/>
          </a:prstGeom>
          <a:solidFill>
            <a:srgbClr val="EB7D6C"/>
          </a:solidFill>
          <a:ln w="57150">
            <a:solidFill>
              <a:srgbClr val="F9D5CF"/>
            </a:solidFill>
            <a:bevel/>
            <a:headEnd/>
            <a:tailEnd/>
          </a:ln>
        </p:spPr>
        <p:txBody>
          <a:bodyPr lIns="0" tIns="0" rIns="0" bIns="0" anchor="ctr"/>
          <a:lstStyle/>
          <a:p>
            <a:pPr algn="ctr"/>
            <a:r>
              <a:rPr lang="zh-CN" altLang="en-US" sz="3600" b="1" dirty="0">
                <a:solidFill>
                  <a:srgbClr val="FFFFFF"/>
                </a:solidFill>
                <a:latin typeface="Arial Rounded MT Bold" panose="020F0704030504030204" pitchFamily="34" charset="77"/>
                <a:sym typeface="Arial" panose="020B0604020202020204" pitchFamily="34" charset="0"/>
              </a:rPr>
              <a:t>6</a:t>
            </a:r>
          </a:p>
        </p:txBody>
      </p:sp>
      <p:sp>
        <p:nvSpPr>
          <p:cNvPr id="16" name="KSO_GT1">
            <a:extLst>
              <a:ext uri="{FF2B5EF4-FFF2-40B4-BE49-F238E27FC236}">
                <a16:creationId xmlns:a16="http://schemas.microsoft.com/office/drawing/2014/main" id="{3BAC0C39-4F69-4C43-A178-55BA621CF4B4}"/>
              </a:ext>
            </a:extLst>
          </p:cNvPr>
          <p:cNvSpPr txBox="1">
            <a:spLocks noChangeArrowheads="1"/>
          </p:cNvSpPr>
          <p:nvPr/>
        </p:nvSpPr>
        <p:spPr bwMode="auto">
          <a:xfrm>
            <a:off x="1619250" y="2214563"/>
            <a:ext cx="244792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gn="ctr">
              <a:lnSpc>
                <a:spcPct val="120000"/>
              </a:lnSpc>
            </a:pPr>
            <a:r>
              <a:rPr lang="zh-CN" altLang="en-US" sz="2400" b="1">
                <a:latin typeface="黑体" panose="02010609060101010101" pitchFamily="49" charset="-122"/>
                <a:ea typeface="黑体" panose="02010609060101010101" pitchFamily="49" charset="-122"/>
                <a:sym typeface="宋体" panose="02010600030101010101" pitchFamily="2" charset="-122"/>
              </a:rPr>
              <a:t>基本概念</a:t>
            </a:r>
          </a:p>
        </p:txBody>
      </p:sp>
      <p:sp>
        <p:nvSpPr>
          <p:cNvPr id="17" name="KSO_GT1">
            <a:extLst>
              <a:ext uri="{FF2B5EF4-FFF2-40B4-BE49-F238E27FC236}">
                <a16:creationId xmlns:a16="http://schemas.microsoft.com/office/drawing/2014/main" id="{D20CC491-E7E9-A944-A9A3-84EFC4378E7B}"/>
              </a:ext>
            </a:extLst>
          </p:cNvPr>
          <p:cNvSpPr txBox="1">
            <a:spLocks noChangeArrowheads="1"/>
          </p:cNvSpPr>
          <p:nvPr/>
        </p:nvSpPr>
        <p:spPr bwMode="auto">
          <a:xfrm>
            <a:off x="5022850" y="2632075"/>
            <a:ext cx="2917825"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gn="ctr">
              <a:lnSpc>
                <a:spcPct val="120000"/>
              </a:lnSpc>
            </a:pPr>
            <a:r>
              <a:rPr lang="zh-CN" altLang="en-US" sz="2400" b="1">
                <a:latin typeface="黑体" panose="02010609060101010101" pitchFamily="49" charset="-122"/>
                <a:ea typeface="黑体" panose="02010609060101010101" pitchFamily="49" charset="-122"/>
                <a:sym typeface="宋体" panose="02010600030101010101" pitchFamily="2" charset="-122"/>
              </a:rPr>
              <a:t>处理死锁的基本方法</a:t>
            </a:r>
          </a:p>
        </p:txBody>
      </p:sp>
      <p:sp>
        <p:nvSpPr>
          <p:cNvPr id="18" name="KSO_GT1">
            <a:extLst>
              <a:ext uri="{FF2B5EF4-FFF2-40B4-BE49-F238E27FC236}">
                <a16:creationId xmlns:a16="http://schemas.microsoft.com/office/drawing/2014/main" id="{AFFB6172-AC51-8C47-8AAB-643569FD5CB0}"/>
              </a:ext>
            </a:extLst>
          </p:cNvPr>
          <p:cNvSpPr txBox="1">
            <a:spLocks noChangeArrowheads="1"/>
          </p:cNvSpPr>
          <p:nvPr/>
        </p:nvSpPr>
        <p:spPr bwMode="auto">
          <a:xfrm>
            <a:off x="5821363" y="3524250"/>
            <a:ext cx="211772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nSpc>
                <a:spcPct val="120000"/>
              </a:lnSpc>
            </a:pPr>
            <a:r>
              <a:rPr lang="zh-CN" altLang="en-US" sz="2400" b="1">
                <a:latin typeface="黑体" panose="02010609060101010101" pitchFamily="49" charset="-122"/>
                <a:ea typeface="黑体" panose="02010609060101010101" pitchFamily="49" charset="-122"/>
                <a:sym typeface="宋体" panose="02010600030101010101" pitchFamily="2" charset="-122"/>
              </a:rPr>
              <a:t>银行家算法</a:t>
            </a:r>
          </a:p>
        </p:txBody>
      </p:sp>
      <p:sp>
        <p:nvSpPr>
          <p:cNvPr id="19" name="KSO_GT1">
            <a:extLst>
              <a:ext uri="{FF2B5EF4-FFF2-40B4-BE49-F238E27FC236}">
                <a16:creationId xmlns:a16="http://schemas.microsoft.com/office/drawing/2014/main" id="{C32BBB05-93E9-C14A-B223-FBD0B3CA7F42}"/>
              </a:ext>
            </a:extLst>
          </p:cNvPr>
          <p:cNvSpPr txBox="1">
            <a:spLocks noChangeArrowheads="1"/>
          </p:cNvSpPr>
          <p:nvPr/>
        </p:nvSpPr>
        <p:spPr bwMode="auto">
          <a:xfrm>
            <a:off x="5468938" y="5470525"/>
            <a:ext cx="2117725"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gn="ctr">
              <a:lnSpc>
                <a:spcPct val="120000"/>
              </a:lnSpc>
            </a:pPr>
            <a:r>
              <a:rPr lang="zh-CN" altLang="en-US" sz="2400" b="1">
                <a:latin typeface="黑体" panose="02010609060101010101" pitchFamily="49" charset="-122"/>
                <a:ea typeface="黑体" panose="02010609060101010101" pitchFamily="49" charset="-122"/>
                <a:sym typeface="宋体" panose="02010600030101010101" pitchFamily="2" charset="-122"/>
              </a:rPr>
              <a:t>小结</a:t>
            </a:r>
          </a:p>
        </p:txBody>
      </p:sp>
      <p:sp>
        <p:nvSpPr>
          <p:cNvPr id="20" name="KSO_GT1">
            <a:extLst>
              <a:ext uri="{FF2B5EF4-FFF2-40B4-BE49-F238E27FC236}">
                <a16:creationId xmlns:a16="http://schemas.microsoft.com/office/drawing/2014/main" id="{01C5478C-3B72-0E42-9632-D2270C6E69BA}"/>
              </a:ext>
            </a:extLst>
          </p:cNvPr>
          <p:cNvSpPr txBox="1">
            <a:spLocks noChangeArrowheads="1"/>
          </p:cNvSpPr>
          <p:nvPr/>
        </p:nvSpPr>
        <p:spPr bwMode="auto">
          <a:xfrm>
            <a:off x="1555750" y="3886200"/>
            <a:ext cx="211772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gn="ctr">
              <a:lnSpc>
                <a:spcPct val="120000"/>
              </a:lnSpc>
            </a:pPr>
            <a:r>
              <a:rPr lang="zh-CN" altLang="en-US" sz="2400" b="1">
                <a:latin typeface="黑体" panose="02010609060101010101" pitchFamily="49" charset="-122"/>
                <a:ea typeface="黑体" panose="02010609060101010101" pitchFamily="49" charset="-122"/>
                <a:sym typeface="宋体" panose="02010600030101010101" pitchFamily="2" charset="-122"/>
              </a:rPr>
              <a:t>鸵鸟算法</a:t>
            </a:r>
          </a:p>
        </p:txBody>
      </p:sp>
      <p:sp>
        <p:nvSpPr>
          <p:cNvPr id="21" name="KSO_GT1">
            <a:extLst>
              <a:ext uri="{FF2B5EF4-FFF2-40B4-BE49-F238E27FC236}">
                <a16:creationId xmlns:a16="http://schemas.microsoft.com/office/drawing/2014/main" id="{7041A32E-F501-3646-9A06-FDBCCD6C81A0}"/>
              </a:ext>
            </a:extLst>
          </p:cNvPr>
          <p:cNvSpPr txBox="1">
            <a:spLocks noChangeArrowheads="1"/>
          </p:cNvSpPr>
          <p:nvPr/>
        </p:nvSpPr>
        <p:spPr bwMode="auto">
          <a:xfrm>
            <a:off x="1974850" y="5067300"/>
            <a:ext cx="230981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gn="ctr">
              <a:lnSpc>
                <a:spcPct val="120000"/>
              </a:lnSpc>
            </a:pPr>
            <a:r>
              <a:rPr lang="zh-CN" altLang="en-US" sz="2400" b="1">
                <a:latin typeface="黑体" panose="02010609060101010101" pitchFamily="49" charset="-122"/>
                <a:ea typeface="黑体" panose="02010609060101010101" pitchFamily="49" charset="-122"/>
                <a:sym typeface="宋体" panose="02010600030101010101" pitchFamily="2" charset="-122"/>
              </a:rPr>
              <a:t>死锁检测与解除</a:t>
            </a:r>
          </a:p>
        </p:txBody>
      </p:sp>
      <p:sp>
        <p:nvSpPr>
          <p:cNvPr id="7189" name="标题 28">
            <a:extLst>
              <a:ext uri="{FF2B5EF4-FFF2-40B4-BE49-F238E27FC236}">
                <a16:creationId xmlns:a16="http://schemas.microsoft.com/office/drawing/2014/main" id="{8BAB89FE-6AB2-404C-8F6D-23CD64441525}"/>
              </a:ext>
            </a:extLst>
          </p:cNvPr>
          <p:cNvSpPr>
            <a:spLocks noGrp="1" noChangeArrowheads="1"/>
          </p:cNvSpPr>
          <p:nvPr>
            <p:ph type="title" idx="4294967295"/>
          </p:nvPr>
        </p:nvSpPr>
        <p:spPr>
          <a:xfrm>
            <a:off x="250825" y="369888"/>
            <a:ext cx="8585200" cy="1325562"/>
          </a:xfrm>
        </p:spPr>
        <p:txBody>
          <a:bodyPr/>
          <a:lstStyle/>
          <a:p>
            <a:r>
              <a:rPr lang="zh-CN" altLang="en-US">
                <a:latin typeface="黑体" panose="02010609060101010101" pitchFamily="49" charset="-122"/>
                <a:ea typeface="黑体" panose="02010609060101010101" pitchFamily="49" charset="-122"/>
              </a:rPr>
              <a:t>目   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edge">
                                      <p:cBhvr>
                                        <p:cTn id="7" dur="2000"/>
                                        <p:tgtEl>
                                          <p:spTgt spid="6"/>
                                        </p:tgtEl>
                                      </p:cBhvr>
                                    </p:animEffect>
                                  </p:childTnLst>
                                </p:cTn>
                              </p:par>
                              <p:par>
                                <p:cTn id="8" presetID="2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edge">
                                      <p:cBhvr>
                                        <p:cTn id="10" dur="2000"/>
                                        <p:tgtEl>
                                          <p:spTgt spid="16"/>
                                        </p:tgtEl>
                                      </p:cBhvr>
                                    </p:animEffect>
                                  </p:childTnLst>
                                </p:cTn>
                              </p:par>
                            </p:childTnLst>
                          </p:cTn>
                        </p:par>
                        <p:par>
                          <p:cTn id="11" fill="hold" nodeType="afterGroup">
                            <p:stCondLst>
                              <p:cond delay="2000"/>
                            </p:stCondLst>
                            <p:childTnLst>
                              <p:par>
                                <p:cTn id="12" presetID="22" presetClass="entr" presetSubtype="8"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500"/>
                                        <p:tgtEl>
                                          <p:spTgt spid="5"/>
                                        </p:tgtEl>
                                      </p:cBhvr>
                                    </p:animEffect>
                                  </p:childTnLst>
                                </p:cTn>
                              </p:par>
                            </p:childTnLst>
                          </p:cTn>
                        </p:par>
                        <p:par>
                          <p:cTn id="15" fill="hold" nodeType="afterGroup">
                            <p:stCondLst>
                              <p:cond delay="2500"/>
                            </p:stCondLst>
                            <p:childTnLst>
                              <p:par>
                                <p:cTn id="16" presetID="20"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edge">
                                      <p:cBhvr>
                                        <p:cTn id="18" dur="2000"/>
                                        <p:tgtEl>
                                          <p:spTgt spid="9"/>
                                        </p:tgtEl>
                                      </p:cBhvr>
                                    </p:animEffect>
                                  </p:childTnLst>
                                </p:cTn>
                              </p:par>
                              <p:par>
                                <p:cTn id="19" presetID="20"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edge">
                                      <p:cBhvr>
                                        <p:cTn id="21" dur="2000"/>
                                        <p:tgtEl>
                                          <p:spTgt spid="17"/>
                                        </p:tgtEl>
                                      </p:cBhvr>
                                    </p:animEffect>
                                  </p:childTnLst>
                                </p:cTn>
                              </p:par>
                            </p:childTnLst>
                          </p:cTn>
                        </p:par>
                        <p:par>
                          <p:cTn id="22" fill="hold" nodeType="afterGroup">
                            <p:stCondLst>
                              <p:cond delay="4500"/>
                            </p:stCondLst>
                            <p:childTnLst>
                              <p:par>
                                <p:cTn id="23" presetID="22" presetClass="entr" presetSubtype="2" fill="hold"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right)">
                                      <p:cBhvr>
                                        <p:cTn id="25" dur="500"/>
                                        <p:tgtEl>
                                          <p:spTgt spid="7"/>
                                        </p:tgtEl>
                                      </p:cBhvr>
                                    </p:animEffect>
                                  </p:childTnLst>
                                </p:cTn>
                              </p:par>
                            </p:childTnLst>
                          </p:cTn>
                        </p:par>
                        <p:par>
                          <p:cTn id="26" fill="hold" nodeType="afterGroup">
                            <p:stCondLst>
                              <p:cond delay="5000"/>
                            </p:stCondLst>
                            <p:childTnLst>
                              <p:par>
                                <p:cTn id="27" presetID="20" presetClass="entr" presetSubtype="0"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edge">
                                      <p:cBhvr>
                                        <p:cTn id="29" dur="2000"/>
                                        <p:tgtEl>
                                          <p:spTgt spid="8"/>
                                        </p:tgtEl>
                                      </p:cBhvr>
                                    </p:animEffect>
                                  </p:childTnLst>
                                </p:cTn>
                              </p:par>
                              <p:par>
                                <p:cTn id="30" presetID="20"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edge">
                                      <p:cBhvr>
                                        <p:cTn id="32" dur="2000"/>
                                        <p:tgtEl>
                                          <p:spTgt spid="20"/>
                                        </p:tgtEl>
                                      </p:cBhvr>
                                    </p:animEffect>
                                  </p:childTnLst>
                                </p:cTn>
                              </p:par>
                            </p:childTnLst>
                          </p:cTn>
                        </p:par>
                        <p:par>
                          <p:cTn id="33" fill="hold" nodeType="afterGroup">
                            <p:stCondLst>
                              <p:cond delay="7000"/>
                            </p:stCondLst>
                            <p:childTnLst>
                              <p:par>
                                <p:cTn id="34" presetID="22" presetClass="entr" presetSubtype="8" fill="hold" nodeType="after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left)">
                                      <p:cBhvr>
                                        <p:cTn id="36" dur="500"/>
                                        <p:tgtEl>
                                          <p:spTgt spid="4"/>
                                        </p:tgtEl>
                                      </p:cBhvr>
                                    </p:animEffect>
                                  </p:childTnLst>
                                </p:cTn>
                              </p:par>
                            </p:childTnLst>
                          </p:cTn>
                        </p:par>
                        <p:par>
                          <p:cTn id="37" fill="hold" nodeType="afterGroup">
                            <p:stCondLst>
                              <p:cond delay="7500"/>
                            </p:stCondLst>
                            <p:childTnLst>
                              <p:par>
                                <p:cTn id="38" presetID="20" presetClass="entr" presetSubtype="0" fill="hold" grpId="0" nodeType="after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edge">
                                      <p:cBhvr>
                                        <p:cTn id="40" dur="2000"/>
                                        <p:tgtEl>
                                          <p:spTgt spid="10"/>
                                        </p:tgtEl>
                                      </p:cBhvr>
                                    </p:animEffect>
                                  </p:childTnLst>
                                </p:cTn>
                              </p:par>
                              <p:par>
                                <p:cTn id="41" presetID="2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wedge">
                                      <p:cBhvr>
                                        <p:cTn id="43" dur="2000"/>
                                        <p:tgtEl>
                                          <p:spTgt spid="18"/>
                                        </p:tgtEl>
                                      </p:cBhvr>
                                    </p:animEffect>
                                  </p:childTnLst>
                                </p:cTn>
                              </p:par>
                            </p:childTnLst>
                          </p:cTn>
                        </p:par>
                        <p:par>
                          <p:cTn id="44" fill="hold" nodeType="afterGroup">
                            <p:stCondLst>
                              <p:cond delay="9500"/>
                            </p:stCondLst>
                            <p:childTnLst>
                              <p:par>
                                <p:cTn id="45" presetID="22" presetClass="entr" presetSubtype="2" fill="hold" nodeType="after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wipe(right)">
                                      <p:cBhvr>
                                        <p:cTn id="47" dur="500"/>
                                        <p:tgtEl>
                                          <p:spTgt spid="3"/>
                                        </p:tgtEl>
                                      </p:cBhvr>
                                    </p:animEffect>
                                  </p:childTnLst>
                                </p:cTn>
                              </p:par>
                            </p:childTnLst>
                          </p:cTn>
                        </p:par>
                        <p:par>
                          <p:cTn id="48" fill="hold" nodeType="afterGroup">
                            <p:stCondLst>
                              <p:cond delay="10000"/>
                            </p:stCondLst>
                            <p:childTnLst>
                              <p:par>
                                <p:cTn id="49" presetID="20" presetClass="entr" presetSubtype="0" fill="hold" grpId="0" nodeType="after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wedge">
                                      <p:cBhvr>
                                        <p:cTn id="51" dur="2000"/>
                                        <p:tgtEl>
                                          <p:spTgt spid="14"/>
                                        </p:tgtEl>
                                      </p:cBhvr>
                                    </p:animEffect>
                                  </p:childTnLst>
                                </p:cTn>
                              </p:par>
                              <p:par>
                                <p:cTn id="52" presetID="2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wedge">
                                      <p:cBhvr>
                                        <p:cTn id="54" dur="2000"/>
                                        <p:tgtEl>
                                          <p:spTgt spid="21"/>
                                        </p:tgtEl>
                                      </p:cBhvr>
                                    </p:animEffect>
                                  </p:childTnLst>
                                </p:cTn>
                              </p:par>
                            </p:childTnLst>
                          </p:cTn>
                        </p:par>
                        <p:par>
                          <p:cTn id="55" fill="hold" nodeType="afterGroup">
                            <p:stCondLst>
                              <p:cond delay="12000"/>
                            </p:stCondLst>
                            <p:childTnLst>
                              <p:par>
                                <p:cTn id="56" presetID="22" presetClass="entr" presetSubtype="8" fill="hold" nodeType="afterEffect">
                                  <p:stCondLst>
                                    <p:cond delay="0"/>
                                  </p:stCondLst>
                                  <p:childTnLst>
                                    <p:set>
                                      <p:cBhvr>
                                        <p:cTn id="57" dur="1" fill="hold">
                                          <p:stCondLst>
                                            <p:cond delay="0"/>
                                          </p:stCondLst>
                                        </p:cTn>
                                        <p:tgtEl>
                                          <p:spTgt spid="2"/>
                                        </p:tgtEl>
                                        <p:attrNameLst>
                                          <p:attrName>style.visibility</p:attrName>
                                        </p:attrNameLst>
                                      </p:cBhvr>
                                      <p:to>
                                        <p:strVal val="visible"/>
                                      </p:to>
                                    </p:set>
                                    <p:animEffect transition="in" filter="wipe(left)">
                                      <p:cBhvr>
                                        <p:cTn id="58" dur="500"/>
                                        <p:tgtEl>
                                          <p:spTgt spid="2"/>
                                        </p:tgtEl>
                                      </p:cBhvr>
                                    </p:animEffect>
                                  </p:childTnLst>
                                </p:cTn>
                              </p:par>
                            </p:childTnLst>
                          </p:cTn>
                        </p:par>
                        <p:par>
                          <p:cTn id="59" fill="hold" nodeType="afterGroup">
                            <p:stCondLst>
                              <p:cond delay="12500"/>
                            </p:stCondLst>
                            <p:childTnLst>
                              <p:par>
                                <p:cTn id="60" presetID="20" presetClass="entr" presetSubtype="0" fill="hold" grpId="0" nodeType="after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edge">
                                      <p:cBhvr>
                                        <p:cTn id="62" dur="2000"/>
                                        <p:tgtEl>
                                          <p:spTgt spid="15"/>
                                        </p:tgtEl>
                                      </p:cBhvr>
                                    </p:animEffect>
                                  </p:childTnLst>
                                </p:cTn>
                              </p:par>
                              <p:par>
                                <p:cTn id="63" presetID="20" presetClass="entr" presetSubtype="0" fill="hold" grpId="0" nodeType="withEffect">
                                  <p:stCondLst>
                                    <p:cond delay="0"/>
                                  </p:stCondLst>
                                  <p:childTnLst>
                                    <p:set>
                                      <p:cBhvr>
                                        <p:cTn id="64" dur="1" fill="hold">
                                          <p:stCondLst>
                                            <p:cond delay="0"/>
                                          </p:stCondLst>
                                        </p:cTn>
                                        <p:tgtEl>
                                          <p:spTgt spid="19"/>
                                        </p:tgtEl>
                                        <p:attrNameLst>
                                          <p:attrName>style.visibility</p:attrName>
                                        </p:attrNameLst>
                                      </p:cBhvr>
                                      <p:to>
                                        <p:strVal val="visible"/>
                                      </p:to>
                                    </p:set>
                                    <p:animEffect transition="in" filter="wedge">
                                      <p:cBhvr>
                                        <p:cTn id="65"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8" grpId="0" bldLvl="0" animBg="1"/>
      <p:bldP spid="9" grpId="0" bldLvl="0" animBg="1"/>
      <p:bldP spid="10" grpId="0" bldLvl="0" animBg="1"/>
      <p:bldP spid="14" grpId="0" bldLvl="0" animBg="1"/>
      <p:bldP spid="15" grpId="0" bldLvl="0" animBg="1"/>
      <p:bldP spid="16" grpId="0" bldLvl="0"/>
      <p:bldP spid="17" grpId="0" bldLvl="0"/>
      <p:bldP spid="18" grpId="0" bldLvl="0"/>
      <p:bldP spid="19" grpId="0" bldLvl="0"/>
      <p:bldP spid="20" grpId="0" bldLvl="0"/>
      <p:bldP spid="21" grpId="0" bldLvl="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圆角矩形 11">
            <a:extLst>
              <a:ext uri="{FF2B5EF4-FFF2-40B4-BE49-F238E27FC236}">
                <a16:creationId xmlns:a16="http://schemas.microsoft.com/office/drawing/2014/main" id="{011C3A42-64C6-8646-9CFA-F4420157A837}"/>
              </a:ext>
            </a:extLst>
          </p:cNvPr>
          <p:cNvSpPr>
            <a:spLocks noChangeArrowheads="1"/>
          </p:cNvSpPr>
          <p:nvPr/>
        </p:nvSpPr>
        <p:spPr bwMode="auto">
          <a:xfrm flipH="1">
            <a:off x="7672388" y="1036638"/>
            <a:ext cx="465137" cy="114300"/>
          </a:xfrm>
          <a:custGeom>
            <a:avLst/>
            <a:gdLst>
              <a:gd name="T0" fmla="*/ 87048 w 711052"/>
              <a:gd name="T1" fmla="*/ 0 h 174096"/>
              <a:gd name="T2" fmla="*/ 711052 w 711052"/>
              <a:gd name="T3" fmla="*/ 0 h 174096"/>
              <a:gd name="T4" fmla="*/ 711052 w 711052"/>
              <a:gd name="T5" fmla="*/ 174096 h 174096"/>
              <a:gd name="T6" fmla="*/ 87048 w 711052"/>
              <a:gd name="T7" fmla="*/ 174096 h 174096"/>
              <a:gd name="T8" fmla="*/ 0 w 711052"/>
              <a:gd name="T9" fmla="*/ 87048 h 174096"/>
              <a:gd name="T10" fmla="*/ 87048 w 711052"/>
              <a:gd name="T11" fmla="*/ 0 h 174096"/>
            </a:gdLst>
            <a:ahLst/>
            <a:cxnLst>
              <a:cxn ang="0">
                <a:pos x="T0" y="T1"/>
              </a:cxn>
              <a:cxn ang="0">
                <a:pos x="T2" y="T3"/>
              </a:cxn>
              <a:cxn ang="0">
                <a:pos x="T4" y="T5"/>
              </a:cxn>
              <a:cxn ang="0">
                <a:pos x="T6" y="T7"/>
              </a:cxn>
              <a:cxn ang="0">
                <a:pos x="T8" y="T9"/>
              </a:cxn>
              <a:cxn ang="0">
                <a:pos x="T10" y="T11"/>
              </a:cxn>
            </a:cxnLst>
            <a:rect l="0" t="0" r="r" b="b"/>
            <a:pathLst>
              <a:path w="711052" h="174096">
                <a:moveTo>
                  <a:pt x="87048" y="0"/>
                </a:moveTo>
                <a:lnTo>
                  <a:pt x="711052" y="0"/>
                </a:lnTo>
                <a:lnTo>
                  <a:pt x="711052" y="174096"/>
                </a:lnTo>
                <a:lnTo>
                  <a:pt x="87048" y="174096"/>
                </a:lnTo>
                <a:cubicBezTo>
                  <a:pt x="38973" y="174096"/>
                  <a:pt x="0" y="135123"/>
                  <a:pt x="0" y="87048"/>
                </a:cubicBezTo>
                <a:cubicBezTo>
                  <a:pt x="0" y="38973"/>
                  <a:pt x="38973" y="0"/>
                  <a:pt x="87048" y="0"/>
                </a:cubicBezTo>
                <a:close/>
              </a:path>
            </a:pathLst>
          </a:custGeom>
          <a:gradFill rotWithShape="1">
            <a:gsLst>
              <a:gs pos="0">
                <a:srgbClr val="F06262"/>
              </a:gs>
              <a:gs pos="60001">
                <a:srgbClr val="FBD1D1"/>
              </a:gs>
              <a:gs pos="89000">
                <a:srgbClr val="F06262"/>
              </a:gs>
              <a:gs pos="100000">
                <a:srgbClr val="E81616"/>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18" name="圆角矩形 11">
            <a:extLst>
              <a:ext uri="{FF2B5EF4-FFF2-40B4-BE49-F238E27FC236}">
                <a16:creationId xmlns:a16="http://schemas.microsoft.com/office/drawing/2014/main" id="{B4C2CA1C-6EB3-F749-AF73-6DCF7DBE91B1}"/>
              </a:ext>
            </a:extLst>
          </p:cNvPr>
          <p:cNvSpPr>
            <a:spLocks noChangeArrowheads="1"/>
          </p:cNvSpPr>
          <p:nvPr/>
        </p:nvSpPr>
        <p:spPr bwMode="auto">
          <a:xfrm>
            <a:off x="1270000" y="1771650"/>
            <a:ext cx="465138" cy="114300"/>
          </a:xfrm>
          <a:custGeom>
            <a:avLst/>
            <a:gdLst>
              <a:gd name="T0" fmla="*/ 87048 w 711052"/>
              <a:gd name="T1" fmla="*/ 0 h 174096"/>
              <a:gd name="T2" fmla="*/ 711052 w 711052"/>
              <a:gd name="T3" fmla="*/ 0 h 174096"/>
              <a:gd name="T4" fmla="*/ 711052 w 711052"/>
              <a:gd name="T5" fmla="*/ 174096 h 174096"/>
              <a:gd name="T6" fmla="*/ 87048 w 711052"/>
              <a:gd name="T7" fmla="*/ 174096 h 174096"/>
              <a:gd name="T8" fmla="*/ 0 w 711052"/>
              <a:gd name="T9" fmla="*/ 87048 h 174096"/>
              <a:gd name="T10" fmla="*/ 87048 w 711052"/>
              <a:gd name="T11" fmla="*/ 0 h 174096"/>
            </a:gdLst>
            <a:ahLst/>
            <a:cxnLst>
              <a:cxn ang="0">
                <a:pos x="T0" y="T1"/>
              </a:cxn>
              <a:cxn ang="0">
                <a:pos x="T2" y="T3"/>
              </a:cxn>
              <a:cxn ang="0">
                <a:pos x="T4" y="T5"/>
              </a:cxn>
              <a:cxn ang="0">
                <a:pos x="T6" y="T7"/>
              </a:cxn>
              <a:cxn ang="0">
                <a:pos x="T8" y="T9"/>
              </a:cxn>
              <a:cxn ang="0">
                <a:pos x="T10" y="T11"/>
              </a:cxn>
            </a:cxnLst>
            <a:rect l="0" t="0" r="r" b="b"/>
            <a:pathLst>
              <a:path w="711052" h="174096">
                <a:moveTo>
                  <a:pt x="87048" y="0"/>
                </a:moveTo>
                <a:lnTo>
                  <a:pt x="711052" y="0"/>
                </a:lnTo>
                <a:lnTo>
                  <a:pt x="711052" y="174096"/>
                </a:lnTo>
                <a:lnTo>
                  <a:pt x="87048" y="174096"/>
                </a:lnTo>
                <a:cubicBezTo>
                  <a:pt x="38973" y="174096"/>
                  <a:pt x="0" y="135123"/>
                  <a:pt x="0" y="87048"/>
                </a:cubicBezTo>
                <a:cubicBezTo>
                  <a:pt x="0" y="38973"/>
                  <a:pt x="38973" y="0"/>
                  <a:pt x="87048" y="0"/>
                </a:cubicBezTo>
                <a:close/>
              </a:path>
            </a:pathLst>
          </a:custGeom>
          <a:gradFill rotWithShape="1">
            <a:gsLst>
              <a:gs pos="0">
                <a:srgbClr val="F06262"/>
              </a:gs>
              <a:gs pos="60001">
                <a:srgbClr val="FBD1D1"/>
              </a:gs>
              <a:gs pos="89000">
                <a:srgbClr val="F06262"/>
              </a:gs>
              <a:gs pos="100000">
                <a:srgbClr val="E81616"/>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19" name="圆角矩形 11">
            <a:extLst>
              <a:ext uri="{FF2B5EF4-FFF2-40B4-BE49-F238E27FC236}">
                <a16:creationId xmlns:a16="http://schemas.microsoft.com/office/drawing/2014/main" id="{BBC30C9D-6C10-4743-BE6F-E7BB4D2AE094}"/>
              </a:ext>
            </a:extLst>
          </p:cNvPr>
          <p:cNvSpPr>
            <a:spLocks noChangeArrowheads="1"/>
          </p:cNvSpPr>
          <p:nvPr/>
        </p:nvSpPr>
        <p:spPr bwMode="auto">
          <a:xfrm>
            <a:off x="1270000" y="2968625"/>
            <a:ext cx="465138" cy="114300"/>
          </a:xfrm>
          <a:custGeom>
            <a:avLst/>
            <a:gdLst>
              <a:gd name="T0" fmla="*/ 87048 w 711052"/>
              <a:gd name="T1" fmla="*/ 0 h 174096"/>
              <a:gd name="T2" fmla="*/ 711052 w 711052"/>
              <a:gd name="T3" fmla="*/ 0 h 174096"/>
              <a:gd name="T4" fmla="*/ 711052 w 711052"/>
              <a:gd name="T5" fmla="*/ 174096 h 174096"/>
              <a:gd name="T6" fmla="*/ 87048 w 711052"/>
              <a:gd name="T7" fmla="*/ 174096 h 174096"/>
              <a:gd name="T8" fmla="*/ 0 w 711052"/>
              <a:gd name="T9" fmla="*/ 87048 h 174096"/>
              <a:gd name="T10" fmla="*/ 87048 w 711052"/>
              <a:gd name="T11" fmla="*/ 0 h 174096"/>
            </a:gdLst>
            <a:ahLst/>
            <a:cxnLst>
              <a:cxn ang="0">
                <a:pos x="T0" y="T1"/>
              </a:cxn>
              <a:cxn ang="0">
                <a:pos x="T2" y="T3"/>
              </a:cxn>
              <a:cxn ang="0">
                <a:pos x="T4" y="T5"/>
              </a:cxn>
              <a:cxn ang="0">
                <a:pos x="T6" y="T7"/>
              </a:cxn>
              <a:cxn ang="0">
                <a:pos x="T8" y="T9"/>
              </a:cxn>
              <a:cxn ang="0">
                <a:pos x="T10" y="T11"/>
              </a:cxn>
            </a:cxnLst>
            <a:rect l="0" t="0" r="r" b="b"/>
            <a:pathLst>
              <a:path w="711052" h="174096">
                <a:moveTo>
                  <a:pt x="87048" y="0"/>
                </a:moveTo>
                <a:lnTo>
                  <a:pt x="711052" y="0"/>
                </a:lnTo>
                <a:lnTo>
                  <a:pt x="711052" y="174096"/>
                </a:lnTo>
                <a:lnTo>
                  <a:pt x="87048" y="174096"/>
                </a:lnTo>
                <a:cubicBezTo>
                  <a:pt x="38973" y="174096"/>
                  <a:pt x="0" y="135123"/>
                  <a:pt x="0" y="87048"/>
                </a:cubicBezTo>
                <a:cubicBezTo>
                  <a:pt x="0" y="38973"/>
                  <a:pt x="38973" y="0"/>
                  <a:pt x="87048" y="0"/>
                </a:cubicBezTo>
                <a:close/>
              </a:path>
            </a:pathLst>
          </a:custGeom>
          <a:gradFill rotWithShape="1">
            <a:gsLst>
              <a:gs pos="0">
                <a:srgbClr val="F06262"/>
              </a:gs>
              <a:gs pos="60001">
                <a:srgbClr val="FBD1D1"/>
              </a:gs>
              <a:gs pos="89000">
                <a:srgbClr val="F06262"/>
              </a:gs>
              <a:gs pos="100000">
                <a:srgbClr val="E81616"/>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20" name="圆角矩形 11">
            <a:extLst>
              <a:ext uri="{FF2B5EF4-FFF2-40B4-BE49-F238E27FC236}">
                <a16:creationId xmlns:a16="http://schemas.microsoft.com/office/drawing/2014/main" id="{78E6AABE-221E-0748-95D8-012EBA8465F5}"/>
              </a:ext>
            </a:extLst>
          </p:cNvPr>
          <p:cNvSpPr>
            <a:spLocks noChangeArrowheads="1"/>
          </p:cNvSpPr>
          <p:nvPr/>
        </p:nvSpPr>
        <p:spPr bwMode="auto">
          <a:xfrm>
            <a:off x="1270000" y="4162425"/>
            <a:ext cx="465138" cy="114300"/>
          </a:xfrm>
          <a:custGeom>
            <a:avLst/>
            <a:gdLst>
              <a:gd name="T0" fmla="*/ 87048 w 711052"/>
              <a:gd name="T1" fmla="*/ 0 h 174096"/>
              <a:gd name="T2" fmla="*/ 711052 w 711052"/>
              <a:gd name="T3" fmla="*/ 0 h 174096"/>
              <a:gd name="T4" fmla="*/ 711052 w 711052"/>
              <a:gd name="T5" fmla="*/ 174096 h 174096"/>
              <a:gd name="T6" fmla="*/ 87048 w 711052"/>
              <a:gd name="T7" fmla="*/ 174096 h 174096"/>
              <a:gd name="T8" fmla="*/ 0 w 711052"/>
              <a:gd name="T9" fmla="*/ 87048 h 174096"/>
              <a:gd name="T10" fmla="*/ 87048 w 711052"/>
              <a:gd name="T11" fmla="*/ 0 h 174096"/>
            </a:gdLst>
            <a:ahLst/>
            <a:cxnLst>
              <a:cxn ang="0">
                <a:pos x="T0" y="T1"/>
              </a:cxn>
              <a:cxn ang="0">
                <a:pos x="T2" y="T3"/>
              </a:cxn>
              <a:cxn ang="0">
                <a:pos x="T4" y="T5"/>
              </a:cxn>
              <a:cxn ang="0">
                <a:pos x="T6" y="T7"/>
              </a:cxn>
              <a:cxn ang="0">
                <a:pos x="T8" y="T9"/>
              </a:cxn>
              <a:cxn ang="0">
                <a:pos x="T10" y="T11"/>
              </a:cxn>
            </a:cxnLst>
            <a:rect l="0" t="0" r="r" b="b"/>
            <a:pathLst>
              <a:path w="711052" h="174096">
                <a:moveTo>
                  <a:pt x="87048" y="0"/>
                </a:moveTo>
                <a:lnTo>
                  <a:pt x="711052" y="0"/>
                </a:lnTo>
                <a:lnTo>
                  <a:pt x="711052" y="174096"/>
                </a:lnTo>
                <a:lnTo>
                  <a:pt x="87048" y="174096"/>
                </a:lnTo>
                <a:cubicBezTo>
                  <a:pt x="38973" y="174096"/>
                  <a:pt x="0" y="135123"/>
                  <a:pt x="0" y="87048"/>
                </a:cubicBezTo>
                <a:cubicBezTo>
                  <a:pt x="0" y="38973"/>
                  <a:pt x="38973" y="0"/>
                  <a:pt x="87048" y="0"/>
                </a:cubicBezTo>
                <a:close/>
              </a:path>
            </a:pathLst>
          </a:custGeom>
          <a:gradFill rotWithShape="1">
            <a:gsLst>
              <a:gs pos="0">
                <a:srgbClr val="F06262"/>
              </a:gs>
              <a:gs pos="60001">
                <a:srgbClr val="FBD1D1"/>
              </a:gs>
              <a:gs pos="89000">
                <a:srgbClr val="F06262"/>
              </a:gs>
              <a:gs pos="100000">
                <a:srgbClr val="E81616"/>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21" name="任意多边形 21">
            <a:extLst>
              <a:ext uri="{FF2B5EF4-FFF2-40B4-BE49-F238E27FC236}">
                <a16:creationId xmlns:a16="http://schemas.microsoft.com/office/drawing/2014/main" id="{CAA429BF-52E2-A641-A461-6EB227AF2AB6}"/>
              </a:ext>
            </a:extLst>
          </p:cNvPr>
          <p:cNvSpPr>
            <a:spLocks noChangeArrowheads="1"/>
          </p:cNvSpPr>
          <p:nvPr/>
        </p:nvSpPr>
        <p:spPr bwMode="auto">
          <a:xfrm>
            <a:off x="1292225" y="1227138"/>
            <a:ext cx="169863" cy="5630862"/>
          </a:xfrm>
          <a:custGeom>
            <a:avLst/>
            <a:gdLst>
              <a:gd name="T0" fmla="*/ 0 w 169863"/>
              <a:gd name="T1" fmla="*/ 0 h 4347924"/>
              <a:gd name="T2" fmla="*/ 169863 w 169863"/>
              <a:gd name="T3" fmla="*/ 0 h 4347924"/>
              <a:gd name="T4" fmla="*/ 169863 w 169863"/>
              <a:gd name="T5" fmla="*/ 4347924 h 4347924"/>
              <a:gd name="T6" fmla="*/ 0 w 169863"/>
              <a:gd name="T7" fmla="*/ 4347924 h 4347924"/>
              <a:gd name="T8" fmla="*/ 0 w 169863"/>
              <a:gd name="T9" fmla="*/ 0 h 4347924"/>
            </a:gdLst>
            <a:ahLst/>
            <a:cxnLst>
              <a:cxn ang="0">
                <a:pos x="T0" y="T1"/>
              </a:cxn>
              <a:cxn ang="0">
                <a:pos x="T2" y="T3"/>
              </a:cxn>
              <a:cxn ang="0">
                <a:pos x="T4" y="T5"/>
              </a:cxn>
              <a:cxn ang="0">
                <a:pos x="T6" y="T7"/>
              </a:cxn>
              <a:cxn ang="0">
                <a:pos x="T8" y="T9"/>
              </a:cxn>
            </a:cxnLst>
            <a:rect l="0" t="0" r="r" b="b"/>
            <a:pathLst>
              <a:path w="169863" h="4347924">
                <a:moveTo>
                  <a:pt x="0" y="0"/>
                </a:moveTo>
                <a:lnTo>
                  <a:pt x="169863" y="0"/>
                </a:lnTo>
                <a:lnTo>
                  <a:pt x="169863" y="4347924"/>
                </a:lnTo>
                <a:lnTo>
                  <a:pt x="0" y="4347924"/>
                </a:lnTo>
                <a:lnTo>
                  <a:pt x="0" y="0"/>
                </a:lnTo>
                <a:close/>
              </a:path>
            </a:pathLst>
          </a:custGeom>
          <a:gradFill rotWithShape="0">
            <a:gsLst>
              <a:gs pos="0">
                <a:srgbClr val="ABABAB"/>
              </a:gs>
              <a:gs pos="53999">
                <a:srgbClr val="D7D7D7"/>
              </a:gs>
              <a:gs pos="100000">
                <a:srgbClr val="A5A5A5"/>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22" name="圆角矩形 4">
            <a:extLst>
              <a:ext uri="{FF2B5EF4-FFF2-40B4-BE49-F238E27FC236}">
                <a16:creationId xmlns:a16="http://schemas.microsoft.com/office/drawing/2014/main" id="{B1F61A64-A6F8-774B-8C88-D1843218D4E7}"/>
              </a:ext>
            </a:extLst>
          </p:cNvPr>
          <p:cNvSpPr>
            <a:spLocks noChangeArrowheads="1"/>
          </p:cNvSpPr>
          <p:nvPr/>
        </p:nvSpPr>
        <p:spPr bwMode="auto">
          <a:xfrm>
            <a:off x="1270000" y="1831975"/>
            <a:ext cx="1274763" cy="708025"/>
          </a:xfrm>
          <a:custGeom>
            <a:avLst/>
            <a:gdLst>
              <a:gd name="T0" fmla="*/ 0 w 1944216"/>
              <a:gd name="T1" fmla="*/ 0 h 1080120"/>
              <a:gd name="T2" fmla="*/ 1404156 w 1944216"/>
              <a:gd name="T3" fmla="*/ 0 h 1080120"/>
              <a:gd name="T4" fmla="*/ 1944216 w 1944216"/>
              <a:gd name="T5" fmla="*/ 540060 h 1080120"/>
              <a:gd name="T6" fmla="*/ 1404156 w 1944216"/>
              <a:gd name="T7" fmla="*/ 1080120 h 1080120"/>
              <a:gd name="T8" fmla="*/ 0 w 1944216"/>
              <a:gd name="T9" fmla="*/ 1080120 h 1080120"/>
              <a:gd name="T10" fmla="*/ 0 w 1944216"/>
              <a:gd name="T11" fmla="*/ 0 h 1080120"/>
            </a:gdLst>
            <a:ahLst/>
            <a:cxnLst>
              <a:cxn ang="0">
                <a:pos x="T0" y="T1"/>
              </a:cxn>
              <a:cxn ang="0">
                <a:pos x="T2" y="T3"/>
              </a:cxn>
              <a:cxn ang="0">
                <a:pos x="T4" y="T5"/>
              </a:cxn>
              <a:cxn ang="0">
                <a:pos x="T6" y="T7"/>
              </a:cxn>
              <a:cxn ang="0">
                <a:pos x="T8" y="T9"/>
              </a:cxn>
              <a:cxn ang="0">
                <a:pos x="T10" y="T11"/>
              </a:cxn>
            </a:cxnLst>
            <a:rect l="0" t="0" r="r" b="b"/>
            <a:pathLst>
              <a:path w="1944216" h="1080120">
                <a:moveTo>
                  <a:pt x="0" y="0"/>
                </a:moveTo>
                <a:lnTo>
                  <a:pt x="1404156" y="0"/>
                </a:lnTo>
                <a:cubicBezTo>
                  <a:pt x="1702423" y="0"/>
                  <a:pt x="1944216" y="241793"/>
                  <a:pt x="1944216" y="540060"/>
                </a:cubicBezTo>
                <a:cubicBezTo>
                  <a:pt x="1944216" y="838327"/>
                  <a:pt x="1702423" y="1080120"/>
                  <a:pt x="1404156" y="1080120"/>
                </a:cubicBezTo>
                <a:lnTo>
                  <a:pt x="0" y="1080120"/>
                </a:lnTo>
                <a:lnTo>
                  <a:pt x="0" y="0"/>
                </a:lnTo>
                <a:close/>
              </a:path>
            </a:pathLst>
          </a:custGeom>
          <a:solidFill>
            <a:srgbClr val="F06262"/>
          </a:solidFill>
          <a:ln>
            <a:noFill/>
          </a:ln>
          <a:effectLst>
            <a:outerShdw dist="25401" dir="2700000" algn="ctr" rotWithShape="0">
              <a:srgbClr val="000000">
                <a:alpha val="6999"/>
              </a:srgbClr>
            </a:outerShdw>
          </a:effectLst>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23" name="椭圆 6">
            <a:extLst>
              <a:ext uri="{FF2B5EF4-FFF2-40B4-BE49-F238E27FC236}">
                <a16:creationId xmlns:a16="http://schemas.microsoft.com/office/drawing/2014/main" id="{197618D5-5C4C-C749-BD58-E6AB094B0277}"/>
              </a:ext>
            </a:extLst>
          </p:cNvPr>
          <p:cNvGrpSpPr>
            <a:grpSpLocks/>
          </p:cNvGrpSpPr>
          <p:nvPr/>
        </p:nvGrpSpPr>
        <p:grpSpPr bwMode="auto">
          <a:xfrm>
            <a:off x="1901825" y="1927225"/>
            <a:ext cx="536575" cy="530225"/>
            <a:chOff x="0" y="0"/>
            <a:chExt cx="338" cy="334"/>
          </a:xfrm>
        </p:grpSpPr>
        <p:pic>
          <p:nvPicPr>
            <p:cNvPr id="9224" name="椭圆 6">
              <a:extLst>
                <a:ext uri="{FF2B5EF4-FFF2-40B4-BE49-F238E27FC236}">
                  <a16:creationId xmlns:a16="http://schemas.microsoft.com/office/drawing/2014/main" id="{44F37E8D-AA41-5E44-A5B2-0C4921C666C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38"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Text Box 10">
              <a:extLst>
                <a:ext uri="{FF2B5EF4-FFF2-40B4-BE49-F238E27FC236}">
                  <a16:creationId xmlns:a16="http://schemas.microsoft.com/office/drawing/2014/main" id="{10B5BC08-BBB2-8244-8739-34E228C109BF}"/>
                </a:ext>
              </a:extLst>
            </p:cNvPr>
            <p:cNvSpPr txBox="1">
              <a:spLocks noChangeArrowheads="1"/>
            </p:cNvSpPr>
            <p:nvPr/>
          </p:nvSpPr>
          <p:spPr bwMode="auto">
            <a:xfrm>
              <a:off x="53" y="51"/>
              <a:ext cx="232"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gn="ctr">
                <a:lnSpc>
                  <a:spcPct val="120000"/>
                </a:lnSpc>
              </a:pPr>
              <a:r>
                <a:rPr lang="en-US" altLang="en-US" sz="2400" b="1">
                  <a:solidFill>
                    <a:srgbClr val="F06262"/>
                  </a:solidFill>
                  <a:latin typeface="Segoe UI" pitchFamily="2" charset="0"/>
                </a:rPr>
                <a:t>01</a:t>
              </a:r>
              <a:endParaRPr lang="zh-CN" altLang="en-US" sz="2400" b="1">
                <a:solidFill>
                  <a:srgbClr val="F06262"/>
                </a:solidFill>
                <a:latin typeface="Segoe UI" pitchFamily="2" charset="0"/>
                <a:ea typeface="幼圆" pitchFamily="1" charset="-122"/>
              </a:endParaRPr>
            </a:p>
          </p:txBody>
        </p:sp>
      </p:grpSp>
      <p:sp>
        <p:nvSpPr>
          <p:cNvPr id="9226" name="圆角矩形 4">
            <a:extLst>
              <a:ext uri="{FF2B5EF4-FFF2-40B4-BE49-F238E27FC236}">
                <a16:creationId xmlns:a16="http://schemas.microsoft.com/office/drawing/2014/main" id="{675C6EB4-B0BB-7F47-9C3C-90FF671593A1}"/>
              </a:ext>
            </a:extLst>
          </p:cNvPr>
          <p:cNvSpPr>
            <a:spLocks noChangeArrowheads="1"/>
          </p:cNvSpPr>
          <p:nvPr/>
        </p:nvSpPr>
        <p:spPr bwMode="auto">
          <a:xfrm>
            <a:off x="1270000" y="3025775"/>
            <a:ext cx="1274763" cy="708025"/>
          </a:xfrm>
          <a:custGeom>
            <a:avLst/>
            <a:gdLst>
              <a:gd name="T0" fmla="*/ 0 w 1944216"/>
              <a:gd name="T1" fmla="*/ 0 h 1080120"/>
              <a:gd name="T2" fmla="*/ 1404156 w 1944216"/>
              <a:gd name="T3" fmla="*/ 0 h 1080120"/>
              <a:gd name="T4" fmla="*/ 1944216 w 1944216"/>
              <a:gd name="T5" fmla="*/ 540060 h 1080120"/>
              <a:gd name="T6" fmla="*/ 1404156 w 1944216"/>
              <a:gd name="T7" fmla="*/ 1080120 h 1080120"/>
              <a:gd name="T8" fmla="*/ 0 w 1944216"/>
              <a:gd name="T9" fmla="*/ 1080120 h 1080120"/>
              <a:gd name="T10" fmla="*/ 0 w 1944216"/>
              <a:gd name="T11" fmla="*/ 0 h 1080120"/>
            </a:gdLst>
            <a:ahLst/>
            <a:cxnLst>
              <a:cxn ang="0">
                <a:pos x="T0" y="T1"/>
              </a:cxn>
              <a:cxn ang="0">
                <a:pos x="T2" y="T3"/>
              </a:cxn>
              <a:cxn ang="0">
                <a:pos x="T4" y="T5"/>
              </a:cxn>
              <a:cxn ang="0">
                <a:pos x="T6" y="T7"/>
              </a:cxn>
              <a:cxn ang="0">
                <a:pos x="T8" y="T9"/>
              </a:cxn>
              <a:cxn ang="0">
                <a:pos x="T10" y="T11"/>
              </a:cxn>
            </a:cxnLst>
            <a:rect l="0" t="0" r="r" b="b"/>
            <a:pathLst>
              <a:path w="1944216" h="1080120">
                <a:moveTo>
                  <a:pt x="0" y="0"/>
                </a:moveTo>
                <a:lnTo>
                  <a:pt x="1404156" y="0"/>
                </a:lnTo>
                <a:cubicBezTo>
                  <a:pt x="1702423" y="0"/>
                  <a:pt x="1944216" y="241793"/>
                  <a:pt x="1944216" y="540060"/>
                </a:cubicBezTo>
                <a:cubicBezTo>
                  <a:pt x="1944216" y="838327"/>
                  <a:pt x="1702423" y="1080120"/>
                  <a:pt x="1404156" y="1080120"/>
                </a:cubicBezTo>
                <a:lnTo>
                  <a:pt x="0" y="1080120"/>
                </a:lnTo>
                <a:lnTo>
                  <a:pt x="0" y="0"/>
                </a:lnTo>
                <a:close/>
              </a:path>
            </a:pathLst>
          </a:custGeom>
          <a:solidFill>
            <a:srgbClr val="F06262"/>
          </a:solidFill>
          <a:ln>
            <a:noFill/>
          </a:ln>
          <a:effectLst>
            <a:outerShdw dist="25401" dir="2700000" algn="ctr" rotWithShape="0">
              <a:srgbClr val="000000">
                <a:alpha val="6999"/>
              </a:srgbClr>
            </a:outerShdw>
          </a:effectLst>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27" name="椭圆 85">
            <a:extLst>
              <a:ext uri="{FF2B5EF4-FFF2-40B4-BE49-F238E27FC236}">
                <a16:creationId xmlns:a16="http://schemas.microsoft.com/office/drawing/2014/main" id="{6086AA0F-2CB5-8B48-B205-123C7F7F716F}"/>
              </a:ext>
            </a:extLst>
          </p:cNvPr>
          <p:cNvGrpSpPr>
            <a:grpSpLocks/>
          </p:cNvGrpSpPr>
          <p:nvPr/>
        </p:nvGrpSpPr>
        <p:grpSpPr bwMode="auto">
          <a:xfrm>
            <a:off x="1901825" y="3121025"/>
            <a:ext cx="536575" cy="530225"/>
            <a:chOff x="0" y="0"/>
            <a:chExt cx="338" cy="334"/>
          </a:xfrm>
        </p:grpSpPr>
        <p:pic>
          <p:nvPicPr>
            <p:cNvPr id="9228" name="椭圆 85">
              <a:extLst>
                <a:ext uri="{FF2B5EF4-FFF2-40B4-BE49-F238E27FC236}">
                  <a16:creationId xmlns:a16="http://schemas.microsoft.com/office/drawing/2014/main" id="{04BB025D-B126-8546-B801-F8B1010C335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38"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9" name="Text Box 14">
              <a:extLst>
                <a:ext uri="{FF2B5EF4-FFF2-40B4-BE49-F238E27FC236}">
                  <a16:creationId xmlns:a16="http://schemas.microsoft.com/office/drawing/2014/main" id="{13A467DD-846F-EF4B-9AA7-A897CD7CABC8}"/>
                </a:ext>
              </a:extLst>
            </p:cNvPr>
            <p:cNvSpPr txBox="1">
              <a:spLocks noChangeArrowheads="1"/>
            </p:cNvSpPr>
            <p:nvPr/>
          </p:nvSpPr>
          <p:spPr bwMode="auto">
            <a:xfrm>
              <a:off x="53" y="50"/>
              <a:ext cx="23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gn="ctr">
                <a:lnSpc>
                  <a:spcPct val="120000"/>
                </a:lnSpc>
              </a:pPr>
              <a:r>
                <a:rPr lang="en-US" altLang="en-US" sz="2400" b="1">
                  <a:solidFill>
                    <a:srgbClr val="F06262"/>
                  </a:solidFill>
                  <a:latin typeface="Segoe UI" pitchFamily="2" charset="0"/>
                </a:rPr>
                <a:t>02</a:t>
              </a:r>
              <a:endParaRPr lang="zh-CN" altLang="en-US" sz="2400" b="1">
                <a:solidFill>
                  <a:srgbClr val="F06262"/>
                </a:solidFill>
                <a:latin typeface="Segoe UI" pitchFamily="2" charset="0"/>
                <a:ea typeface="幼圆" pitchFamily="1" charset="-122"/>
              </a:endParaRPr>
            </a:p>
          </p:txBody>
        </p:sp>
      </p:grpSp>
      <p:sp>
        <p:nvSpPr>
          <p:cNvPr id="9230" name="圆角矩形 4">
            <a:extLst>
              <a:ext uri="{FF2B5EF4-FFF2-40B4-BE49-F238E27FC236}">
                <a16:creationId xmlns:a16="http://schemas.microsoft.com/office/drawing/2014/main" id="{41AD80ED-EA93-A341-AB21-F67E4EF0DB48}"/>
              </a:ext>
            </a:extLst>
          </p:cNvPr>
          <p:cNvSpPr>
            <a:spLocks noChangeArrowheads="1"/>
          </p:cNvSpPr>
          <p:nvPr/>
        </p:nvSpPr>
        <p:spPr bwMode="auto">
          <a:xfrm>
            <a:off x="1270000" y="4222750"/>
            <a:ext cx="1274763" cy="708025"/>
          </a:xfrm>
          <a:custGeom>
            <a:avLst/>
            <a:gdLst>
              <a:gd name="T0" fmla="*/ 0 w 1944216"/>
              <a:gd name="T1" fmla="*/ 0 h 1080120"/>
              <a:gd name="T2" fmla="*/ 1404156 w 1944216"/>
              <a:gd name="T3" fmla="*/ 0 h 1080120"/>
              <a:gd name="T4" fmla="*/ 1944216 w 1944216"/>
              <a:gd name="T5" fmla="*/ 540060 h 1080120"/>
              <a:gd name="T6" fmla="*/ 1404156 w 1944216"/>
              <a:gd name="T7" fmla="*/ 1080120 h 1080120"/>
              <a:gd name="T8" fmla="*/ 0 w 1944216"/>
              <a:gd name="T9" fmla="*/ 1080120 h 1080120"/>
              <a:gd name="T10" fmla="*/ 0 w 1944216"/>
              <a:gd name="T11" fmla="*/ 0 h 1080120"/>
            </a:gdLst>
            <a:ahLst/>
            <a:cxnLst>
              <a:cxn ang="0">
                <a:pos x="T0" y="T1"/>
              </a:cxn>
              <a:cxn ang="0">
                <a:pos x="T2" y="T3"/>
              </a:cxn>
              <a:cxn ang="0">
                <a:pos x="T4" y="T5"/>
              </a:cxn>
              <a:cxn ang="0">
                <a:pos x="T6" y="T7"/>
              </a:cxn>
              <a:cxn ang="0">
                <a:pos x="T8" y="T9"/>
              </a:cxn>
              <a:cxn ang="0">
                <a:pos x="T10" y="T11"/>
              </a:cxn>
            </a:cxnLst>
            <a:rect l="0" t="0" r="r" b="b"/>
            <a:pathLst>
              <a:path w="1944216" h="1080120">
                <a:moveTo>
                  <a:pt x="0" y="0"/>
                </a:moveTo>
                <a:lnTo>
                  <a:pt x="1404156" y="0"/>
                </a:lnTo>
                <a:cubicBezTo>
                  <a:pt x="1702423" y="0"/>
                  <a:pt x="1944216" y="241793"/>
                  <a:pt x="1944216" y="540060"/>
                </a:cubicBezTo>
                <a:cubicBezTo>
                  <a:pt x="1944216" y="838327"/>
                  <a:pt x="1702423" y="1080120"/>
                  <a:pt x="1404156" y="1080120"/>
                </a:cubicBezTo>
                <a:lnTo>
                  <a:pt x="0" y="1080120"/>
                </a:lnTo>
                <a:lnTo>
                  <a:pt x="0" y="0"/>
                </a:lnTo>
                <a:close/>
              </a:path>
            </a:pathLst>
          </a:custGeom>
          <a:solidFill>
            <a:srgbClr val="F06262"/>
          </a:solidFill>
          <a:ln>
            <a:noFill/>
          </a:ln>
          <a:effectLst>
            <a:outerShdw dist="25401" dir="2700000" algn="ctr" rotWithShape="0">
              <a:srgbClr val="000000">
                <a:alpha val="6999"/>
              </a:srgbClr>
            </a:outerShdw>
          </a:effectLst>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31" name="椭圆 89">
            <a:extLst>
              <a:ext uri="{FF2B5EF4-FFF2-40B4-BE49-F238E27FC236}">
                <a16:creationId xmlns:a16="http://schemas.microsoft.com/office/drawing/2014/main" id="{50E2C266-D00A-FA41-B12F-82E2333FB576}"/>
              </a:ext>
            </a:extLst>
          </p:cNvPr>
          <p:cNvGrpSpPr>
            <a:grpSpLocks/>
          </p:cNvGrpSpPr>
          <p:nvPr/>
        </p:nvGrpSpPr>
        <p:grpSpPr bwMode="auto">
          <a:xfrm>
            <a:off x="1901825" y="4314825"/>
            <a:ext cx="536575" cy="530225"/>
            <a:chOff x="0" y="0"/>
            <a:chExt cx="338" cy="334"/>
          </a:xfrm>
        </p:grpSpPr>
        <p:pic>
          <p:nvPicPr>
            <p:cNvPr id="9232" name="椭圆 89">
              <a:extLst>
                <a:ext uri="{FF2B5EF4-FFF2-40B4-BE49-F238E27FC236}">
                  <a16:creationId xmlns:a16="http://schemas.microsoft.com/office/drawing/2014/main" id="{08A64813-55AA-284C-99FE-C6BA4A9E59D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38"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3" name="Text Box 18">
              <a:extLst>
                <a:ext uri="{FF2B5EF4-FFF2-40B4-BE49-F238E27FC236}">
                  <a16:creationId xmlns:a16="http://schemas.microsoft.com/office/drawing/2014/main" id="{97F7D454-5B3A-E047-8EAC-36394960CC91}"/>
                </a:ext>
              </a:extLst>
            </p:cNvPr>
            <p:cNvSpPr txBox="1">
              <a:spLocks noChangeArrowheads="1"/>
            </p:cNvSpPr>
            <p:nvPr/>
          </p:nvSpPr>
          <p:spPr bwMode="auto">
            <a:xfrm>
              <a:off x="53" y="51"/>
              <a:ext cx="232"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gn="ctr">
                <a:lnSpc>
                  <a:spcPct val="120000"/>
                </a:lnSpc>
              </a:pPr>
              <a:r>
                <a:rPr lang="en-US" altLang="en-US" sz="2400" b="1">
                  <a:solidFill>
                    <a:srgbClr val="F06262"/>
                  </a:solidFill>
                  <a:latin typeface="Segoe UI" pitchFamily="2" charset="0"/>
                </a:rPr>
                <a:t>03</a:t>
              </a:r>
              <a:endParaRPr lang="zh-CN" altLang="en-US" sz="2400" b="1">
                <a:solidFill>
                  <a:srgbClr val="F06262"/>
                </a:solidFill>
                <a:latin typeface="Segoe UI" pitchFamily="2" charset="0"/>
                <a:ea typeface="幼圆" pitchFamily="1" charset="-122"/>
              </a:endParaRPr>
            </a:p>
          </p:txBody>
        </p:sp>
      </p:grpSp>
      <p:sp>
        <p:nvSpPr>
          <p:cNvPr id="9234" name="TextBox 33">
            <a:extLst>
              <a:ext uri="{FF2B5EF4-FFF2-40B4-BE49-F238E27FC236}">
                <a16:creationId xmlns:a16="http://schemas.microsoft.com/office/drawing/2014/main" id="{12886335-17FC-A948-932A-447C4201F1EC}"/>
              </a:ext>
            </a:extLst>
          </p:cNvPr>
          <p:cNvSpPr txBox="1">
            <a:spLocks noChangeArrowheads="1"/>
          </p:cNvSpPr>
          <p:nvPr/>
        </p:nvSpPr>
        <p:spPr bwMode="auto">
          <a:xfrm>
            <a:off x="2671763" y="1714500"/>
            <a:ext cx="6292850"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lnSpc>
                <a:spcPct val="130000"/>
              </a:lnSpc>
            </a:pPr>
            <a:r>
              <a:rPr lang="zh-CN" altLang="en-US" sz="2400" b="1">
                <a:latin typeface="宋体" panose="02010600030101010101" pitchFamily="2" charset="-122"/>
                <a:ea typeface="黑体" panose="02010609060101010101" pitchFamily="49" charset="-122"/>
                <a:sym typeface="宋体" panose="02010600030101010101" pitchFamily="2" charset="-122"/>
              </a:rPr>
              <a:t>死锁的概念、死锁的成因、死锁的根本原因</a:t>
            </a:r>
          </a:p>
        </p:txBody>
      </p:sp>
      <p:sp>
        <p:nvSpPr>
          <p:cNvPr id="9235" name="TextBox 33">
            <a:extLst>
              <a:ext uri="{FF2B5EF4-FFF2-40B4-BE49-F238E27FC236}">
                <a16:creationId xmlns:a16="http://schemas.microsoft.com/office/drawing/2014/main" id="{B783FBE6-D0C5-D64D-8C06-F13533CB4737}"/>
              </a:ext>
            </a:extLst>
          </p:cNvPr>
          <p:cNvSpPr txBox="1">
            <a:spLocks noChangeArrowheads="1"/>
          </p:cNvSpPr>
          <p:nvPr/>
        </p:nvSpPr>
        <p:spPr bwMode="auto">
          <a:xfrm>
            <a:off x="2671763" y="2882900"/>
            <a:ext cx="4995862"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lnSpc>
                <a:spcPct val="130000"/>
              </a:lnSpc>
            </a:pPr>
            <a:r>
              <a:rPr lang="zh-CN" altLang="en-US" sz="2400" b="1">
                <a:latin typeface="宋体" panose="02010600030101010101" pitchFamily="2" charset="-122"/>
                <a:ea typeface="黑体" panose="02010609060101010101" pitchFamily="49" charset="-122"/>
                <a:sym typeface="宋体" panose="02010600030101010101" pitchFamily="2" charset="-122"/>
              </a:rPr>
              <a:t>死锁的必要条件、死锁的预防</a:t>
            </a:r>
          </a:p>
        </p:txBody>
      </p:sp>
      <p:sp>
        <p:nvSpPr>
          <p:cNvPr id="9236" name="TextBox 33">
            <a:extLst>
              <a:ext uri="{FF2B5EF4-FFF2-40B4-BE49-F238E27FC236}">
                <a16:creationId xmlns:a16="http://schemas.microsoft.com/office/drawing/2014/main" id="{BFB4085F-4AC5-3843-9EB7-6DBBF48B4FCE}"/>
              </a:ext>
            </a:extLst>
          </p:cNvPr>
          <p:cNvSpPr txBox="1">
            <a:spLocks noChangeArrowheads="1"/>
          </p:cNvSpPr>
          <p:nvPr/>
        </p:nvSpPr>
        <p:spPr bwMode="auto">
          <a:xfrm>
            <a:off x="2671763" y="4079875"/>
            <a:ext cx="4995862"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lnSpc>
                <a:spcPct val="130000"/>
              </a:lnSpc>
            </a:pPr>
            <a:r>
              <a:rPr lang="zh-CN" altLang="en-US" sz="2400" b="1">
                <a:latin typeface="宋体" panose="02010600030101010101" pitchFamily="2" charset="-122"/>
                <a:ea typeface="黑体" panose="02010609060101010101" pitchFamily="49" charset="-122"/>
                <a:sym typeface="宋体" panose="02010600030101010101" pitchFamily="2" charset="-122"/>
              </a:rPr>
              <a:t>死锁的避免</a:t>
            </a:r>
          </a:p>
        </p:txBody>
      </p:sp>
      <p:sp>
        <p:nvSpPr>
          <p:cNvPr id="9237" name="矩形 15">
            <a:extLst>
              <a:ext uri="{FF2B5EF4-FFF2-40B4-BE49-F238E27FC236}">
                <a16:creationId xmlns:a16="http://schemas.microsoft.com/office/drawing/2014/main" id="{6F66B309-658D-1B47-8A11-BA8661B1A366}"/>
              </a:ext>
            </a:extLst>
          </p:cNvPr>
          <p:cNvSpPr>
            <a:spLocks noChangeArrowheads="1"/>
          </p:cNvSpPr>
          <p:nvPr/>
        </p:nvSpPr>
        <p:spPr bwMode="auto">
          <a:xfrm>
            <a:off x="7931150" y="0"/>
            <a:ext cx="168275" cy="1428750"/>
          </a:xfrm>
          <a:prstGeom prst="rect">
            <a:avLst/>
          </a:prstGeom>
          <a:gradFill rotWithShape="0">
            <a:gsLst>
              <a:gs pos="0">
                <a:srgbClr val="ABABAB"/>
              </a:gs>
              <a:gs pos="53999">
                <a:srgbClr val="D7D7D7"/>
              </a:gs>
              <a:gs pos="100000">
                <a:srgbClr val="A5A5A5"/>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just">
              <a:lnSpc>
                <a:spcPct val="120000"/>
              </a:lnSpc>
            </a:pPr>
            <a:endParaRPr lang="zh-CN" altLang="en-US" sz="1400">
              <a:solidFill>
                <a:schemeClr val="bg1"/>
              </a:solidFill>
              <a:latin typeface="幼圆" pitchFamily="1" charset="-122"/>
              <a:ea typeface="幼圆" pitchFamily="1" charset="-122"/>
            </a:endParaRPr>
          </a:p>
        </p:txBody>
      </p:sp>
      <p:sp>
        <p:nvSpPr>
          <p:cNvPr id="9238" name="任意多边形 20">
            <a:extLst>
              <a:ext uri="{FF2B5EF4-FFF2-40B4-BE49-F238E27FC236}">
                <a16:creationId xmlns:a16="http://schemas.microsoft.com/office/drawing/2014/main" id="{EC8153A5-A6ED-7F48-8362-6528B060477B}"/>
              </a:ext>
            </a:extLst>
          </p:cNvPr>
          <p:cNvSpPr>
            <a:spLocks noChangeArrowheads="1"/>
          </p:cNvSpPr>
          <p:nvPr/>
        </p:nvSpPr>
        <p:spPr bwMode="auto">
          <a:xfrm flipH="1">
            <a:off x="4167188" y="385763"/>
            <a:ext cx="3970337" cy="708025"/>
          </a:xfrm>
          <a:custGeom>
            <a:avLst/>
            <a:gdLst>
              <a:gd name="T0" fmla="*/ 3616084 w 3970185"/>
              <a:gd name="T1" fmla="*/ 0 h 708025"/>
              <a:gd name="T2" fmla="*/ 2838983 w 3970185"/>
              <a:gd name="T3" fmla="*/ 0 h 708025"/>
              <a:gd name="T4" fmla="*/ 2695422 w 3970185"/>
              <a:gd name="T5" fmla="*/ 0 h 708025"/>
              <a:gd name="T6" fmla="*/ 0 w 3970185"/>
              <a:gd name="T7" fmla="*/ 0 h 708025"/>
              <a:gd name="T8" fmla="*/ 0 w 3970185"/>
              <a:gd name="T9" fmla="*/ 708025 h 708025"/>
              <a:gd name="T10" fmla="*/ 2695422 w 3970185"/>
              <a:gd name="T11" fmla="*/ 708025 h 708025"/>
              <a:gd name="T12" fmla="*/ 2838983 w 3970185"/>
              <a:gd name="T13" fmla="*/ 708025 h 708025"/>
              <a:gd name="T14" fmla="*/ 3616084 w 3970185"/>
              <a:gd name="T15" fmla="*/ 708025 h 708025"/>
              <a:gd name="T16" fmla="*/ 3970185 w 3970185"/>
              <a:gd name="T17" fmla="*/ 354013 h 708025"/>
              <a:gd name="T18" fmla="*/ 3616084 w 3970185"/>
              <a:gd name="T19" fmla="*/ 0 h 7080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970185" h="708025">
                <a:moveTo>
                  <a:pt x="3616084" y="0"/>
                </a:moveTo>
                <a:lnTo>
                  <a:pt x="2838983" y="0"/>
                </a:lnTo>
                <a:lnTo>
                  <a:pt x="2695422" y="0"/>
                </a:lnTo>
                <a:lnTo>
                  <a:pt x="0" y="0"/>
                </a:lnTo>
                <a:lnTo>
                  <a:pt x="0" y="708025"/>
                </a:lnTo>
                <a:lnTo>
                  <a:pt x="2695422" y="708025"/>
                </a:lnTo>
                <a:lnTo>
                  <a:pt x="2838983" y="708025"/>
                </a:lnTo>
                <a:lnTo>
                  <a:pt x="3616084" y="708025"/>
                </a:lnTo>
                <a:cubicBezTo>
                  <a:pt x="3811649" y="708025"/>
                  <a:pt x="3970185" y="549528"/>
                  <a:pt x="3970185" y="354013"/>
                </a:cubicBezTo>
                <a:cubicBezTo>
                  <a:pt x="3970185" y="158497"/>
                  <a:pt x="3811649" y="0"/>
                  <a:pt x="3616084" y="0"/>
                </a:cubicBezTo>
                <a:close/>
              </a:path>
            </a:pathLst>
          </a:custGeom>
          <a:solidFill>
            <a:srgbClr val="F06262"/>
          </a:solidFill>
          <a:ln>
            <a:noFill/>
          </a:ln>
          <a:effectLst>
            <a:outerShdw dist="25401" dir="2700000" algn="ctr" rotWithShape="0">
              <a:srgbClr val="000000">
                <a:alpha val="6999"/>
              </a:srgbClr>
            </a:outerShdw>
          </a:effectLst>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39" name="标题 23">
            <a:extLst>
              <a:ext uri="{FF2B5EF4-FFF2-40B4-BE49-F238E27FC236}">
                <a16:creationId xmlns:a16="http://schemas.microsoft.com/office/drawing/2014/main" id="{7F90667C-386E-1B42-9D6D-05E3AF89D7F0}"/>
              </a:ext>
            </a:extLst>
          </p:cNvPr>
          <p:cNvSpPr>
            <a:spLocks noGrp="1" noChangeArrowheads="1"/>
          </p:cNvSpPr>
          <p:nvPr>
            <p:ph type="title" idx="4294967295"/>
          </p:nvPr>
        </p:nvSpPr>
        <p:spPr>
          <a:xfrm>
            <a:off x="898525" y="71438"/>
            <a:ext cx="10515600" cy="1325562"/>
          </a:xfrm>
        </p:spPr>
        <p:txBody>
          <a:bodyPr/>
          <a:lstStyle/>
          <a:p>
            <a:r>
              <a:rPr lang="zh-CN" altLang="en-US" sz="3600">
                <a:latin typeface="黑体" panose="02010609060101010101" pitchFamily="49" charset="-122"/>
                <a:ea typeface="黑体" panose="02010609060101010101" pitchFamily="49" charset="-122"/>
              </a:rPr>
              <a:t>要点</a:t>
            </a:r>
            <a:r>
              <a:rPr lang="en-US" altLang="zh-CN" sz="3600">
                <a:latin typeface="黑体" panose="02010609060101010101" pitchFamily="49" charset="-122"/>
                <a:ea typeface="黑体" panose="02010609060101010101" pitchFamily="49" charset="-122"/>
              </a:rPr>
              <a:t>FOCUS</a:t>
            </a:r>
          </a:p>
        </p:txBody>
      </p:sp>
      <p:sp>
        <p:nvSpPr>
          <p:cNvPr id="9240" name="圆角矩形 11">
            <a:extLst>
              <a:ext uri="{FF2B5EF4-FFF2-40B4-BE49-F238E27FC236}">
                <a16:creationId xmlns:a16="http://schemas.microsoft.com/office/drawing/2014/main" id="{B6317267-F11A-6342-90A4-1FF2F7B3F587}"/>
              </a:ext>
            </a:extLst>
          </p:cNvPr>
          <p:cNvSpPr>
            <a:spLocks noChangeArrowheads="1"/>
          </p:cNvSpPr>
          <p:nvPr/>
        </p:nvSpPr>
        <p:spPr bwMode="auto">
          <a:xfrm>
            <a:off x="1254125" y="5365750"/>
            <a:ext cx="465138" cy="114300"/>
          </a:xfrm>
          <a:custGeom>
            <a:avLst/>
            <a:gdLst>
              <a:gd name="T0" fmla="*/ 87048 w 711052"/>
              <a:gd name="T1" fmla="*/ 0 h 174096"/>
              <a:gd name="T2" fmla="*/ 711052 w 711052"/>
              <a:gd name="T3" fmla="*/ 0 h 174096"/>
              <a:gd name="T4" fmla="*/ 711052 w 711052"/>
              <a:gd name="T5" fmla="*/ 174096 h 174096"/>
              <a:gd name="T6" fmla="*/ 87048 w 711052"/>
              <a:gd name="T7" fmla="*/ 174096 h 174096"/>
              <a:gd name="T8" fmla="*/ 0 w 711052"/>
              <a:gd name="T9" fmla="*/ 87048 h 174096"/>
              <a:gd name="T10" fmla="*/ 87048 w 711052"/>
              <a:gd name="T11" fmla="*/ 0 h 174096"/>
            </a:gdLst>
            <a:ahLst/>
            <a:cxnLst>
              <a:cxn ang="0">
                <a:pos x="T0" y="T1"/>
              </a:cxn>
              <a:cxn ang="0">
                <a:pos x="T2" y="T3"/>
              </a:cxn>
              <a:cxn ang="0">
                <a:pos x="T4" y="T5"/>
              </a:cxn>
              <a:cxn ang="0">
                <a:pos x="T6" y="T7"/>
              </a:cxn>
              <a:cxn ang="0">
                <a:pos x="T8" y="T9"/>
              </a:cxn>
              <a:cxn ang="0">
                <a:pos x="T10" y="T11"/>
              </a:cxn>
            </a:cxnLst>
            <a:rect l="0" t="0" r="r" b="b"/>
            <a:pathLst>
              <a:path w="711052" h="174096">
                <a:moveTo>
                  <a:pt x="87048" y="0"/>
                </a:moveTo>
                <a:lnTo>
                  <a:pt x="711052" y="0"/>
                </a:lnTo>
                <a:lnTo>
                  <a:pt x="711052" y="174096"/>
                </a:lnTo>
                <a:lnTo>
                  <a:pt x="87048" y="174096"/>
                </a:lnTo>
                <a:cubicBezTo>
                  <a:pt x="38973" y="174096"/>
                  <a:pt x="0" y="135123"/>
                  <a:pt x="0" y="87048"/>
                </a:cubicBezTo>
                <a:cubicBezTo>
                  <a:pt x="0" y="38973"/>
                  <a:pt x="38973" y="0"/>
                  <a:pt x="87048" y="0"/>
                </a:cubicBezTo>
                <a:close/>
              </a:path>
            </a:pathLst>
          </a:custGeom>
          <a:gradFill rotWithShape="1">
            <a:gsLst>
              <a:gs pos="0">
                <a:srgbClr val="F06262"/>
              </a:gs>
              <a:gs pos="60001">
                <a:srgbClr val="FBD1D1"/>
              </a:gs>
              <a:gs pos="89000">
                <a:srgbClr val="F06262"/>
              </a:gs>
              <a:gs pos="100000">
                <a:srgbClr val="E81616"/>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41" name="圆角矩形 4">
            <a:extLst>
              <a:ext uri="{FF2B5EF4-FFF2-40B4-BE49-F238E27FC236}">
                <a16:creationId xmlns:a16="http://schemas.microsoft.com/office/drawing/2014/main" id="{9F47C8C3-9DB7-254B-98BB-18672B56BF3A}"/>
              </a:ext>
            </a:extLst>
          </p:cNvPr>
          <p:cNvSpPr>
            <a:spLocks noChangeArrowheads="1"/>
          </p:cNvSpPr>
          <p:nvPr/>
        </p:nvSpPr>
        <p:spPr bwMode="auto">
          <a:xfrm>
            <a:off x="1254125" y="5426075"/>
            <a:ext cx="1274763" cy="708025"/>
          </a:xfrm>
          <a:custGeom>
            <a:avLst/>
            <a:gdLst>
              <a:gd name="T0" fmla="*/ 0 w 1944216"/>
              <a:gd name="T1" fmla="*/ 0 h 1080120"/>
              <a:gd name="T2" fmla="*/ 1404156 w 1944216"/>
              <a:gd name="T3" fmla="*/ 0 h 1080120"/>
              <a:gd name="T4" fmla="*/ 1944216 w 1944216"/>
              <a:gd name="T5" fmla="*/ 540060 h 1080120"/>
              <a:gd name="T6" fmla="*/ 1404156 w 1944216"/>
              <a:gd name="T7" fmla="*/ 1080120 h 1080120"/>
              <a:gd name="T8" fmla="*/ 0 w 1944216"/>
              <a:gd name="T9" fmla="*/ 1080120 h 1080120"/>
              <a:gd name="T10" fmla="*/ 0 w 1944216"/>
              <a:gd name="T11" fmla="*/ 0 h 1080120"/>
            </a:gdLst>
            <a:ahLst/>
            <a:cxnLst>
              <a:cxn ang="0">
                <a:pos x="T0" y="T1"/>
              </a:cxn>
              <a:cxn ang="0">
                <a:pos x="T2" y="T3"/>
              </a:cxn>
              <a:cxn ang="0">
                <a:pos x="T4" y="T5"/>
              </a:cxn>
              <a:cxn ang="0">
                <a:pos x="T6" y="T7"/>
              </a:cxn>
              <a:cxn ang="0">
                <a:pos x="T8" y="T9"/>
              </a:cxn>
              <a:cxn ang="0">
                <a:pos x="T10" y="T11"/>
              </a:cxn>
            </a:cxnLst>
            <a:rect l="0" t="0" r="r" b="b"/>
            <a:pathLst>
              <a:path w="1944216" h="1080120">
                <a:moveTo>
                  <a:pt x="0" y="0"/>
                </a:moveTo>
                <a:lnTo>
                  <a:pt x="1404156" y="0"/>
                </a:lnTo>
                <a:cubicBezTo>
                  <a:pt x="1702423" y="0"/>
                  <a:pt x="1944216" y="241793"/>
                  <a:pt x="1944216" y="540060"/>
                </a:cubicBezTo>
                <a:cubicBezTo>
                  <a:pt x="1944216" y="838327"/>
                  <a:pt x="1702423" y="1080120"/>
                  <a:pt x="1404156" y="1080120"/>
                </a:cubicBezTo>
                <a:lnTo>
                  <a:pt x="0" y="1080120"/>
                </a:lnTo>
                <a:lnTo>
                  <a:pt x="0" y="0"/>
                </a:lnTo>
                <a:close/>
              </a:path>
            </a:pathLst>
          </a:custGeom>
          <a:solidFill>
            <a:srgbClr val="F06262"/>
          </a:solidFill>
          <a:ln>
            <a:noFill/>
          </a:ln>
          <a:effectLst>
            <a:outerShdw dist="25401" dir="2700000" algn="ctr" rotWithShape="0">
              <a:srgbClr val="000000">
                <a:alpha val="6999"/>
              </a:srgbClr>
            </a:outerShdw>
          </a:effectLst>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42" name="椭圆 89">
            <a:extLst>
              <a:ext uri="{FF2B5EF4-FFF2-40B4-BE49-F238E27FC236}">
                <a16:creationId xmlns:a16="http://schemas.microsoft.com/office/drawing/2014/main" id="{C77AF8CE-1ADF-2644-8E5E-D1CEFA269643}"/>
              </a:ext>
            </a:extLst>
          </p:cNvPr>
          <p:cNvGrpSpPr>
            <a:grpSpLocks/>
          </p:cNvGrpSpPr>
          <p:nvPr/>
        </p:nvGrpSpPr>
        <p:grpSpPr bwMode="auto">
          <a:xfrm>
            <a:off x="1885950" y="5518150"/>
            <a:ext cx="536575" cy="530225"/>
            <a:chOff x="0" y="0"/>
            <a:chExt cx="338" cy="334"/>
          </a:xfrm>
        </p:grpSpPr>
        <p:pic>
          <p:nvPicPr>
            <p:cNvPr id="9243" name="椭圆 89">
              <a:extLst>
                <a:ext uri="{FF2B5EF4-FFF2-40B4-BE49-F238E27FC236}">
                  <a16:creationId xmlns:a16="http://schemas.microsoft.com/office/drawing/2014/main" id="{1CE8118A-E8E1-8149-8102-B5C2827E113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38"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44" name="Text Box 18">
              <a:extLst>
                <a:ext uri="{FF2B5EF4-FFF2-40B4-BE49-F238E27FC236}">
                  <a16:creationId xmlns:a16="http://schemas.microsoft.com/office/drawing/2014/main" id="{1492000F-6688-2341-B46B-AA9370609F7B}"/>
                </a:ext>
              </a:extLst>
            </p:cNvPr>
            <p:cNvSpPr txBox="1">
              <a:spLocks noChangeArrowheads="1"/>
            </p:cNvSpPr>
            <p:nvPr/>
          </p:nvSpPr>
          <p:spPr bwMode="auto">
            <a:xfrm>
              <a:off x="53" y="51"/>
              <a:ext cx="232"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gn="ctr">
                <a:lnSpc>
                  <a:spcPct val="120000"/>
                </a:lnSpc>
              </a:pPr>
              <a:r>
                <a:rPr lang="en-US" altLang="en-US" sz="2400" b="1">
                  <a:solidFill>
                    <a:srgbClr val="F06262"/>
                  </a:solidFill>
                  <a:latin typeface="Segoe UI" pitchFamily="2" charset="0"/>
                </a:rPr>
                <a:t>04</a:t>
              </a:r>
              <a:endParaRPr lang="en-US" altLang="en-US" sz="2400" b="1">
                <a:solidFill>
                  <a:srgbClr val="F06262"/>
                </a:solidFill>
                <a:latin typeface="Segoe UI" pitchFamily="2" charset="0"/>
                <a:ea typeface="幼圆" pitchFamily="1" charset="-122"/>
              </a:endParaRPr>
            </a:p>
          </p:txBody>
        </p:sp>
      </p:grpSp>
      <p:sp>
        <p:nvSpPr>
          <p:cNvPr id="9245" name="TextBox 33">
            <a:extLst>
              <a:ext uri="{FF2B5EF4-FFF2-40B4-BE49-F238E27FC236}">
                <a16:creationId xmlns:a16="http://schemas.microsoft.com/office/drawing/2014/main" id="{4BC51C14-8729-7C45-AF6A-4F2E293B7214}"/>
              </a:ext>
            </a:extLst>
          </p:cNvPr>
          <p:cNvSpPr txBox="1">
            <a:spLocks noChangeArrowheads="1"/>
          </p:cNvSpPr>
          <p:nvPr/>
        </p:nvSpPr>
        <p:spPr bwMode="auto">
          <a:xfrm>
            <a:off x="2655888" y="5283200"/>
            <a:ext cx="4995862"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just">
              <a:lnSpc>
                <a:spcPct val="130000"/>
              </a:lnSpc>
            </a:pPr>
            <a:r>
              <a:rPr lang="zh-CN" altLang="en-US" sz="2400" b="1">
                <a:latin typeface="宋体" panose="02010600030101010101" pitchFamily="2" charset="-122"/>
                <a:ea typeface="黑体" panose="02010609060101010101" pitchFamily="49" charset="-122"/>
                <a:sym typeface="宋体" panose="02010600030101010101" pitchFamily="2" charset="-122"/>
              </a:rPr>
              <a:t>死锁的检测方法、死锁的解除</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任意多边形 22">
            <a:extLst>
              <a:ext uri="{FF2B5EF4-FFF2-40B4-BE49-F238E27FC236}">
                <a16:creationId xmlns:a16="http://schemas.microsoft.com/office/drawing/2014/main" id="{8665DC7A-61D9-2042-8E28-9BDFF4E63426}"/>
              </a:ext>
            </a:extLst>
          </p:cNvPr>
          <p:cNvSpPr>
            <a:spLocks noChangeArrowheads="1"/>
          </p:cNvSpPr>
          <p:nvPr/>
        </p:nvSpPr>
        <p:spPr bwMode="auto">
          <a:xfrm>
            <a:off x="0" y="0"/>
            <a:ext cx="5327650" cy="6219825"/>
          </a:xfrm>
          <a:custGeom>
            <a:avLst/>
            <a:gdLst>
              <a:gd name="T0" fmla="*/ 5328310 w 5328310"/>
              <a:gd name="T1" fmla="*/ 0 h 6220062"/>
              <a:gd name="T2" fmla="*/ 0 w 5328310"/>
              <a:gd name="T3" fmla="*/ 6220062 h 6220062"/>
              <a:gd name="T4" fmla="*/ 0 w 5328310"/>
              <a:gd name="T5" fmla="*/ 6137058 h 6220062"/>
              <a:gd name="T6" fmla="*/ 5257205 w 5328310"/>
              <a:gd name="T7" fmla="*/ 1 h 6220062"/>
              <a:gd name="T8" fmla="*/ 5328310 w 5328310"/>
              <a:gd name="T9" fmla="*/ 0 h 6220062"/>
              <a:gd name="T10" fmla="*/ 3749023 w 5328310"/>
              <a:gd name="T11" fmla="*/ 0 h 6220062"/>
              <a:gd name="T12" fmla="*/ 5153586 w 5328310"/>
              <a:gd name="T13" fmla="*/ 0 h 6220062"/>
              <a:gd name="T14" fmla="*/ 1 w 5328310"/>
              <a:gd name="T15" fmla="*/ 6010835 h 6220062"/>
              <a:gd name="T16" fmla="*/ 1 w 5328310"/>
              <a:gd name="T17" fmla="*/ 4348503 h 6220062"/>
              <a:gd name="T18" fmla="*/ 3749023 w 5328310"/>
              <a:gd name="T19" fmla="*/ 0 h 6220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28310" h="6220062">
                <a:moveTo>
                  <a:pt x="5328310" y="0"/>
                </a:moveTo>
                <a:lnTo>
                  <a:pt x="0" y="6220062"/>
                </a:lnTo>
                <a:lnTo>
                  <a:pt x="0" y="6137058"/>
                </a:lnTo>
                <a:lnTo>
                  <a:pt x="5257205" y="1"/>
                </a:lnTo>
                <a:lnTo>
                  <a:pt x="5328310" y="0"/>
                </a:lnTo>
                <a:close/>
                <a:moveTo>
                  <a:pt x="3749023" y="0"/>
                </a:moveTo>
                <a:lnTo>
                  <a:pt x="5153586" y="0"/>
                </a:lnTo>
                <a:lnTo>
                  <a:pt x="1" y="6010835"/>
                </a:lnTo>
                <a:lnTo>
                  <a:pt x="1" y="4348503"/>
                </a:lnTo>
                <a:lnTo>
                  <a:pt x="3749023" y="0"/>
                </a:lnTo>
                <a:close/>
              </a:path>
            </a:pathLst>
          </a:custGeom>
          <a:solidFill>
            <a:srgbClr val="83B40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6" name="文本框 23">
            <a:extLst>
              <a:ext uri="{FF2B5EF4-FFF2-40B4-BE49-F238E27FC236}">
                <a16:creationId xmlns:a16="http://schemas.microsoft.com/office/drawing/2014/main" id="{0BF0DDC1-0F16-B14F-A70F-0EE45D61D6D6}"/>
              </a:ext>
            </a:extLst>
          </p:cNvPr>
          <p:cNvSpPr txBox="1">
            <a:spLocks noChangeArrowheads="1"/>
          </p:cNvSpPr>
          <p:nvPr/>
        </p:nvSpPr>
        <p:spPr bwMode="auto">
          <a:xfrm>
            <a:off x="2876550" y="836613"/>
            <a:ext cx="9318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4000" b="1">
                <a:solidFill>
                  <a:srgbClr val="FFFFFF"/>
                </a:solidFill>
                <a:latin typeface="华文彩云" panose="02010800040101010101" pitchFamily="2" charset="-122"/>
                <a:ea typeface="华文彩云" panose="02010800040101010101" pitchFamily="2" charset="-122"/>
              </a:rPr>
              <a:t>学</a:t>
            </a:r>
          </a:p>
        </p:txBody>
      </p:sp>
      <p:sp>
        <p:nvSpPr>
          <p:cNvPr id="11267" name="文本框 24">
            <a:extLst>
              <a:ext uri="{FF2B5EF4-FFF2-40B4-BE49-F238E27FC236}">
                <a16:creationId xmlns:a16="http://schemas.microsoft.com/office/drawing/2014/main" id="{6262C27D-4799-4941-96E3-6AA977A7189C}"/>
              </a:ext>
            </a:extLst>
          </p:cNvPr>
          <p:cNvSpPr txBox="1">
            <a:spLocks noChangeArrowheads="1"/>
          </p:cNvSpPr>
          <p:nvPr/>
        </p:nvSpPr>
        <p:spPr bwMode="auto">
          <a:xfrm>
            <a:off x="1117600" y="2909888"/>
            <a:ext cx="90011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4000" b="1">
                <a:solidFill>
                  <a:srgbClr val="FFFFFF"/>
                </a:solidFill>
                <a:latin typeface="华文彩云" panose="02010800040101010101" pitchFamily="2" charset="-122"/>
                <a:ea typeface="华文彩云" panose="02010800040101010101" pitchFamily="2" charset="-122"/>
              </a:rPr>
              <a:t>要</a:t>
            </a:r>
          </a:p>
        </p:txBody>
      </p:sp>
      <p:sp>
        <p:nvSpPr>
          <p:cNvPr id="11268" name="任意多边形 25">
            <a:extLst>
              <a:ext uri="{FF2B5EF4-FFF2-40B4-BE49-F238E27FC236}">
                <a16:creationId xmlns:a16="http://schemas.microsoft.com/office/drawing/2014/main" id="{657344A7-1794-9F43-BB32-94C0185FD113}"/>
              </a:ext>
            </a:extLst>
          </p:cNvPr>
          <p:cNvSpPr>
            <a:spLocks noChangeArrowheads="1"/>
          </p:cNvSpPr>
          <p:nvPr/>
        </p:nvSpPr>
        <p:spPr bwMode="auto">
          <a:xfrm>
            <a:off x="4514850" y="1182688"/>
            <a:ext cx="376238" cy="454025"/>
          </a:xfrm>
          <a:custGeom>
            <a:avLst/>
            <a:gdLst>
              <a:gd name="T0" fmla="*/ 211245 w 335051"/>
              <a:gd name="T1" fmla="*/ 0 h 404441"/>
              <a:gd name="T2" fmla="*/ 360616 w 335051"/>
              <a:gd name="T3" fmla="*/ 61836 h 404441"/>
              <a:gd name="T4" fmla="*/ 360616 w 335051"/>
              <a:gd name="T5" fmla="*/ 360404 h 404441"/>
              <a:gd name="T6" fmla="*/ 211245 w 335051"/>
              <a:gd name="T7" fmla="*/ 509688 h 404441"/>
              <a:gd name="T8" fmla="*/ 61873 w 335051"/>
              <a:gd name="T9" fmla="*/ 360404 h 404441"/>
              <a:gd name="T10" fmla="*/ 61873 w 335051"/>
              <a:gd name="T11" fmla="*/ 61836 h 404441"/>
              <a:gd name="T12" fmla="*/ 211245 w 335051"/>
              <a:gd name="T13" fmla="*/ 0 h 404441"/>
              <a:gd name="T14" fmla="*/ 0 60000 65536"/>
              <a:gd name="T15" fmla="*/ 0 60000 65536"/>
              <a:gd name="T16" fmla="*/ 0 60000 65536"/>
              <a:gd name="T17" fmla="*/ 0 60000 65536"/>
              <a:gd name="T18" fmla="*/ 0 60000 65536"/>
              <a:gd name="T19" fmla="*/ 0 60000 65536"/>
              <a:gd name="T20" fmla="*/ 0 60000 65536"/>
              <a:gd name="T21" fmla="*/ 0 w 335051"/>
              <a:gd name="T22" fmla="*/ 0 h 404441"/>
              <a:gd name="T23" fmla="*/ 335051 w 335051"/>
              <a:gd name="T24" fmla="*/ 404441 h 4044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5051" h="404441">
                <a:moveTo>
                  <a:pt x="167526" y="0"/>
                </a:moveTo>
                <a:cubicBezTo>
                  <a:pt x="210400" y="0"/>
                  <a:pt x="253273" y="16355"/>
                  <a:pt x="285984" y="49067"/>
                </a:cubicBezTo>
                <a:cubicBezTo>
                  <a:pt x="351407" y="114490"/>
                  <a:pt x="351407" y="220560"/>
                  <a:pt x="285984" y="285983"/>
                </a:cubicBezTo>
                <a:lnTo>
                  <a:pt x="167526" y="404441"/>
                </a:lnTo>
                <a:lnTo>
                  <a:pt x="49068" y="285983"/>
                </a:lnTo>
                <a:cubicBezTo>
                  <a:pt x="-16355" y="220560"/>
                  <a:pt x="-16355" y="114490"/>
                  <a:pt x="49068" y="49067"/>
                </a:cubicBezTo>
                <a:cubicBezTo>
                  <a:pt x="81780" y="16355"/>
                  <a:pt x="124653" y="0"/>
                  <a:pt x="167526" y="0"/>
                </a:cubicBezTo>
                <a:close/>
              </a:path>
            </a:pathLst>
          </a:custGeom>
          <a:solidFill>
            <a:srgbClr val="83B40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US" altLang="en-US" sz="2400" b="1">
                <a:solidFill>
                  <a:srgbClr val="FFFFFF"/>
                </a:solidFill>
                <a:latin typeface="Arial Rounded MT Bold" panose="020F0704030504030204" pitchFamily="34" charset="77"/>
                <a:ea typeface="幼圆" pitchFamily="1" charset="-122"/>
              </a:rPr>
              <a:t>1</a:t>
            </a:r>
            <a:endParaRPr lang="zh-CN" altLang="en-US" sz="2400" b="1">
              <a:solidFill>
                <a:srgbClr val="FFFFFF"/>
              </a:solidFill>
              <a:latin typeface="Arial Rounded MT Bold" panose="020F0704030504030204" pitchFamily="34" charset="77"/>
              <a:ea typeface="幼圆" pitchFamily="1" charset="-122"/>
            </a:endParaRPr>
          </a:p>
        </p:txBody>
      </p:sp>
      <p:cxnSp>
        <p:nvCxnSpPr>
          <p:cNvPr id="11269" name="直接连接符 26">
            <a:extLst>
              <a:ext uri="{FF2B5EF4-FFF2-40B4-BE49-F238E27FC236}">
                <a16:creationId xmlns:a16="http://schemas.microsoft.com/office/drawing/2014/main" id="{FEDC83BF-FC69-5947-BD45-9CABBE03A30D}"/>
              </a:ext>
            </a:extLst>
          </p:cNvPr>
          <p:cNvCxnSpPr>
            <a:cxnSpLocks noChangeShapeType="1"/>
            <a:stCxn id="11268" idx="3"/>
          </p:cNvCxnSpPr>
          <p:nvPr/>
        </p:nvCxnSpPr>
        <p:spPr bwMode="auto">
          <a:xfrm>
            <a:off x="4751388" y="1682750"/>
            <a:ext cx="3822700" cy="0"/>
          </a:xfrm>
          <a:prstGeom prst="line">
            <a:avLst/>
          </a:prstGeom>
          <a:noFill/>
          <a:ln w="12700">
            <a:solidFill>
              <a:srgbClr val="83B40D"/>
            </a:solidFill>
            <a:prstDash val="dash"/>
            <a:bevel/>
            <a:headEnd/>
            <a:tailEnd/>
          </a:ln>
          <a:effectLst>
            <a:outerShdw dist="38100" dir="2700000" algn="ctr" rotWithShape="0">
              <a:srgbClr val="D9D9D9">
                <a:alpha val="32999"/>
              </a:srgbClr>
            </a:outerShdw>
          </a:effectLst>
          <a:extLst>
            <a:ext uri="{909E8E84-426E-40DD-AFC4-6F175D3DCCD1}">
              <a14:hiddenFill xmlns:a14="http://schemas.microsoft.com/office/drawing/2010/main">
                <a:noFill/>
              </a14:hiddenFill>
            </a:ext>
          </a:extLst>
        </p:spPr>
      </p:cxnSp>
      <p:sp>
        <p:nvSpPr>
          <p:cNvPr id="11270" name="任意多边形 27">
            <a:extLst>
              <a:ext uri="{FF2B5EF4-FFF2-40B4-BE49-F238E27FC236}">
                <a16:creationId xmlns:a16="http://schemas.microsoft.com/office/drawing/2014/main" id="{5ABF524E-C571-4E4B-9D0B-11C341716F48}"/>
              </a:ext>
            </a:extLst>
          </p:cNvPr>
          <p:cNvSpPr>
            <a:spLocks noChangeArrowheads="1"/>
          </p:cNvSpPr>
          <p:nvPr/>
        </p:nvSpPr>
        <p:spPr bwMode="auto">
          <a:xfrm>
            <a:off x="3986213" y="1800225"/>
            <a:ext cx="376237" cy="454025"/>
          </a:xfrm>
          <a:custGeom>
            <a:avLst/>
            <a:gdLst>
              <a:gd name="T0" fmla="*/ 211243 w 335051"/>
              <a:gd name="T1" fmla="*/ 0 h 404441"/>
              <a:gd name="T2" fmla="*/ 360614 w 335051"/>
              <a:gd name="T3" fmla="*/ 61836 h 404441"/>
              <a:gd name="T4" fmla="*/ 360614 w 335051"/>
              <a:gd name="T5" fmla="*/ 360404 h 404441"/>
              <a:gd name="T6" fmla="*/ 211243 w 335051"/>
              <a:gd name="T7" fmla="*/ 509688 h 404441"/>
              <a:gd name="T8" fmla="*/ 61873 w 335051"/>
              <a:gd name="T9" fmla="*/ 360404 h 404441"/>
              <a:gd name="T10" fmla="*/ 61873 w 335051"/>
              <a:gd name="T11" fmla="*/ 61836 h 404441"/>
              <a:gd name="T12" fmla="*/ 211243 w 335051"/>
              <a:gd name="T13" fmla="*/ 0 h 404441"/>
              <a:gd name="T14" fmla="*/ 0 60000 65536"/>
              <a:gd name="T15" fmla="*/ 0 60000 65536"/>
              <a:gd name="T16" fmla="*/ 0 60000 65536"/>
              <a:gd name="T17" fmla="*/ 0 60000 65536"/>
              <a:gd name="T18" fmla="*/ 0 60000 65536"/>
              <a:gd name="T19" fmla="*/ 0 60000 65536"/>
              <a:gd name="T20" fmla="*/ 0 60000 65536"/>
              <a:gd name="T21" fmla="*/ 0 w 335051"/>
              <a:gd name="T22" fmla="*/ 0 h 404441"/>
              <a:gd name="T23" fmla="*/ 335051 w 335051"/>
              <a:gd name="T24" fmla="*/ 404441 h 4044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5051" h="404441">
                <a:moveTo>
                  <a:pt x="167526" y="0"/>
                </a:moveTo>
                <a:cubicBezTo>
                  <a:pt x="210400" y="0"/>
                  <a:pt x="253273" y="16355"/>
                  <a:pt x="285984" y="49067"/>
                </a:cubicBezTo>
                <a:cubicBezTo>
                  <a:pt x="351407" y="114490"/>
                  <a:pt x="351407" y="220560"/>
                  <a:pt x="285984" y="285983"/>
                </a:cubicBezTo>
                <a:lnTo>
                  <a:pt x="167526" y="404441"/>
                </a:lnTo>
                <a:lnTo>
                  <a:pt x="49068" y="285983"/>
                </a:lnTo>
                <a:cubicBezTo>
                  <a:pt x="-16355" y="220560"/>
                  <a:pt x="-16355" y="114490"/>
                  <a:pt x="49068" y="49067"/>
                </a:cubicBezTo>
                <a:cubicBezTo>
                  <a:pt x="81780" y="16355"/>
                  <a:pt x="124653" y="0"/>
                  <a:pt x="167526" y="0"/>
                </a:cubicBezTo>
                <a:close/>
              </a:path>
            </a:pathLst>
          </a:custGeom>
          <a:solidFill>
            <a:srgbClr val="83B40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US" altLang="en-US" sz="2400" b="1">
                <a:solidFill>
                  <a:srgbClr val="FFFFFF"/>
                </a:solidFill>
                <a:latin typeface="Arial Rounded MT Bold" panose="020F0704030504030204" pitchFamily="34" charset="77"/>
                <a:ea typeface="幼圆" pitchFamily="1" charset="-122"/>
              </a:rPr>
              <a:t>2</a:t>
            </a:r>
            <a:endParaRPr lang="zh-CN" altLang="en-US" sz="2400" b="1">
              <a:solidFill>
                <a:srgbClr val="FFFFFF"/>
              </a:solidFill>
              <a:latin typeface="Arial Rounded MT Bold" panose="020F0704030504030204" pitchFamily="34" charset="77"/>
              <a:ea typeface="幼圆" pitchFamily="1" charset="-122"/>
            </a:endParaRPr>
          </a:p>
        </p:txBody>
      </p:sp>
      <p:cxnSp>
        <p:nvCxnSpPr>
          <p:cNvPr id="11271" name="直接连接符 28">
            <a:extLst>
              <a:ext uri="{FF2B5EF4-FFF2-40B4-BE49-F238E27FC236}">
                <a16:creationId xmlns:a16="http://schemas.microsoft.com/office/drawing/2014/main" id="{9B9707A3-28E4-524C-88EB-EBFBDA57C58B}"/>
              </a:ext>
            </a:extLst>
          </p:cNvPr>
          <p:cNvCxnSpPr>
            <a:cxnSpLocks noChangeShapeType="1"/>
            <a:stCxn id="11270" idx="3"/>
          </p:cNvCxnSpPr>
          <p:nvPr/>
        </p:nvCxnSpPr>
        <p:spPr bwMode="auto">
          <a:xfrm>
            <a:off x="4222750" y="2300288"/>
            <a:ext cx="4349750" cy="0"/>
          </a:xfrm>
          <a:prstGeom prst="line">
            <a:avLst/>
          </a:prstGeom>
          <a:noFill/>
          <a:ln w="12700">
            <a:solidFill>
              <a:srgbClr val="83B40D"/>
            </a:solidFill>
            <a:prstDash val="dash"/>
            <a:bevel/>
            <a:headEnd/>
            <a:tailEnd/>
          </a:ln>
          <a:effectLst>
            <a:outerShdw dist="38100" dir="2700000" algn="ctr" rotWithShape="0">
              <a:srgbClr val="D9D9D9">
                <a:alpha val="32999"/>
              </a:srgbClr>
            </a:outerShdw>
          </a:effectLst>
          <a:extLst>
            <a:ext uri="{909E8E84-426E-40DD-AFC4-6F175D3DCCD1}">
              <a14:hiddenFill xmlns:a14="http://schemas.microsoft.com/office/drawing/2010/main">
                <a:noFill/>
              </a14:hiddenFill>
            </a:ext>
          </a:extLst>
        </p:spPr>
      </p:cxnSp>
      <p:sp>
        <p:nvSpPr>
          <p:cNvPr id="11272" name="任意多边形 29">
            <a:extLst>
              <a:ext uri="{FF2B5EF4-FFF2-40B4-BE49-F238E27FC236}">
                <a16:creationId xmlns:a16="http://schemas.microsoft.com/office/drawing/2014/main" id="{92A42543-215A-4C45-AE2B-376AF72A8E5B}"/>
              </a:ext>
            </a:extLst>
          </p:cNvPr>
          <p:cNvSpPr>
            <a:spLocks noChangeArrowheads="1"/>
          </p:cNvSpPr>
          <p:nvPr/>
        </p:nvSpPr>
        <p:spPr bwMode="auto">
          <a:xfrm>
            <a:off x="3459163" y="2417763"/>
            <a:ext cx="376237" cy="454025"/>
          </a:xfrm>
          <a:custGeom>
            <a:avLst/>
            <a:gdLst>
              <a:gd name="T0" fmla="*/ 211243 w 335051"/>
              <a:gd name="T1" fmla="*/ 0 h 404441"/>
              <a:gd name="T2" fmla="*/ 360614 w 335051"/>
              <a:gd name="T3" fmla="*/ 61836 h 404441"/>
              <a:gd name="T4" fmla="*/ 360614 w 335051"/>
              <a:gd name="T5" fmla="*/ 360404 h 404441"/>
              <a:gd name="T6" fmla="*/ 211243 w 335051"/>
              <a:gd name="T7" fmla="*/ 509688 h 404441"/>
              <a:gd name="T8" fmla="*/ 61873 w 335051"/>
              <a:gd name="T9" fmla="*/ 360404 h 404441"/>
              <a:gd name="T10" fmla="*/ 61873 w 335051"/>
              <a:gd name="T11" fmla="*/ 61836 h 404441"/>
              <a:gd name="T12" fmla="*/ 211243 w 335051"/>
              <a:gd name="T13" fmla="*/ 0 h 404441"/>
              <a:gd name="T14" fmla="*/ 0 60000 65536"/>
              <a:gd name="T15" fmla="*/ 0 60000 65536"/>
              <a:gd name="T16" fmla="*/ 0 60000 65536"/>
              <a:gd name="T17" fmla="*/ 0 60000 65536"/>
              <a:gd name="T18" fmla="*/ 0 60000 65536"/>
              <a:gd name="T19" fmla="*/ 0 60000 65536"/>
              <a:gd name="T20" fmla="*/ 0 60000 65536"/>
              <a:gd name="T21" fmla="*/ 0 w 335051"/>
              <a:gd name="T22" fmla="*/ 0 h 404441"/>
              <a:gd name="T23" fmla="*/ 335051 w 335051"/>
              <a:gd name="T24" fmla="*/ 404441 h 4044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5051" h="404441">
                <a:moveTo>
                  <a:pt x="167526" y="0"/>
                </a:moveTo>
                <a:cubicBezTo>
                  <a:pt x="210400" y="0"/>
                  <a:pt x="253273" y="16355"/>
                  <a:pt x="285984" y="49067"/>
                </a:cubicBezTo>
                <a:cubicBezTo>
                  <a:pt x="351407" y="114490"/>
                  <a:pt x="351407" y="220560"/>
                  <a:pt x="285984" y="285983"/>
                </a:cubicBezTo>
                <a:lnTo>
                  <a:pt x="167526" y="404441"/>
                </a:lnTo>
                <a:lnTo>
                  <a:pt x="49068" y="285983"/>
                </a:lnTo>
                <a:cubicBezTo>
                  <a:pt x="-16355" y="220560"/>
                  <a:pt x="-16355" y="114490"/>
                  <a:pt x="49068" y="49067"/>
                </a:cubicBezTo>
                <a:cubicBezTo>
                  <a:pt x="81780" y="16355"/>
                  <a:pt x="124653" y="0"/>
                  <a:pt x="167526" y="0"/>
                </a:cubicBezTo>
                <a:close/>
              </a:path>
            </a:pathLst>
          </a:custGeom>
          <a:solidFill>
            <a:srgbClr val="83B40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US" altLang="en-US" sz="2400" b="1">
                <a:solidFill>
                  <a:srgbClr val="FFFFFF"/>
                </a:solidFill>
                <a:latin typeface="Arial Rounded MT Bold" panose="020F0704030504030204" pitchFamily="34" charset="77"/>
                <a:ea typeface="幼圆" pitchFamily="1" charset="-122"/>
              </a:rPr>
              <a:t>3</a:t>
            </a:r>
            <a:endParaRPr lang="zh-CN" altLang="en-US" sz="2400" b="1">
              <a:solidFill>
                <a:srgbClr val="FFFFFF"/>
              </a:solidFill>
              <a:latin typeface="Arial Rounded MT Bold" panose="020F0704030504030204" pitchFamily="34" charset="77"/>
              <a:ea typeface="幼圆" pitchFamily="1" charset="-122"/>
            </a:endParaRPr>
          </a:p>
        </p:txBody>
      </p:sp>
      <p:cxnSp>
        <p:nvCxnSpPr>
          <p:cNvPr id="11273" name="直接连接符 30">
            <a:extLst>
              <a:ext uri="{FF2B5EF4-FFF2-40B4-BE49-F238E27FC236}">
                <a16:creationId xmlns:a16="http://schemas.microsoft.com/office/drawing/2014/main" id="{DA7A0DF2-B975-A047-A2D5-1056414E3EEE}"/>
              </a:ext>
            </a:extLst>
          </p:cNvPr>
          <p:cNvCxnSpPr>
            <a:cxnSpLocks noChangeShapeType="1"/>
            <a:stCxn id="11272" idx="3"/>
          </p:cNvCxnSpPr>
          <p:nvPr/>
        </p:nvCxnSpPr>
        <p:spPr bwMode="auto">
          <a:xfrm>
            <a:off x="3695700" y="2917825"/>
            <a:ext cx="4878388" cy="0"/>
          </a:xfrm>
          <a:prstGeom prst="line">
            <a:avLst/>
          </a:prstGeom>
          <a:noFill/>
          <a:ln w="12700">
            <a:solidFill>
              <a:srgbClr val="83B40D"/>
            </a:solidFill>
            <a:prstDash val="dash"/>
            <a:bevel/>
            <a:headEnd/>
            <a:tailEnd/>
          </a:ln>
          <a:effectLst>
            <a:outerShdw dist="38100" dir="2700000" algn="ctr" rotWithShape="0">
              <a:srgbClr val="D9D9D9">
                <a:alpha val="32999"/>
              </a:srgbClr>
            </a:outerShdw>
          </a:effectLst>
          <a:extLst>
            <a:ext uri="{909E8E84-426E-40DD-AFC4-6F175D3DCCD1}">
              <a14:hiddenFill xmlns:a14="http://schemas.microsoft.com/office/drawing/2010/main">
                <a:noFill/>
              </a14:hiddenFill>
            </a:ext>
          </a:extLst>
        </p:spPr>
      </p:cxnSp>
      <p:sp>
        <p:nvSpPr>
          <p:cNvPr id="11274" name="任意多边形 31">
            <a:extLst>
              <a:ext uri="{FF2B5EF4-FFF2-40B4-BE49-F238E27FC236}">
                <a16:creationId xmlns:a16="http://schemas.microsoft.com/office/drawing/2014/main" id="{8413BC77-2339-B948-BF26-E0B06B940C49}"/>
              </a:ext>
            </a:extLst>
          </p:cNvPr>
          <p:cNvSpPr>
            <a:spLocks noChangeArrowheads="1"/>
          </p:cNvSpPr>
          <p:nvPr/>
        </p:nvSpPr>
        <p:spPr bwMode="auto">
          <a:xfrm>
            <a:off x="2930525" y="3035300"/>
            <a:ext cx="376238" cy="454025"/>
          </a:xfrm>
          <a:custGeom>
            <a:avLst/>
            <a:gdLst>
              <a:gd name="T0" fmla="*/ 211245 w 335051"/>
              <a:gd name="T1" fmla="*/ 0 h 404441"/>
              <a:gd name="T2" fmla="*/ 360616 w 335051"/>
              <a:gd name="T3" fmla="*/ 61836 h 404441"/>
              <a:gd name="T4" fmla="*/ 360616 w 335051"/>
              <a:gd name="T5" fmla="*/ 360404 h 404441"/>
              <a:gd name="T6" fmla="*/ 211245 w 335051"/>
              <a:gd name="T7" fmla="*/ 509688 h 404441"/>
              <a:gd name="T8" fmla="*/ 61873 w 335051"/>
              <a:gd name="T9" fmla="*/ 360404 h 404441"/>
              <a:gd name="T10" fmla="*/ 61873 w 335051"/>
              <a:gd name="T11" fmla="*/ 61836 h 404441"/>
              <a:gd name="T12" fmla="*/ 211245 w 335051"/>
              <a:gd name="T13" fmla="*/ 0 h 404441"/>
              <a:gd name="T14" fmla="*/ 0 60000 65536"/>
              <a:gd name="T15" fmla="*/ 0 60000 65536"/>
              <a:gd name="T16" fmla="*/ 0 60000 65536"/>
              <a:gd name="T17" fmla="*/ 0 60000 65536"/>
              <a:gd name="T18" fmla="*/ 0 60000 65536"/>
              <a:gd name="T19" fmla="*/ 0 60000 65536"/>
              <a:gd name="T20" fmla="*/ 0 60000 65536"/>
              <a:gd name="T21" fmla="*/ 0 w 335051"/>
              <a:gd name="T22" fmla="*/ 0 h 404441"/>
              <a:gd name="T23" fmla="*/ 335051 w 335051"/>
              <a:gd name="T24" fmla="*/ 404441 h 4044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5051" h="404441">
                <a:moveTo>
                  <a:pt x="167526" y="0"/>
                </a:moveTo>
                <a:cubicBezTo>
                  <a:pt x="210400" y="0"/>
                  <a:pt x="253273" y="16355"/>
                  <a:pt x="285984" y="49067"/>
                </a:cubicBezTo>
                <a:cubicBezTo>
                  <a:pt x="351407" y="114490"/>
                  <a:pt x="351407" y="220560"/>
                  <a:pt x="285984" y="285983"/>
                </a:cubicBezTo>
                <a:lnTo>
                  <a:pt x="167526" y="404441"/>
                </a:lnTo>
                <a:lnTo>
                  <a:pt x="49068" y="285983"/>
                </a:lnTo>
                <a:cubicBezTo>
                  <a:pt x="-16355" y="220560"/>
                  <a:pt x="-16355" y="114490"/>
                  <a:pt x="49068" y="49067"/>
                </a:cubicBezTo>
                <a:cubicBezTo>
                  <a:pt x="81780" y="16355"/>
                  <a:pt x="124653" y="0"/>
                  <a:pt x="167526" y="0"/>
                </a:cubicBezTo>
                <a:close/>
              </a:path>
            </a:pathLst>
          </a:custGeom>
          <a:solidFill>
            <a:srgbClr val="83B40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US" altLang="en-US" sz="2400" b="1">
                <a:solidFill>
                  <a:srgbClr val="FFFFFF"/>
                </a:solidFill>
                <a:latin typeface="Arial Rounded MT Bold" panose="020F0704030504030204" pitchFamily="34" charset="77"/>
                <a:ea typeface="幼圆" pitchFamily="1" charset="-122"/>
              </a:rPr>
              <a:t>4</a:t>
            </a:r>
            <a:endParaRPr lang="zh-CN" altLang="en-US" sz="2400" b="1">
              <a:solidFill>
                <a:srgbClr val="FFFFFF"/>
              </a:solidFill>
              <a:latin typeface="Arial Rounded MT Bold" panose="020F0704030504030204" pitchFamily="34" charset="77"/>
              <a:ea typeface="幼圆" pitchFamily="1" charset="-122"/>
            </a:endParaRPr>
          </a:p>
        </p:txBody>
      </p:sp>
      <p:cxnSp>
        <p:nvCxnSpPr>
          <p:cNvPr id="11275" name="直接连接符 32">
            <a:extLst>
              <a:ext uri="{FF2B5EF4-FFF2-40B4-BE49-F238E27FC236}">
                <a16:creationId xmlns:a16="http://schemas.microsoft.com/office/drawing/2014/main" id="{1A1273E7-FA21-1749-BDC0-0CC338BF4DA5}"/>
              </a:ext>
            </a:extLst>
          </p:cNvPr>
          <p:cNvCxnSpPr>
            <a:cxnSpLocks noChangeShapeType="1"/>
            <a:stCxn id="11274" idx="3"/>
          </p:cNvCxnSpPr>
          <p:nvPr/>
        </p:nvCxnSpPr>
        <p:spPr bwMode="auto">
          <a:xfrm>
            <a:off x="3167063" y="3535363"/>
            <a:ext cx="5405437" cy="0"/>
          </a:xfrm>
          <a:prstGeom prst="line">
            <a:avLst/>
          </a:prstGeom>
          <a:noFill/>
          <a:ln w="12700">
            <a:solidFill>
              <a:srgbClr val="83B40D"/>
            </a:solidFill>
            <a:prstDash val="dash"/>
            <a:bevel/>
            <a:headEnd/>
            <a:tailEnd/>
          </a:ln>
          <a:effectLst>
            <a:outerShdw dist="38100" dir="2700000" algn="ctr" rotWithShape="0">
              <a:srgbClr val="D9D9D9">
                <a:alpha val="32999"/>
              </a:srgbClr>
            </a:outerShdw>
          </a:effectLst>
          <a:extLst>
            <a:ext uri="{909E8E84-426E-40DD-AFC4-6F175D3DCCD1}">
              <a14:hiddenFill xmlns:a14="http://schemas.microsoft.com/office/drawing/2010/main">
                <a:noFill/>
              </a14:hiddenFill>
            </a:ext>
          </a:extLst>
        </p:spPr>
      </p:cxnSp>
      <p:sp>
        <p:nvSpPr>
          <p:cNvPr id="11276" name="任意多边形 33">
            <a:extLst>
              <a:ext uri="{FF2B5EF4-FFF2-40B4-BE49-F238E27FC236}">
                <a16:creationId xmlns:a16="http://schemas.microsoft.com/office/drawing/2014/main" id="{26BE4E9A-644D-DF42-9049-2A86CDC00CED}"/>
              </a:ext>
            </a:extLst>
          </p:cNvPr>
          <p:cNvSpPr>
            <a:spLocks noChangeArrowheads="1"/>
          </p:cNvSpPr>
          <p:nvPr/>
        </p:nvSpPr>
        <p:spPr bwMode="auto">
          <a:xfrm>
            <a:off x="2403475" y="3652838"/>
            <a:ext cx="374650" cy="454025"/>
          </a:xfrm>
          <a:custGeom>
            <a:avLst/>
            <a:gdLst>
              <a:gd name="T0" fmla="*/ 209466 w 335051"/>
              <a:gd name="T1" fmla="*/ 0 h 404441"/>
              <a:gd name="T2" fmla="*/ 357579 w 335051"/>
              <a:gd name="T3" fmla="*/ 61836 h 404441"/>
              <a:gd name="T4" fmla="*/ 357579 w 335051"/>
              <a:gd name="T5" fmla="*/ 360404 h 404441"/>
              <a:gd name="T6" fmla="*/ 209466 w 335051"/>
              <a:gd name="T7" fmla="*/ 509688 h 404441"/>
              <a:gd name="T8" fmla="*/ 61352 w 335051"/>
              <a:gd name="T9" fmla="*/ 360404 h 404441"/>
              <a:gd name="T10" fmla="*/ 61352 w 335051"/>
              <a:gd name="T11" fmla="*/ 61836 h 404441"/>
              <a:gd name="T12" fmla="*/ 209466 w 335051"/>
              <a:gd name="T13" fmla="*/ 0 h 404441"/>
              <a:gd name="T14" fmla="*/ 0 60000 65536"/>
              <a:gd name="T15" fmla="*/ 0 60000 65536"/>
              <a:gd name="T16" fmla="*/ 0 60000 65536"/>
              <a:gd name="T17" fmla="*/ 0 60000 65536"/>
              <a:gd name="T18" fmla="*/ 0 60000 65536"/>
              <a:gd name="T19" fmla="*/ 0 60000 65536"/>
              <a:gd name="T20" fmla="*/ 0 60000 65536"/>
              <a:gd name="T21" fmla="*/ 0 w 335051"/>
              <a:gd name="T22" fmla="*/ 0 h 404441"/>
              <a:gd name="T23" fmla="*/ 335051 w 335051"/>
              <a:gd name="T24" fmla="*/ 404441 h 4044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5051" h="404441">
                <a:moveTo>
                  <a:pt x="167526" y="0"/>
                </a:moveTo>
                <a:cubicBezTo>
                  <a:pt x="210400" y="0"/>
                  <a:pt x="253273" y="16355"/>
                  <a:pt x="285984" y="49067"/>
                </a:cubicBezTo>
                <a:cubicBezTo>
                  <a:pt x="351407" y="114490"/>
                  <a:pt x="351407" y="220560"/>
                  <a:pt x="285984" y="285983"/>
                </a:cubicBezTo>
                <a:lnTo>
                  <a:pt x="167526" y="404441"/>
                </a:lnTo>
                <a:lnTo>
                  <a:pt x="49068" y="285983"/>
                </a:lnTo>
                <a:cubicBezTo>
                  <a:pt x="-16355" y="220560"/>
                  <a:pt x="-16355" y="114490"/>
                  <a:pt x="49068" y="49067"/>
                </a:cubicBezTo>
                <a:cubicBezTo>
                  <a:pt x="81780" y="16355"/>
                  <a:pt x="124653" y="0"/>
                  <a:pt x="167526" y="0"/>
                </a:cubicBezTo>
                <a:close/>
              </a:path>
            </a:pathLst>
          </a:custGeom>
          <a:solidFill>
            <a:srgbClr val="83B40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US" altLang="en-US" sz="2400" b="1">
                <a:solidFill>
                  <a:srgbClr val="FFFFFF"/>
                </a:solidFill>
                <a:latin typeface="Arial Rounded MT Bold" panose="020F0704030504030204" pitchFamily="34" charset="77"/>
                <a:ea typeface="幼圆" pitchFamily="1" charset="-122"/>
              </a:rPr>
              <a:t>5</a:t>
            </a:r>
            <a:endParaRPr lang="zh-CN" altLang="en-US" sz="2400" b="1">
              <a:solidFill>
                <a:srgbClr val="FFFFFF"/>
              </a:solidFill>
              <a:latin typeface="Arial Rounded MT Bold" panose="020F0704030504030204" pitchFamily="34" charset="77"/>
              <a:ea typeface="幼圆" pitchFamily="1" charset="-122"/>
            </a:endParaRPr>
          </a:p>
        </p:txBody>
      </p:sp>
      <p:cxnSp>
        <p:nvCxnSpPr>
          <p:cNvPr id="11277" name="直接连接符 34">
            <a:extLst>
              <a:ext uri="{FF2B5EF4-FFF2-40B4-BE49-F238E27FC236}">
                <a16:creationId xmlns:a16="http://schemas.microsoft.com/office/drawing/2014/main" id="{988932B5-FD10-0642-8EA5-F191346BE155}"/>
              </a:ext>
            </a:extLst>
          </p:cNvPr>
          <p:cNvCxnSpPr>
            <a:cxnSpLocks noChangeShapeType="1"/>
          </p:cNvCxnSpPr>
          <p:nvPr/>
        </p:nvCxnSpPr>
        <p:spPr bwMode="auto">
          <a:xfrm>
            <a:off x="2590800" y="4106863"/>
            <a:ext cx="5934075" cy="0"/>
          </a:xfrm>
          <a:prstGeom prst="line">
            <a:avLst/>
          </a:prstGeom>
          <a:noFill/>
          <a:ln w="12700">
            <a:solidFill>
              <a:srgbClr val="83B40D"/>
            </a:solidFill>
            <a:prstDash val="dash"/>
            <a:bevel/>
            <a:headEnd/>
            <a:tailEnd/>
          </a:ln>
          <a:effectLst>
            <a:outerShdw dist="38100" dir="2700000" algn="ctr" rotWithShape="0">
              <a:srgbClr val="D9D9D9">
                <a:alpha val="32999"/>
              </a:srgbClr>
            </a:outerShdw>
          </a:effectLst>
          <a:extLst>
            <a:ext uri="{909E8E84-426E-40DD-AFC4-6F175D3DCCD1}">
              <a14:hiddenFill xmlns:a14="http://schemas.microsoft.com/office/drawing/2010/main">
                <a:noFill/>
              </a14:hiddenFill>
            </a:ext>
          </a:extLst>
        </p:spPr>
      </p:cxnSp>
      <p:sp>
        <p:nvSpPr>
          <p:cNvPr id="11278" name="任意多边形 35">
            <a:extLst>
              <a:ext uri="{FF2B5EF4-FFF2-40B4-BE49-F238E27FC236}">
                <a16:creationId xmlns:a16="http://schemas.microsoft.com/office/drawing/2014/main" id="{713C16F1-27AC-AF40-80D9-70B38B72B3C9}"/>
              </a:ext>
            </a:extLst>
          </p:cNvPr>
          <p:cNvSpPr>
            <a:spLocks noChangeArrowheads="1"/>
          </p:cNvSpPr>
          <p:nvPr/>
        </p:nvSpPr>
        <p:spPr bwMode="auto">
          <a:xfrm>
            <a:off x="1955800" y="4270375"/>
            <a:ext cx="376238" cy="454025"/>
          </a:xfrm>
          <a:custGeom>
            <a:avLst/>
            <a:gdLst>
              <a:gd name="T0" fmla="*/ 211244 w 335051"/>
              <a:gd name="T1" fmla="*/ 0 h 404441"/>
              <a:gd name="T2" fmla="*/ 360615 w 335051"/>
              <a:gd name="T3" fmla="*/ 61836 h 404441"/>
              <a:gd name="T4" fmla="*/ 360615 w 335051"/>
              <a:gd name="T5" fmla="*/ 360404 h 404441"/>
              <a:gd name="T6" fmla="*/ 211244 w 335051"/>
              <a:gd name="T7" fmla="*/ 509688 h 404441"/>
              <a:gd name="T8" fmla="*/ 61873 w 335051"/>
              <a:gd name="T9" fmla="*/ 360404 h 404441"/>
              <a:gd name="T10" fmla="*/ 61873 w 335051"/>
              <a:gd name="T11" fmla="*/ 61836 h 404441"/>
              <a:gd name="T12" fmla="*/ 211244 w 335051"/>
              <a:gd name="T13" fmla="*/ 0 h 404441"/>
              <a:gd name="T14" fmla="*/ 0 60000 65536"/>
              <a:gd name="T15" fmla="*/ 0 60000 65536"/>
              <a:gd name="T16" fmla="*/ 0 60000 65536"/>
              <a:gd name="T17" fmla="*/ 0 60000 65536"/>
              <a:gd name="T18" fmla="*/ 0 60000 65536"/>
              <a:gd name="T19" fmla="*/ 0 60000 65536"/>
              <a:gd name="T20" fmla="*/ 0 60000 65536"/>
              <a:gd name="T21" fmla="*/ 0 w 335051"/>
              <a:gd name="T22" fmla="*/ 0 h 404441"/>
              <a:gd name="T23" fmla="*/ 335051 w 335051"/>
              <a:gd name="T24" fmla="*/ 404441 h 4044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5051" h="404441">
                <a:moveTo>
                  <a:pt x="167526" y="0"/>
                </a:moveTo>
                <a:cubicBezTo>
                  <a:pt x="210400" y="0"/>
                  <a:pt x="253273" y="16355"/>
                  <a:pt x="285984" y="49067"/>
                </a:cubicBezTo>
                <a:cubicBezTo>
                  <a:pt x="351407" y="114490"/>
                  <a:pt x="351407" y="220560"/>
                  <a:pt x="285984" y="285983"/>
                </a:cubicBezTo>
                <a:lnTo>
                  <a:pt x="167526" y="404441"/>
                </a:lnTo>
                <a:lnTo>
                  <a:pt x="49068" y="285983"/>
                </a:lnTo>
                <a:cubicBezTo>
                  <a:pt x="-16355" y="220560"/>
                  <a:pt x="-16355" y="114490"/>
                  <a:pt x="49068" y="49067"/>
                </a:cubicBezTo>
                <a:cubicBezTo>
                  <a:pt x="81780" y="16355"/>
                  <a:pt x="124653" y="0"/>
                  <a:pt x="167526" y="0"/>
                </a:cubicBezTo>
                <a:close/>
              </a:path>
            </a:pathLst>
          </a:custGeom>
          <a:solidFill>
            <a:srgbClr val="83B40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US" altLang="en-US" sz="2400" b="1">
                <a:solidFill>
                  <a:srgbClr val="FFFFFF"/>
                </a:solidFill>
                <a:latin typeface="Arial Rounded MT Bold" panose="020F0704030504030204" pitchFamily="34" charset="77"/>
                <a:ea typeface="幼圆" pitchFamily="1" charset="-122"/>
              </a:rPr>
              <a:t>6</a:t>
            </a:r>
            <a:endParaRPr lang="zh-CN" altLang="en-US" sz="2400" b="1">
              <a:solidFill>
                <a:srgbClr val="FFFFFF"/>
              </a:solidFill>
              <a:latin typeface="Arial Rounded MT Bold" panose="020F0704030504030204" pitchFamily="34" charset="77"/>
              <a:ea typeface="幼圆" pitchFamily="1" charset="-122"/>
            </a:endParaRPr>
          </a:p>
        </p:txBody>
      </p:sp>
      <p:cxnSp>
        <p:nvCxnSpPr>
          <p:cNvPr id="11279" name="直接连接符 36">
            <a:extLst>
              <a:ext uri="{FF2B5EF4-FFF2-40B4-BE49-F238E27FC236}">
                <a16:creationId xmlns:a16="http://schemas.microsoft.com/office/drawing/2014/main" id="{F04C2547-ADFB-B44B-A657-8165FDE6EAA7}"/>
              </a:ext>
            </a:extLst>
          </p:cNvPr>
          <p:cNvCxnSpPr>
            <a:cxnSpLocks noChangeShapeType="1"/>
          </p:cNvCxnSpPr>
          <p:nvPr/>
        </p:nvCxnSpPr>
        <p:spPr bwMode="auto">
          <a:xfrm>
            <a:off x="2071688" y="4724400"/>
            <a:ext cx="6453187" cy="0"/>
          </a:xfrm>
          <a:prstGeom prst="line">
            <a:avLst/>
          </a:prstGeom>
          <a:noFill/>
          <a:ln w="12700">
            <a:solidFill>
              <a:srgbClr val="83B40D"/>
            </a:solidFill>
            <a:prstDash val="dash"/>
            <a:bevel/>
            <a:headEnd/>
            <a:tailEnd/>
          </a:ln>
          <a:effectLst>
            <a:outerShdw dist="38100" dir="2700000" algn="ctr" rotWithShape="0">
              <a:srgbClr val="D9D9D9">
                <a:alpha val="32999"/>
              </a:srgbClr>
            </a:outerShdw>
          </a:effectLst>
          <a:extLst>
            <a:ext uri="{909E8E84-426E-40DD-AFC4-6F175D3DCCD1}">
              <a14:hiddenFill xmlns:a14="http://schemas.microsoft.com/office/drawing/2010/main">
                <a:noFill/>
              </a14:hiddenFill>
            </a:ext>
          </a:extLst>
        </p:spPr>
      </p:cxnSp>
      <p:sp>
        <p:nvSpPr>
          <p:cNvPr id="11280" name="文本框 37">
            <a:extLst>
              <a:ext uri="{FF2B5EF4-FFF2-40B4-BE49-F238E27FC236}">
                <a16:creationId xmlns:a16="http://schemas.microsoft.com/office/drawing/2014/main" id="{13D3EEDE-FFF3-EE46-9329-79A57AC9278A}"/>
              </a:ext>
            </a:extLst>
          </p:cNvPr>
          <p:cNvSpPr txBox="1">
            <a:spLocks noChangeArrowheads="1"/>
          </p:cNvSpPr>
          <p:nvPr/>
        </p:nvSpPr>
        <p:spPr bwMode="auto">
          <a:xfrm>
            <a:off x="4891088" y="1214438"/>
            <a:ext cx="3914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2400">
                <a:latin typeface="黑体" panose="02010609060101010101" pitchFamily="49" charset="-122"/>
                <a:ea typeface="黑体" panose="02010609060101010101" pitchFamily="49" charset="-122"/>
                <a:sym typeface="宋体" panose="02010600030101010101" pitchFamily="2" charset="-122"/>
              </a:rPr>
              <a:t>识记死锁的概念</a:t>
            </a:r>
          </a:p>
        </p:txBody>
      </p:sp>
      <p:sp>
        <p:nvSpPr>
          <p:cNvPr id="11281" name="文本框 38">
            <a:extLst>
              <a:ext uri="{FF2B5EF4-FFF2-40B4-BE49-F238E27FC236}">
                <a16:creationId xmlns:a16="http://schemas.microsoft.com/office/drawing/2014/main" id="{E28A6777-475B-AC43-8A28-A6C3B1BD876D}"/>
              </a:ext>
            </a:extLst>
          </p:cNvPr>
          <p:cNvSpPr txBox="1">
            <a:spLocks noChangeArrowheads="1"/>
          </p:cNvSpPr>
          <p:nvPr/>
        </p:nvSpPr>
        <p:spPr bwMode="auto">
          <a:xfrm>
            <a:off x="4362450" y="1800225"/>
            <a:ext cx="44434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2400">
                <a:latin typeface="黑体" panose="02010609060101010101" pitchFamily="49" charset="-122"/>
                <a:ea typeface="黑体" panose="02010609060101010101" pitchFamily="49" charset="-122"/>
                <a:sym typeface="宋体" panose="02010600030101010101" pitchFamily="2" charset="-122"/>
              </a:rPr>
              <a:t>识记死锁的必要条件</a:t>
            </a:r>
          </a:p>
        </p:txBody>
      </p:sp>
      <p:sp>
        <p:nvSpPr>
          <p:cNvPr id="11282" name="文本框 39">
            <a:extLst>
              <a:ext uri="{FF2B5EF4-FFF2-40B4-BE49-F238E27FC236}">
                <a16:creationId xmlns:a16="http://schemas.microsoft.com/office/drawing/2014/main" id="{1032150C-69FF-B944-BD80-EB667FF8E52E}"/>
              </a:ext>
            </a:extLst>
          </p:cNvPr>
          <p:cNvSpPr txBox="1">
            <a:spLocks noChangeArrowheads="1"/>
          </p:cNvSpPr>
          <p:nvPr/>
        </p:nvSpPr>
        <p:spPr bwMode="auto">
          <a:xfrm>
            <a:off x="3835400" y="2417763"/>
            <a:ext cx="46894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2400">
                <a:latin typeface="黑体" panose="02010609060101010101" pitchFamily="49" charset="-122"/>
                <a:ea typeface="黑体" panose="02010609060101010101" pitchFamily="49" charset="-122"/>
                <a:sym typeface="宋体" panose="02010600030101010101" pitchFamily="2" charset="-122"/>
              </a:rPr>
              <a:t>理解死锁的成因</a:t>
            </a:r>
          </a:p>
        </p:txBody>
      </p:sp>
      <p:sp>
        <p:nvSpPr>
          <p:cNvPr id="11283" name="文本框 40">
            <a:extLst>
              <a:ext uri="{FF2B5EF4-FFF2-40B4-BE49-F238E27FC236}">
                <a16:creationId xmlns:a16="http://schemas.microsoft.com/office/drawing/2014/main" id="{A67C2C7B-4F84-304B-9C05-90D711616867}"/>
              </a:ext>
            </a:extLst>
          </p:cNvPr>
          <p:cNvSpPr txBox="1">
            <a:spLocks noChangeArrowheads="1"/>
          </p:cNvSpPr>
          <p:nvPr/>
        </p:nvSpPr>
        <p:spPr bwMode="auto">
          <a:xfrm>
            <a:off x="3306763" y="3035300"/>
            <a:ext cx="58737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2400">
                <a:latin typeface="黑体" panose="02010609060101010101" pitchFamily="49" charset="-122"/>
                <a:ea typeface="黑体" panose="02010609060101010101" pitchFamily="49" charset="-122"/>
                <a:sym typeface="宋体" panose="02010600030101010101" pitchFamily="2" charset="-122"/>
              </a:rPr>
              <a:t>理解预防死锁的基本方法</a:t>
            </a:r>
          </a:p>
        </p:txBody>
      </p:sp>
      <p:sp>
        <p:nvSpPr>
          <p:cNvPr id="11284" name="文本框 41">
            <a:extLst>
              <a:ext uri="{FF2B5EF4-FFF2-40B4-BE49-F238E27FC236}">
                <a16:creationId xmlns:a16="http://schemas.microsoft.com/office/drawing/2014/main" id="{6B54DA05-804C-7E41-8169-7D32B22DFCA6}"/>
              </a:ext>
            </a:extLst>
          </p:cNvPr>
          <p:cNvSpPr txBox="1">
            <a:spLocks noChangeArrowheads="1"/>
          </p:cNvSpPr>
          <p:nvPr/>
        </p:nvSpPr>
        <p:spPr bwMode="auto">
          <a:xfrm>
            <a:off x="2778125" y="3651250"/>
            <a:ext cx="5746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2400">
                <a:latin typeface="黑体" panose="02010609060101010101" pitchFamily="49" charset="-122"/>
                <a:ea typeface="黑体" panose="02010609060101010101" pitchFamily="49" charset="-122"/>
                <a:sym typeface="宋体" panose="02010600030101010101" pitchFamily="2" charset="-122"/>
              </a:rPr>
              <a:t>掌握死锁避免</a:t>
            </a:r>
          </a:p>
        </p:txBody>
      </p:sp>
      <p:sp>
        <p:nvSpPr>
          <p:cNvPr id="11285" name="文本框 42">
            <a:extLst>
              <a:ext uri="{FF2B5EF4-FFF2-40B4-BE49-F238E27FC236}">
                <a16:creationId xmlns:a16="http://schemas.microsoft.com/office/drawing/2014/main" id="{DC06C184-AE2A-1147-8484-066C406A4E27}"/>
              </a:ext>
            </a:extLst>
          </p:cNvPr>
          <p:cNvSpPr txBox="1">
            <a:spLocks noChangeArrowheads="1"/>
          </p:cNvSpPr>
          <p:nvPr/>
        </p:nvSpPr>
        <p:spPr bwMode="auto">
          <a:xfrm>
            <a:off x="2251075" y="4311650"/>
            <a:ext cx="6273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2400">
                <a:latin typeface="黑体" panose="02010609060101010101" pitchFamily="49" charset="-122"/>
                <a:ea typeface="黑体" panose="02010609060101010101" pitchFamily="49" charset="-122"/>
                <a:sym typeface="宋体" panose="02010600030101010101" pitchFamily="2" charset="-122"/>
              </a:rPr>
              <a:t>掌握死锁检测方法</a:t>
            </a:r>
          </a:p>
        </p:txBody>
      </p:sp>
      <p:sp>
        <p:nvSpPr>
          <p:cNvPr id="11286" name="文本框 23">
            <a:extLst>
              <a:ext uri="{FF2B5EF4-FFF2-40B4-BE49-F238E27FC236}">
                <a16:creationId xmlns:a16="http://schemas.microsoft.com/office/drawing/2014/main" id="{A50C4493-A2D3-CE45-8BED-BC5EBC1F5BB7}"/>
              </a:ext>
            </a:extLst>
          </p:cNvPr>
          <p:cNvSpPr txBox="1">
            <a:spLocks noChangeArrowheads="1"/>
          </p:cNvSpPr>
          <p:nvPr/>
        </p:nvSpPr>
        <p:spPr bwMode="auto">
          <a:xfrm>
            <a:off x="2017713" y="1857375"/>
            <a:ext cx="931862" cy="70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4000" b="1">
                <a:solidFill>
                  <a:srgbClr val="FFFFFF"/>
                </a:solidFill>
                <a:latin typeface="华文彩云" panose="02010800040101010101" pitchFamily="2" charset="-122"/>
                <a:ea typeface="华文彩云" panose="02010800040101010101" pitchFamily="2" charset="-122"/>
              </a:rPr>
              <a:t>习</a:t>
            </a:r>
          </a:p>
        </p:txBody>
      </p:sp>
      <p:sp>
        <p:nvSpPr>
          <p:cNvPr id="11287" name="文本框 24">
            <a:extLst>
              <a:ext uri="{FF2B5EF4-FFF2-40B4-BE49-F238E27FC236}">
                <a16:creationId xmlns:a16="http://schemas.microsoft.com/office/drawing/2014/main" id="{9ED2A1CD-94CE-B440-B8C6-2A39C3B8A311}"/>
              </a:ext>
            </a:extLst>
          </p:cNvPr>
          <p:cNvSpPr txBox="1">
            <a:spLocks noChangeArrowheads="1"/>
          </p:cNvSpPr>
          <p:nvPr/>
        </p:nvSpPr>
        <p:spPr bwMode="auto">
          <a:xfrm>
            <a:off x="306388" y="3948113"/>
            <a:ext cx="900112" cy="70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4000" b="1">
                <a:solidFill>
                  <a:srgbClr val="FFFFFF"/>
                </a:solidFill>
                <a:latin typeface="华文彩云" panose="02010800040101010101" pitchFamily="2" charset="-122"/>
                <a:ea typeface="华文彩云" panose="02010800040101010101" pitchFamily="2" charset="-122"/>
              </a:rPr>
              <a:t>求</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89" name="Picture 2" descr="无标题-4">
            <a:extLst>
              <a:ext uri="{FF2B5EF4-FFF2-40B4-BE49-F238E27FC236}">
                <a16:creationId xmlns:a16="http://schemas.microsoft.com/office/drawing/2014/main" id="{EFDC85E7-30C4-D84F-A0A4-1933E6128C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4638"/>
            <a:ext cx="9144000"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0" name="Picture 2" descr="无标题-4">
            <a:extLst>
              <a:ext uri="{FF2B5EF4-FFF2-40B4-BE49-F238E27FC236}">
                <a16:creationId xmlns:a16="http://schemas.microsoft.com/office/drawing/2014/main" id="{3CB24459-321C-2E40-94F2-D674216E3C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4483" t="25751"/>
          <a:stretch>
            <a:fillRect/>
          </a:stretch>
        </p:blipFill>
        <p:spPr bwMode="auto">
          <a:xfrm>
            <a:off x="8353425" y="4294188"/>
            <a:ext cx="790575"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1" name="Picture 3" descr="无标题-4">
            <a:extLst>
              <a:ext uri="{FF2B5EF4-FFF2-40B4-BE49-F238E27FC236}">
                <a16:creationId xmlns:a16="http://schemas.microsoft.com/office/drawing/2014/main" id="{5973D324-E593-824A-B909-978FA6F401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74483" t="25751"/>
          <a:stretch>
            <a:fillRect/>
          </a:stretch>
        </p:blipFill>
        <p:spPr bwMode="auto">
          <a:xfrm>
            <a:off x="7759700" y="4725988"/>
            <a:ext cx="59372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2" name="Picture 4" descr="无标题-4">
            <a:extLst>
              <a:ext uri="{FF2B5EF4-FFF2-40B4-BE49-F238E27FC236}">
                <a16:creationId xmlns:a16="http://schemas.microsoft.com/office/drawing/2014/main" id="{270320D5-BCDF-5744-9C3F-6728D50B20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74483" t="25751"/>
          <a:stretch>
            <a:fillRect/>
          </a:stretch>
        </p:blipFill>
        <p:spPr bwMode="auto">
          <a:xfrm>
            <a:off x="444500" y="4725988"/>
            <a:ext cx="59372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3" name="Picture 5" descr="无标题-4">
            <a:extLst>
              <a:ext uri="{FF2B5EF4-FFF2-40B4-BE49-F238E27FC236}">
                <a16:creationId xmlns:a16="http://schemas.microsoft.com/office/drawing/2014/main" id="{8C830AF6-B2DC-FA4C-B543-4670CB87FD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74483" t="25751"/>
          <a:stretch>
            <a:fillRect/>
          </a:stretch>
        </p:blipFill>
        <p:spPr bwMode="auto">
          <a:xfrm>
            <a:off x="49213" y="4510088"/>
            <a:ext cx="692150"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4" name="Text Box 6">
            <a:extLst>
              <a:ext uri="{FF2B5EF4-FFF2-40B4-BE49-F238E27FC236}">
                <a16:creationId xmlns:a16="http://schemas.microsoft.com/office/drawing/2014/main" id="{4B8084FE-751D-6242-A2B2-507F56AD073C}"/>
              </a:ext>
            </a:extLst>
          </p:cNvPr>
          <p:cNvSpPr txBox="1">
            <a:spLocks noChangeArrowheads="1"/>
          </p:cNvSpPr>
          <p:nvPr/>
        </p:nvSpPr>
        <p:spPr bwMode="auto">
          <a:xfrm>
            <a:off x="3327400" y="409575"/>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a:p>
        </p:txBody>
      </p:sp>
      <p:pic>
        <p:nvPicPr>
          <p:cNvPr id="12295" name="Picture 8" descr="无标题-1">
            <a:extLst>
              <a:ext uri="{FF2B5EF4-FFF2-40B4-BE49-F238E27FC236}">
                <a16:creationId xmlns:a16="http://schemas.microsoft.com/office/drawing/2014/main" id="{E3E187F5-0849-BC4E-9057-A3CFF6DF801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50928" b="38338"/>
          <a:stretch>
            <a:fillRect/>
          </a:stretch>
        </p:blipFill>
        <p:spPr bwMode="auto">
          <a:xfrm>
            <a:off x="49213" y="6021388"/>
            <a:ext cx="9172575" cy="83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6" name="图片 8" descr="死锁 思维导图">
            <a:extLst>
              <a:ext uri="{FF2B5EF4-FFF2-40B4-BE49-F238E27FC236}">
                <a16:creationId xmlns:a16="http://schemas.microsoft.com/office/drawing/2014/main" id="{5D8FE7B0-8699-2749-967B-D80985683C1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276225"/>
            <a:ext cx="9223375" cy="645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文本占位符 5">
            <a:extLst>
              <a:ext uri="{FF2B5EF4-FFF2-40B4-BE49-F238E27FC236}">
                <a16:creationId xmlns:a16="http://schemas.microsoft.com/office/drawing/2014/main" id="{3445252A-A066-904A-BCB0-020C330874CC}"/>
              </a:ext>
            </a:extLst>
          </p:cNvPr>
          <p:cNvSpPr>
            <a:spLocks noGrp="1" noChangeArrowheads="1"/>
          </p:cNvSpPr>
          <p:nvPr>
            <p:ph type="body" idx="4294967295"/>
          </p:nvPr>
        </p:nvSpPr>
        <p:spPr>
          <a:xfrm>
            <a:off x="623888" y="4589463"/>
            <a:ext cx="7886700" cy="1500187"/>
          </a:xfrm>
        </p:spPr>
        <p:txBody>
          <a:bodyPr/>
          <a:lstStyle/>
          <a:p>
            <a:pPr marL="0" indent="0">
              <a:buFontTx/>
              <a:buNone/>
            </a:pPr>
            <a:endParaRPr lang="en-US" altLang="en-US" sz="1800">
              <a:solidFill>
                <a:srgbClr val="898989"/>
              </a:solidFill>
            </a:endParaRPr>
          </a:p>
        </p:txBody>
      </p:sp>
      <p:pic>
        <p:nvPicPr>
          <p:cNvPr id="3" name="Picture 2" descr="无标题-4">
            <a:extLst>
              <a:ext uri="{FF2B5EF4-FFF2-40B4-BE49-F238E27FC236}">
                <a16:creationId xmlns:a16="http://schemas.microsoft.com/office/drawing/2014/main" id="{CA2AEB9F-F3D8-7748-ABBC-A463961AA9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43113"/>
            <a:ext cx="9144000" cy="180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5" name="图片 8">
            <a:extLst>
              <a:ext uri="{FF2B5EF4-FFF2-40B4-BE49-F238E27FC236}">
                <a16:creationId xmlns:a16="http://schemas.microsoft.com/office/drawing/2014/main" id="{1FFDAD1C-3A1A-774F-B1D2-30031DE889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8411"/>
          <a:stretch>
            <a:fillRect/>
          </a:stretch>
        </p:blipFill>
        <p:spPr bwMode="auto">
          <a:xfrm>
            <a:off x="5956300" y="3854450"/>
            <a:ext cx="3187700" cy="300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6" name="标题 4">
            <a:extLst>
              <a:ext uri="{FF2B5EF4-FFF2-40B4-BE49-F238E27FC236}">
                <a16:creationId xmlns:a16="http://schemas.microsoft.com/office/drawing/2014/main" id="{91ED0D1A-7B53-7047-B414-FAFEA2A8BD67}"/>
              </a:ext>
            </a:extLst>
          </p:cNvPr>
          <p:cNvSpPr>
            <a:spLocks noGrp="1" noChangeArrowheads="1"/>
          </p:cNvSpPr>
          <p:nvPr>
            <p:ph type="title" idx="4294967295"/>
          </p:nvPr>
        </p:nvSpPr>
        <p:spPr>
          <a:xfrm>
            <a:off x="623888" y="1711325"/>
            <a:ext cx="7886700" cy="1881188"/>
          </a:xfrm>
        </p:spPr>
        <p:txBody>
          <a:bodyPr anchor="b"/>
          <a:lstStyle/>
          <a:p>
            <a:r>
              <a:rPr lang="en-US" altLang="zh-CN" dirty="0">
                <a:latin typeface="黑体" panose="02010609060101010101" pitchFamily="49" charset="-122"/>
                <a:ea typeface="黑体" panose="02010609060101010101" pitchFamily="49" charset="-122"/>
              </a:rPr>
              <a:t>1 </a:t>
            </a:r>
            <a:r>
              <a:rPr lang="zh-CN" altLang="en-US" dirty="0">
                <a:latin typeface="黑体" panose="02010609060101010101" pitchFamily="49" charset="-122"/>
                <a:ea typeface="黑体" panose="02010609060101010101" pitchFamily="49" charset="-122"/>
              </a:rPr>
              <a:t>基本概念</a:t>
            </a:r>
            <a:br>
              <a:rPr lang="zh-CN" altLang="en-US" dirty="0">
                <a:latin typeface="黑体" panose="02010609060101010101" pitchFamily="49" charset="-122"/>
                <a:ea typeface="黑体" panose="02010609060101010101" pitchFamily="49" charset="-122"/>
              </a:rPr>
            </a:br>
            <a:r>
              <a:rPr lang="en-US" altLang="zh-CN" dirty="0">
                <a:latin typeface="黑体" panose="02010609060101010101" pitchFamily="49" charset="-122"/>
                <a:ea typeface="黑体" panose="02010609060101010101" pitchFamily="49" charset="-122"/>
              </a:rPr>
              <a:t>the basic concept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0.70"/>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7" name="文本占位符 5">
            <a:extLst>
              <a:ext uri="{FF2B5EF4-FFF2-40B4-BE49-F238E27FC236}">
                <a16:creationId xmlns:a16="http://schemas.microsoft.com/office/drawing/2014/main" id="{4ECBB8DB-5F3D-F042-A7E1-ED390C932991}"/>
              </a:ext>
            </a:extLst>
          </p:cNvPr>
          <p:cNvSpPr>
            <a:spLocks noGrp="1" noChangeArrowheads="1"/>
          </p:cNvSpPr>
          <p:nvPr>
            <p:ph type="body" idx="4294967295"/>
          </p:nvPr>
        </p:nvSpPr>
        <p:spPr>
          <a:xfrm>
            <a:off x="623888" y="4589463"/>
            <a:ext cx="7886700" cy="1500187"/>
          </a:xfrm>
        </p:spPr>
        <p:txBody>
          <a:bodyPr/>
          <a:lstStyle/>
          <a:p>
            <a:pPr marL="0" indent="0">
              <a:buFontTx/>
              <a:buNone/>
            </a:pPr>
            <a:endParaRPr lang="en-US" altLang="en-US" sz="1800">
              <a:solidFill>
                <a:srgbClr val="898989"/>
              </a:solidFill>
            </a:endParaRPr>
          </a:p>
        </p:txBody>
      </p:sp>
      <p:pic>
        <p:nvPicPr>
          <p:cNvPr id="3" name="Picture 2" descr="无标题-4">
            <a:extLst>
              <a:ext uri="{FF2B5EF4-FFF2-40B4-BE49-F238E27FC236}">
                <a16:creationId xmlns:a16="http://schemas.microsoft.com/office/drawing/2014/main" id="{3ED636C2-F70F-C040-86E2-63452D6CFB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43113"/>
            <a:ext cx="9144000" cy="180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39" name="图片 8">
            <a:extLst>
              <a:ext uri="{FF2B5EF4-FFF2-40B4-BE49-F238E27FC236}">
                <a16:creationId xmlns:a16="http://schemas.microsoft.com/office/drawing/2014/main" id="{9B22941C-2F8A-EF43-A61B-5AB69876CB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8411"/>
          <a:stretch>
            <a:fillRect/>
          </a:stretch>
        </p:blipFill>
        <p:spPr bwMode="auto">
          <a:xfrm>
            <a:off x="5956300" y="3854450"/>
            <a:ext cx="3187700" cy="300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0" name="标题 4">
            <a:extLst>
              <a:ext uri="{FF2B5EF4-FFF2-40B4-BE49-F238E27FC236}">
                <a16:creationId xmlns:a16="http://schemas.microsoft.com/office/drawing/2014/main" id="{552EB29C-FC47-AF4D-BA7F-E560DA33D289}"/>
              </a:ext>
            </a:extLst>
          </p:cNvPr>
          <p:cNvSpPr>
            <a:spLocks noGrp="1" noChangeArrowheads="1"/>
          </p:cNvSpPr>
          <p:nvPr>
            <p:ph type="title" idx="4294967295"/>
          </p:nvPr>
        </p:nvSpPr>
        <p:spPr>
          <a:xfrm>
            <a:off x="228600" y="1712913"/>
            <a:ext cx="8913813" cy="1881187"/>
          </a:xfrm>
        </p:spPr>
        <p:txBody>
          <a:bodyPr anchor="b"/>
          <a:lstStyle/>
          <a:p>
            <a:r>
              <a:rPr lang="en-US" altLang="en-US" sz="4000">
                <a:ea typeface="黑体" panose="02010609060101010101" pitchFamily="49" charset="-122"/>
              </a:rPr>
              <a:t>at first, let us to look some pictures.</a:t>
            </a:r>
            <a:r>
              <a:rPr lang="en-US" altLang="en-US">
                <a:latin typeface="黑体" panose="02010609060101010101" pitchFamily="49" charset="-122"/>
                <a:ea typeface="黑体" panose="02010609060101010101"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0.70"/>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1" name="图片 1">
            <a:extLst>
              <a:ext uri="{FF2B5EF4-FFF2-40B4-BE49-F238E27FC236}">
                <a16:creationId xmlns:a16="http://schemas.microsoft.com/office/drawing/2014/main" id="{B770390A-5ECC-F343-965B-5A3CB84377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62000"/>
            <a:ext cx="9199563" cy="537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5" name="图片 1">
            <a:extLst>
              <a:ext uri="{FF2B5EF4-FFF2-40B4-BE49-F238E27FC236}">
                <a16:creationId xmlns:a16="http://schemas.microsoft.com/office/drawing/2014/main" id="{BDBF0915-DF9C-114C-9638-A446BE3CF4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33375"/>
            <a:ext cx="9128125" cy="629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09" name="文本占位符 5">
            <a:extLst>
              <a:ext uri="{FF2B5EF4-FFF2-40B4-BE49-F238E27FC236}">
                <a16:creationId xmlns:a16="http://schemas.microsoft.com/office/drawing/2014/main" id="{BE4CDB5A-B0DB-9043-9A70-D9406FC69AE7}"/>
              </a:ext>
            </a:extLst>
          </p:cNvPr>
          <p:cNvSpPr>
            <a:spLocks noGrp="1" noChangeArrowheads="1"/>
          </p:cNvSpPr>
          <p:nvPr>
            <p:ph type="body" idx="4294967295"/>
          </p:nvPr>
        </p:nvSpPr>
        <p:spPr>
          <a:xfrm>
            <a:off x="623888" y="4589463"/>
            <a:ext cx="7886700" cy="1500187"/>
          </a:xfrm>
        </p:spPr>
        <p:txBody>
          <a:bodyPr/>
          <a:lstStyle/>
          <a:p>
            <a:pPr marL="0" indent="0">
              <a:buFontTx/>
              <a:buNone/>
            </a:pPr>
            <a:endParaRPr lang="en-US" altLang="en-US" sz="1800">
              <a:solidFill>
                <a:srgbClr val="898989"/>
              </a:solidFill>
            </a:endParaRPr>
          </a:p>
        </p:txBody>
      </p:sp>
      <p:pic>
        <p:nvPicPr>
          <p:cNvPr id="17410" name="Picture 2" descr="无标题-4">
            <a:extLst>
              <a:ext uri="{FF2B5EF4-FFF2-40B4-BE49-F238E27FC236}">
                <a16:creationId xmlns:a16="http://schemas.microsoft.com/office/drawing/2014/main" id="{78423398-61B8-524C-8B6A-66988A2A34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43113"/>
            <a:ext cx="9144000" cy="1809750"/>
          </a:xfrm>
          <a:prstGeom prst="rect">
            <a:avLst/>
          </a:prstGeom>
          <a:solidFill>
            <a:schemeClr val="bg1"/>
          </a:solidFill>
          <a:ln>
            <a:noFill/>
          </a:ln>
        </p:spPr>
      </p:pic>
      <p:pic>
        <p:nvPicPr>
          <p:cNvPr id="17411" name="图片 8">
            <a:extLst>
              <a:ext uri="{FF2B5EF4-FFF2-40B4-BE49-F238E27FC236}">
                <a16:creationId xmlns:a16="http://schemas.microsoft.com/office/drawing/2014/main" id="{93308960-334A-E04E-B444-060176FE12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8411"/>
          <a:stretch>
            <a:fillRect/>
          </a:stretch>
        </p:blipFill>
        <p:spPr bwMode="auto">
          <a:xfrm>
            <a:off x="5956300" y="3854450"/>
            <a:ext cx="3187700" cy="300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标题 4">
            <a:extLst>
              <a:ext uri="{FF2B5EF4-FFF2-40B4-BE49-F238E27FC236}">
                <a16:creationId xmlns:a16="http://schemas.microsoft.com/office/drawing/2014/main" id="{D850BA28-F7D2-DB40-A7CF-6B9ECA7E0152}"/>
              </a:ext>
            </a:extLst>
          </p:cNvPr>
          <p:cNvSpPr>
            <a:spLocks noGrp="1" noChangeArrowheads="1"/>
          </p:cNvSpPr>
          <p:nvPr>
            <p:ph type="title" idx="4294967295"/>
          </p:nvPr>
        </p:nvSpPr>
        <p:spPr>
          <a:xfrm>
            <a:off x="228600" y="1712913"/>
            <a:ext cx="8913813" cy="1881187"/>
          </a:xfrm>
        </p:spPr>
        <p:txBody>
          <a:bodyPr anchor="b"/>
          <a:lstStyle/>
          <a:p>
            <a:r>
              <a:rPr lang="en-US" altLang="en-US" sz="3600" dirty="0">
                <a:latin typeface="黑体" panose="02010609060101010101" pitchFamily="49" charset="-122"/>
                <a:ea typeface="黑体" panose="02010609060101010101" pitchFamily="49" charset="-122"/>
              </a:rPr>
              <a:t>In operating </a:t>
            </a:r>
            <a:r>
              <a:rPr lang="en-US" altLang="en-US" sz="3600" dirty="0" err="1">
                <a:latin typeface="黑体" panose="02010609060101010101" pitchFamily="49" charset="-122"/>
                <a:ea typeface="黑体" panose="02010609060101010101" pitchFamily="49" charset="-122"/>
              </a:rPr>
              <a:t>system,you</a:t>
            </a:r>
            <a:r>
              <a:rPr lang="en-US" altLang="en-US" sz="3600" dirty="0">
                <a:latin typeface="黑体" panose="02010609060101010101" pitchFamily="49" charset="-122"/>
                <a:ea typeface="黑体" panose="02010609060101010101" pitchFamily="49" charset="-122"/>
              </a:rPr>
              <a:t> can find the same case as the above pictures.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5"/>
                                        </p:tgtEl>
                                        <p:attrNameLst>
                                          <p:attrName>style.visibility</p:attrName>
                                        </p:attrNameLst>
                                      </p:cBhvr>
                                      <p:to>
                                        <p:strVal val="visible"/>
                                      </p:to>
                                    </p:set>
                                    <p:anim calcmode="discrete" valueType="clr">
                                      <p:cBhvr override="childStyle">
                                        <p:cTn id="7" dur="80"/>
                                        <p:tgtEl>
                                          <p:spTgt spid="5"/>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5"/>
                                        </p:tgtEl>
                                        <p:attrNameLst>
                                          <p:attrName>fillcolor</p:attrName>
                                        </p:attrNameLst>
                                      </p:cBhvr>
                                      <p:tavLst>
                                        <p:tav tm="0">
                                          <p:val>
                                            <p:clrVal>
                                              <a:schemeClr val="accent2"/>
                                            </p:clrVal>
                                          </p:val>
                                        </p:tav>
                                        <p:tav tm="50000">
                                          <p:val>
                                            <p:clrVal>
                                              <a:schemeClr val="hlink"/>
                                            </p:clrVal>
                                          </p:val>
                                        </p:tav>
                                      </p:tavLst>
                                    </p:anim>
                                    <p:set>
                                      <p:cBhvr>
                                        <p:cTn id="9" dur="80"/>
                                        <p:tgtEl>
                                          <p:spTgt spid="5"/>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DB6C5642-5AC6-A14C-90C9-B38D664AC2F8}"/>
              </a:ext>
            </a:extLst>
          </p:cNvPr>
          <p:cNvPicPr>
            <a:picLocks noChangeAspect="1"/>
          </p:cNvPicPr>
          <p:nvPr/>
        </p:nvPicPr>
        <p:blipFill>
          <a:blip r:embed="rId2"/>
          <a:stretch>
            <a:fillRect/>
          </a:stretch>
        </p:blipFill>
        <p:spPr>
          <a:xfrm rot="554302">
            <a:off x="435312" y="454436"/>
            <a:ext cx="274320" cy="202082"/>
          </a:xfrm>
          <a:prstGeom prst="rect">
            <a:avLst/>
          </a:prstGeom>
        </p:spPr>
      </p:pic>
      <p:pic>
        <p:nvPicPr>
          <p:cNvPr id="3" name="Image 1" descr="preencoded.png">
            <a:extLst>
              <a:ext uri="{FF2B5EF4-FFF2-40B4-BE49-F238E27FC236}">
                <a16:creationId xmlns:a16="http://schemas.microsoft.com/office/drawing/2014/main" id="{F0D42982-CE32-DE45-8BCB-2D4A76126E03}"/>
              </a:ext>
            </a:extLst>
          </p:cNvPr>
          <p:cNvPicPr>
            <a:picLocks noChangeAspect="1"/>
          </p:cNvPicPr>
          <p:nvPr/>
        </p:nvPicPr>
        <p:blipFill>
          <a:blip r:embed="rId2"/>
          <a:stretch>
            <a:fillRect/>
          </a:stretch>
        </p:blipFill>
        <p:spPr>
          <a:xfrm rot="554302">
            <a:off x="435312" y="594474"/>
            <a:ext cx="274320" cy="202082"/>
          </a:xfrm>
          <a:prstGeom prst="rect">
            <a:avLst/>
          </a:prstGeom>
        </p:spPr>
      </p:pic>
      <p:pic>
        <p:nvPicPr>
          <p:cNvPr id="4" name="Image 2" descr="preencoded.png">
            <a:extLst>
              <a:ext uri="{FF2B5EF4-FFF2-40B4-BE49-F238E27FC236}">
                <a16:creationId xmlns:a16="http://schemas.microsoft.com/office/drawing/2014/main" id="{004D1F1D-7532-E349-9E65-7800147C081A}"/>
              </a:ext>
            </a:extLst>
          </p:cNvPr>
          <p:cNvPicPr>
            <a:picLocks noChangeAspect="1"/>
          </p:cNvPicPr>
          <p:nvPr/>
        </p:nvPicPr>
        <p:blipFill>
          <a:blip r:embed="rId2"/>
          <a:stretch>
            <a:fillRect/>
          </a:stretch>
        </p:blipFill>
        <p:spPr>
          <a:xfrm rot="554302">
            <a:off x="301998" y="436148"/>
            <a:ext cx="274320" cy="202082"/>
          </a:xfrm>
          <a:prstGeom prst="rect">
            <a:avLst/>
          </a:prstGeom>
        </p:spPr>
      </p:pic>
      <p:pic>
        <p:nvPicPr>
          <p:cNvPr id="5" name="Image 3" descr="preencoded.png">
            <a:extLst>
              <a:ext uri="{FF2B5EF4-FFF2-40B4-BE49-F238E27FC236}">
                <a16:creationId xmlns:a16="http://schemas.microsoft.com/office/drawing/2014/main" id="{33B8E0CA-AFC0-0045-BABD-065E7E470B4F}"/>
              </a:ext>
            </a:extLst>
          </p:cNvPr>
          <p:cNvPicPr>
            <a:picLocks noChangeAspect="1"/>
          </p:cNvPicPr>
          <p:nvPr/>
        </p:nvPicPr>
        <p:blipFill>
          <a:blip r:embed="rId2"/>
          <a:stretch>
            <a:fillRect/>
          </a:stretch>
        </p:blipFill>
        <p:spPr>
          <a:xfrm rot="554302">
            <a:off x="301998" y="576186"/>
            <a:ext cx="274320" cy="202082"/>
          </a:xfrm>
          <a:prstGeom prst="rect">
            <a:avLst/>
          </a:prstGeom>
        </p:spPr>
      </p:pic>
      <p:sp>
        <p:nvSpPr>
          <p:cNvPr id="6" name="Text 0">
            <a:extLst>
              <a:ext uri="{FF2B5EF4-FFF2-40B4-BE49-F238E27FC236}">
                <a16:creationId xmlns:a16="http://schemas.microsoft.com/office/drawing/2014/main" id="{5DE5F9DB-4F06-2747-8B59-BF96B12D9DA0}"/>
              </a:ext>
            </a:extLst>
          </p:cNvPr>
          <p:cNvSpPr/>
          <p:nvPr/>
        </p:nvSpPr>
        <p:spPr>
          <a:xfrm>
            <a:off x="760650" y="279464"/>
            <a:ext cx="8268500" cy="667512"/>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2448" b="1" dirty="0">
                <a:solidFill>
                  <a:srgbClr val="000000"/>
                </a:solidFill>
                <a:latin typeface="Microsoft Yahei" pitchFamily="34" charset="0"/>
                <a:ea typeface="Microsoft Yahei" pitchFamily="34" charset="-122"/>
                <a:cs typeface="Microsoft Yahei" pitchFamily="34" charset="-120"/>
              </a:rPr>
              <a:t>资源竞争导致僵局</a:t>
            </a:r>
            <a:endParaRPr lang="en-US" sz="1440" dirty="0"/>
          </a:p>
        </p:txBody>
      </p:sp>
      <p:sp>
        <p:nvSpPr>
          <p:cNvPr id="7" name="Shape 1">
            <a:extLst>
              <a:ext uri="{FF2B5EF4-FFF2-40B4-BE49-F238E27FC236}">
                <a16:creationId xmlns:a16="http://schemas.microsoft.com/office/drawing/2014/main" id="{F879A8AE-5A42-0C43-89A6-59C2A64CC25C}"/>
              </a:ext>
            </a:extLst>
          </p:cNvPr>
          <p:cNvSpPr/>
          <p:nvPr/>
        </p:nvSpPr>
        <p:spPr>
          <a:xfrm>
            <a:off x="1623032" y="3535018"/>
            <a:ext cx="626301" cy="626301"/>
          </a:xfrm>
          <a:custGeom>
            <a:avLst/>
            <a:gdLst/>
            <a:ahLst/>
            <a:cxnLst/>
            <a:rect l="l" t="t" r="r" b="b"/>
            <a:pathLst>
              <a:path w="626301" h="626301">
                <a:moveTo>
                  <a:pt x="313151" y="0"/>
                </a:moveTo>
                <a:moveTo>
                  <a:pt x="313151" y="0"/>
                </a:moveTo>
                <a:cubicBezTo>
                  <a:pt x="485983" y="0"/>
                  <a:pt x="626301" y="140318"/>
                  <a:pt x="626301" y="313151"/>
                </a:cubicBezTo>
                <a:cubicBezTo>
                  <a:pt x="626301" y="485983"/>
                  <a:pt x="485983" y="626301"/>
                  <a:pt x="313151" y="626301"/>
                </a:cubicBezTo>
                <a:cubicBezTo>
                  <a:pt x="140318" y="626301"/>
                  <a:pt x="0" y="485983"/>
                  <a:pt x="0" y="313151"/>
                </a:cubicBezTo>
                <a:cubicBezTo>
                  <a:pt x="0" y="140318"/>
                  <a:pt x="140318" y="0"/>
                  <a:pt x="313151" y="0"/>
                </a:cubicBezTo>
                <a:close/>
              </a:path>
            </a:pathLst>
          </a:custGeom>
          <a:solidFill>
            <a:srgbClr val="0F3558"/>
          </a:solidFill>
          <a:ln w="238125">
            <a:solidFill>
              <a:srgbClr val="0F3558">
                <a:alpha val="25882"/>
              </a:srgbClr>
            </a:solidFill>
            <a:prstDash val="solid"/>
          </a:ln>
        </p:spPr>
      </p:sp>
      <p:sp>
        <p:nvSpPr>
          <p:cNvPr id="8" name="Shape 2">
            <a:extLst>
              <a:ext uri="{FF2B5EF4-FFF2-40B4-BE49-F238E27FC236}">
                <a16:creationId xmlns:a16="http://schemas.microsoft.com/office/drawing/2014/main" id="{72E4B7E4-3B6E-5645-802A-DD5DEA556721}"/>
              </a:ext>
            </a:extLst>
          </p:cNvPr>
          <p:cNvSpPr/>
          <p:nvPr/>
        </p:nvSpPr>
        <p:spPr>
          <a:xfrm>
            <a:off x="2361325" y="3848168"/>
            <a:ext cx="904086" cy="45720"/>
          </a:xfrm>
          <a:custGeom>
            <a:avLst/>
            <a:gdLst/>
            <a:ahLst/>
            <a:cxnLst/>
            <a:rect l="l" t="t" r="r" b="b"/>
            <a:pathLst>
              <a:path w="904086" h="45720">
                <a:moveTo>
                  <a:pt x="0" y="0"/>
                </a:moveTo>
                <a:moveTo>
                  <a:pt x="0" y="0"/>
                </a:moveTo>
                <a:lnTo>
                  <a:pt x="904086" y="0"/>
                </a:lnTo>
              </a:path>
            </a:pathLst>
          </a:custGeom>
          <a:noFill/>
          <a:ln w="9525">
            <a:solidFill>
              <a:srgbClr val="0F3558"/>
            </a:solidFill>
            <a:prstDash val="solid"/>
            <a:headEnd type="none"/>
            <a:tailEnd type="none"/>
          </a:ln>
        </p:spPr>
      </p:sp>
      <p:sp>
        <p:nvSpPr>
          <p:cNvPr id="9" name="Shape 3">
            <a:extLst>
              <a:ext uri="{FF2B5EF4-FFF2-40B4-BE49-F238E27FC236}">
                <a16:creationId xmlns:a16="http://schemas.microsoft.com/office/drawing/2014/main" id="{787FB11C-8CC4-FD47-BB90-A74DC80F05FE}"/>
              </a:ext>
            </a:extLst>
          </p:cNvPr>
          <p:cNvSpPr/>
          <p:nvPr/>
        </p:nvSpPr>
        <p:spPr>
          <a:xfrm>
            <a:off x="1909131" y="4257953"/>
            <a:ext cx="45720" cy="196229"/>
          </a:xfrm>
          <a:custGeom>
            <a:avLst/>
            <a:gdLst/>
            <a:ahLst/>
            <a:cxnLst/>
            <a:rect l="l" t="t" r="r" b="b"/>
            <a:pathLst>
              <a:path w="45720" h="196229">
                <a:moveTo>
                  <a:pt x="0" y="196229"/>
                </a:moveTo>
                <a:moveTo>
                  <a:pt x="0" y="196229"/>
                </a:moveTo>
                <a:lnTo>
                  <a:pt x="0" y="0"/>
                </a:lnTo>
              </a:path>
            </a:pathLst>
          </a:custGeom>
          <a:noFill/>
          <a:ln w="12605">
            <a:solidFill>
              <a:srgbClr val="0F3558"/>
            </a:solidFill>
            <a:prstDash val="solid"/>
            <a:headEnd type="none"/>
            <a:tailEnd type="none"/>
          </a:ln>
        </p:spPr>
      </p:sp>
      <p:pic>
        <p:nvPicPr>
          <p:cNvPr id="10" name="Image 4" descr="preencoded.png">
            <a:extLst>
              <a:ext uri="{FF2B5EF4-FFF2-40B4-BE49-F238E27FC236}">
                <a16:creationId xmlns:a16="http://schemas.microsoft.com/office/drawing/2014/main" id="{D1A8FFA4-6D39-A841-9652-6E09EEF7AE0D}"/>
              </a:ext>
            </a:extLst>
          </p:cNvPr>
          <p:cNvPicPr>
            <a:picLocks noChangeAspect="1"/>
          </p:cNvPicPr>
          <p:nvPr/>
        </p:nvPicPr>
        <p:blipFill>
          <a:blip r:embed="rId3"/>
          <a:stretch>
            <a:fillRect/>
          </a:stretch>
        </p:blipFill>
        <p:spPr>
          <a:xfrm>
            <a:off x="268749" y="4499568"/>
            <a:ext cx="3389198" cy="1784667"/>
          </a:xfrm>
          <a:prstGeom prst="rect">
            <a:avLst/>
          </a:prstGeom>
        </p:spPr>
      </p:pic>
      <p:pic>
        <p:nvPicPr>
          <p:cNvPr id="11" name="Image 5" descr="preencoded.png">
            <a:extLst>
              <a:ext uri="{FF2B5EF4-FFF2-40B4-BE49-F238E27FC236}">
                <a16:creationId xmlns:a16="http://schemas.microsoft.com/office/drawing/2014/main" id="{7339405A-F0D0-BC4E-B27F-3DED81BB5A1F}"/>
              </a:ext>
            </a:extLst>
          </p:cNvPr>
          <p:cNvPicPr>
            <a:picLocks noChangeAspect="1"/>
          </p:cNvPicPr>
          <p:nvPr/>
        </p:nvPicPr>
        <p:blipFill>
          <a:blip r:embed="rId4"/>
          <a:stretch>
            <a:fillRect/>
          </a:stretch>
        </p:blipFill>
        <p:spPr>
          <a:xfrm>
            <a:off x="268749" y="4408462"/>
            <a:ext cx="3389198" cy="476790"/>
          </a:xfrm>
          <a:prstGeom prst="rect">
            <a:avLst/>
          </a:prstGeom>
        </p:spPr>
      </p:pic>
      <p:sp>
        <p:nvSpPr>
          <p:cNvPr id="12" name="Shape 4">
            <a:extLst>
              <a:ext uri="{FF2B5EF4-FFF2-40B4-BE49-F238E27FC236}">
                <a16:creationId xmlns:a16="http://schemas.microsoft.com/office/drawing/2014/main" id="{867890DC-60AE-0E41-8CD5-E40D0DE5AE96}"/>
              </a:ext>
            </a:extLst>
          </p:cNvPr>
          <p:cNvSpPr/>
          <p:nvPr/>
        </p:nvSpPr>
        <p:spPr>
          <a:xfrm>
            <a:off x="3365312" y="3535018"/>
            <a:ext cx="626301" cy="626301"/>
          </a:xfrm>
          <a:custGeom>
            <a:avLst/>
            <a:gdLst/>
            <a:ahLst/>
            <a:cxnLst/>
            <a:rect l="l" t="t" r="r" b="b"/>
            <a:pathLst>
              <a:path w="626301" h="626301">
                <a:moveTo>
                  <a:pt x="313151" y="0"/>
                </a:moveTo>
                <a:moveTo>
                  <a:pt x="313151" y="0"/>
                </a:moveTo>
                <a:cubicBezTo>
                  <a:pt x="485983" y="0"/>
                  <a:pt x="626301" y="140318"/>
                  <a:pt x="626301" y="313151"/>
                </a:cubicBezTo>
                <a:cubicBezTo>
                  <a:pt x="626301" y="485983"/>
                  <a:pt x="485983" y="626301"/>
                  <a:pt x="313151" y="626301"/>
                </a:cubicBezTo>
                <a:cubicBezTo>
                  <a:pt x="140318" y="626301"/>
                  <a:pt x="0" y="485983"/>
                  <a:pt x="0" y="313151"/>
                </a:cubicBezTo>
                <a:cubicBezTo>
                  <a:pt x="0" y="140318"/>
                  <a:pt x="140318" y="0"/>
                  <a:pt x="313151" y="0"/>
                </a:cubicBezTo>
                <a:close/>
              </a:path>
            </a:pathLst>
          </a:custGeom>
          <a:solidFill>
            <a:srgbClr val="00B050"/>
          </a:solidFill>
          <a:ln w="238125">
            <a:solidFill>
              <a:srgbClr val="0090FF">
                <a:alpha val="25882"/>
              </a:srgbClr>
            </a:solidFill>
            <a:prstDash val="solid"/>
          </a:ln>
        </p:spPr>
      </p:sp>
      <p:sp>
        <p:nvSpPr>
          <p:cNvPr id="13" name="Shape 5">
            <a:extLst>
              <a:ext uri="{FF2B5EF4-FFF2-40B4-BE49-F238E27FC236}">
                <a16:creationId xmlns:a16="http://schemas.microsoft.com/office/drawing/2014/main" id="{AD51F9C1-82CB-6342-AC13-4E6BFF417876}"/>
              </a:ext>
            </a:extLst>
          </p:cNvPr>
          <p:cNvSpPr/>
          <p:nvPr/>
        </p:nvSpPr>
        <p:spPr>
          <a:xfrm>
            <a:off x="3678463" y="3255955"/>
            <a:ext cx="45720" cy="164514"/>
          </a:xfrm>
          <a:custGeom>
            <a:avLst/>
            <a:gdLst/>
            <a:ahLst/>
            <a:cxnLst/>
            <a:rect l="l" t="t" r="r" b="b"/>
            <a:pathLst>
              <a:path w="45720" h="164514">
                <a:moveTo>
                  <a:pt x="304" y="164514"/>
                </a:moveTo>
                <a:moveTo>
                  <a:pt x="304" y="164514"/>
                </a:moveTo>
                <a:lnTo>
                  <a:pt x="0" y="0"/>
                </a:lnTo>
              </a:path>
            </a:pathLst>
          </a:custGeom>
          <a:noFill/>
          <a:ln w="9525">
            <a:solidFill>
              <a:srgbClr val="0F3558"/>
            </a:solidFill>
            <a:prstDash val="solid"/>
            <a:headEnd type="none"/>
            <a:tailEnd type="none"/>
          </a:ln>
        </p:spPr>
      </p:sp>
      <p:pic>
        <p:nvPicPr>
          <p:cNvPr id="14" name="Image 6" descr="preencoded.png">
            <a:extLst>
              <a:ext uri="{FF2B5EF4-FFF2-40B4-BE49-F238E27FC236}">
                <a16:creationId xmlns:a16="http://schemas.microsoft.com/office/drawing/2014/main" id="{FA5DAA46-8BE9-B647-A96F-4D5C633A295A}"/>
              </a:ext>
            </a:extLst>
          </p:cNvPr>
          <p:cNvPicPr>
            <a:picLocks noChangeAspect="1"/>
          </p:cNvPicPr>
          <p:nvPr/>
        </p:nvPicPr>
        <p:blipFill>
          <a:blip r:embed="rId5"/>
          <a:stretch>
            <a:fillRect/>
          </a:stretch>
        </p:blipFill>
        <p:spPr>
          <a:xfrm>
            <a:off x="1602491" y="1646923"/>
            <a:ext cx="3459383" cy="1608555"/>
          </a:xfrm>
          <a:prstGeom prst="rect">
            <a:avLst/>
          </a:prstGeom>
        </p:spPr>
      </p:pic>
      <p:pic>
        <p:nvPicPr>
          <p:cNvPr id="15" name="Image 7" descr="preencoded.png">
            <a:extLst>
              <a:ext uri="{FF2B5EF4-FFF2-40B4-BE49-F238E27FC236}">
                <a16:creationId xmlns:a16="http://schemas.microsoft.com/office/drawing/2014/main" id="{5ADC35B1-AF8D-854D-8A3B-92A97A8308DE}"/>
              </a:ext>
            </a:extLst>
          </p:cNvPr>
          <p:cNvPicPr>
            <a:picLocks noChangeAspect="1"/>
          </p:cNvPicPr>
          <p:nvPr/>
        </p:nvPicPr>
        <p:blipFill>
          <a:blip r:embed="rId6"/>
          <a:stretch>
            <a:fillRect/>
          </a:stretch>
        </p:blipFill>
        <p:spPr>
          <a:xfrm>
            <a:off x="1571028" y="1170522"/>
            <a:ext cx="3490846" cy="476402"/>
          </a:xfrm>
          <a:prstGeom prst="rect">
            <a:avLst/>
          </a:prstGeom>
        </p:spPr>
      </p:pic>
      <p:sp>
        <p:nvSpPr>
          <p:cNvPr id="16" name="Shape 6">
            <a:extLst>
              <a:ext uri="{FF2B5EF4-FFF2-40B4-BE49-F238E27FC236}">
                <a16:creationId xmlns:a16="http://schemas.microsoft.com/office/drawing/2014/main" id="{DD41CFFE-4362-DA42-81FD-6AAA0036C219}"/>
              </a:ext>
            </a:extLst>
          </p:cNvPr>
          <p:cNvSpPr/>
          <p:nvPr/>
        </p:nvSpPr>
        <p:spPr>
          <a:xfrm>
            <a:off x="5107593" y="3535018"/>
            <a:ext cx="626301" cy="626301"/>
          </a:xfrm>
          <a:custGeom>
            <a:avLst/>
            <a:gdLst/>
            <a:ahLst/>
            <a:cxnLst/>
            <a:rect l="l" t="t" r="r" b="b"/>
            <a:pathLst>
              <a:path w="626301" h="626301">
                <a:moveTo>
                  <a:pt x="313151" y="0"/>
                </a:moveTo>
                <a:moveTo>
                  <a:pt x="313151" y="0"/>
                </a:moveTo>
                <a:cubicBezTo>
                  <a:pt x="485983" y="0"/>
                  <a:pt x="626301" y="140318"/>
                  <a:pt x="626301" y="313151"/>
                </a:cubicBezTo>
                <a:cubicBezTo>
                  <a:pt x="626301" y="485983"/>
                  <a:pt x="485983" y="626301"/>
                  <a:pt x="313151" y="626301"/>
                </a:cubicBezTo>
                <a:cubicBezTo>
                  <a:pt x="140318" y="626301"/>
                  <a:pt x="0" y="485983"/>
                  <a:pt x="0" y="313151"/>
                </a:cubicBezTo>
                <a:cubicBezTo>
                  <a:pt x="0" y="140318"/>
                  <a:pt x="140318" y="0"/>
                  <a:pt x="313151" y="0"/>
                </a:cubicBezTo>
                <a:close/>
              </a:path>
            </a:pathLst>
          </a:custGeom>
          <a:solidFill>
            <a:srgbClr val="0F3558"/>
          </a:solidFill>
          <a:ln w="238125">
            <a:solidFill>
              <a:srgbClr val="0F3558">
                <a:alpha val="25882"/>
              </a:srgbClr>
            </a:solidFill>
            <a:prstDash val="solid"/>
          </a:ln>
        </p:spPr>
      </p:sp>
      <p:sp>
        <p:nvSpPr>
          <p:cNvPr id="17" name="Shape 7">
            <a:extLst>
              <a:ext uri="{FF2B5EF4-FFF2-40B4-BE49-F238E27FC236}">
                <a16:creationId xmlns:a16="http://schemas.microsoft.com/office/drawing/2014/main" id="{939F6144-3128-5242-92DD-DFBBA0CCC16D}"/>
              </a:ext>
            </a:extLst>
          </p:cNvPr>
          <p:cNvSpPr/>
          <p:nvPr/>
        </p:nvSpPr>
        <p:spPr>
          <a:xfrm>
            <a:off x="6849874" y="3535018"/>
            <a:ext cx="626301" cy="626301"/>
          </a:xfrm>
          <a:custGeom>
            <a:avLst/>
            <a:gdLst/>
            <a:ahLst/>
            <a:cxnLst/>
            <a:rect l="l" t="t" r="r" b="b"/>
            <a:pathLst>
              <a:path w="626301" h="626301">
                <a:moveTo>
                  <a:pt x="313151" y="0"/>
                </a:moveTo>
                <a:moveTo>
                  <a:pt x="313151" y="0"/>
                </a:moveTo>
                <a:cubicBezTo>
                  <a:pt x="485983" y="0"/>
                  <a:pt x="626301" y="140318"/>
                  <a:pt x="626301" y="313151"/>
                </a:cubicBezTo>
                <a:cubicBezTo>
                  <a:pt x="626301" y="485983"/>
                  <a:pt x="485983" y="626301"/>
                  <a:pt x="313151" y="626301"/>
                </a:cubicBezTo>
                <a:cubicBezTo>
                  <a:pt x="140318" y="626301"/>
                  <a:pt x="0" y="485983"/>
                  <a:pt x="0" y="313151"/>
                </a:cubicBezTo>
                <a:cubicBezTo>
                  <a:pt x="0" y="140318"/>
                  <a:pt x="140318" y="0"/>
                  <a:pt x="313151" y="0"/>
                </a:cubicBezTo>
                <a:close/>
              </a:path>
            </a:pathLst>
          </a:custGeom>
          <a:solidFill>
            <a:srgbClr val="00B050"/>
          </a:solidFill>
          <a:ln w="238125">
            <a:solidFill>
              <a:srgbClr val="0090FF">
                <a:alpha val="25882"/>
              </a:srgbClr>
            </a:solidFill>
            <a:prstDash val="solid"/>
          </a:ln>
        </p:spPr>
        <p:txBody>
          <a:bodyPr/>
          <a:lstStyle/>
          <a:p>
            <a:endParaRPr lang="en-US" dirty="0"/>
          </a:p>
        </p:txBody>
      </p:sp>
      <p:sp>
        <p:nvSpPr>
          <p:cNvPr id="18" name="Shape 8">
            <a:extLst>
              <a:ext uri="{FF2B5EF4-FFF2-40B4-BE49-F238E27FC236}">
                <a16:creationId xmlns:a16="http://schemas.microsoft.com/office/drawing/2014/main" id="{2E212E41-B216-B146-A338-63E853672671}"/>
              </a:ext>
            </a:extLst>
          </p:cNvPr>
          <p:cNvSpPr/>
          <p:nvPr/>
        </p:nvSpPr>
        <p:spPr>
          <a:xfrm>
            <a:off x="5420744" y="4267097"/>
            <a:ext cx="45720" cy="196229"/>
          </a:xfrm>
          <a:custGeom>
            <a:avLst/>
            <a:gdLst/>
            <a:ahLst/>
            <a:cxnLst/>
            <a:rect l="l" t="t" r="r" b="b"/>
            <a:pathLst>
              <a:path w="45720" h="196229">
                <a:moveTo>
                  <a:pt x="0" y="196229"/>
                </a:moveTo>
                <a:moveTo>
                  <a:pt x="0" y="196229"/>
                </a:moveTo>
                <a:lnTo>
                  <a:pt x="0" y="0"/>
                </a:lnTo>
              </a:path>
            </a:pathLst>
          </a:custGeom>
          <a:noFill/>
          <a:ln w="9525">
            <a:solidFill>
              <a:srgbClr val="0F3558"/>
            </a:solidFill>
            <a:prstDash val="solid"/>
            <a:headEnd type="none"/>
            <a:tailEnd type="none"/>
          </a:ln>
        </p:spPr>
      </p:sp>
      <p:pic>
        <p:nvPicPr>
          <p:cNvPr id="19" name="Image 8" descr="preencoded.png">
            <a:extLst>
              <a:ext uri="{FF2B5EF4-FFF2-40B4-BE49-F238E27FC236}">
                <a16:creationId xmlns:a16="http://schemas.microsoft.com/office/drawing/2014/main" id="{ADE6B452-248A-F04F-BE2D-D66749BE9E92}"/>
              </a:ext>
            </a:extLst>
          </p:cNvPr>
          <p:cNvPicPr>
            <a:picLocks noChangeAspect="1"/>
          </p:cNvPicPr>
          <p:nvPr/>
        </p:nvPicPr>
        <p:blipFill>
          <a:blip r:embed="rId7"/>
          <a:stretch>
            <a:fillRect/>
          </a:stretch>
        </p:blipFill>
        <p:spPr>
          <a:xfrm>
            <a:off x="4139952" y="4509120"/>
            <a:ext cx="3388766" cy="1807838"/>
          </a:xfrm>
          <a:prstGeom prst="rect">
            <a:avLst/>
          </a:prstGeom>
        </p:spPr>
      </p:pic>
      <p:pic>
        <p:nvPicPr>
          <p:cNvPr id="20" name="Image 9" descr="preencoded.png">
            <a:extLst>
              <a:ext uri="{FF2B5EF4-FFF2-40B4-BE49-F238E27FC236}">
                <a16:creationId xmlns:a16="http://schemas.microsoft.com/office/drawing/2014/main" id="{5AB983D0-0070-FC48-8736-2F1BD5ADC433}"/>
              </a:ext>
            </a:extLst>
          </p:cNvPr>
          <p:cNvPicPr>
            <a:picLocks noChangeAspect="1"/>
          </p:cNvPicPr>
          <p:nvPr/>
        </p:nvPicPr>
        <p:blipFill>
          <a:blip r:embed="rId8"/>
          <a:stretch>
            <a:fillRect/>
          </a:stretch>
        </p:blipFill>
        <p:spPr>
          <a:xfrm>
            <a:off x="4139952" y="4417680"/>
            <a:ext cx="3388766" cy="476402"/>
          </a:xfrm>
          <a:prstGeom prst="rect">
            <a:avLst/>
          </a:prstGeom>
        </p:spPr>
      </p:pic>
      <p:sp>
        <p:nvSpPr>
          <p:cNvPr id="21" name="Shape 9">
            <a:extLst>
              <a:ext uri="{FF2B5EF4-FFF2-40B4-BE49-F238E27FC236}">
                <a16:creationId xmlns:a16="http://schemas.microsoft.com/office/drawing/2014/main" id="{195689BD-05FB-C941-8638-9E976DC386ED}"/>
              </a:ext>
            </a:extLst>
          </p:cNvPr>
          <p:cNvSpPr/>
          <p:nvPr/>
        </p:nvSpPr>
        <p:spPr>
          <a:xfrm>
            <a:off x="7163025" y="3260776"/>
            <a:ext cx="45720" cy="164514"/>
          </a:xfrm>
          <a:custGeom>
            <a:avLst/>
            <a:gdLst/>
            <a:ahLst/>
            <a:cxnLst/>
            <a:rect l="l" t="t" r="r" b="b"/>
            <a:pathLst>
              <a:path w="45720" h="164514">
                <a:moveTo>
                  <a:pt x="304" y="164514"/>
                </a:moveTo>
                <a:moveTo>
                  <a:pt x="304" y="164514"/>
                </a:moveTo>
                <a:lnTo>
                  <a:pt x="0" y="0"/>
                </a:lnTo>
              </a:path>
            </a:pathLst>
          </a:custGeom>
          <a:noFill/>
          <a:ln w="9525">
            <a:solidFill>
              <a:srgbClr val="0F3558"/>
            </a:solidFill>
            <a:prstDash val="solid"/>
            <a:headEnd type="none"/>
            <a:tailEnd type="none"/>
          </a:ln>
        </p:spPr>
      </p:sp>
      <p:pic>
        <p:nvPicPr>
          <p:cNvPr id="22" name="Image 10" descr="preencoded.png">
            <a:extLst>
              <a:ext uri="{FF2B5EF4-FFF2-40B4-BE49-F238E27FC236}">
                <a16:creationId xmlns:a16="http://schemas.microsoft.com/office/drawing/2014/main" id="{B07617E7-0D24-4945-8067-15E986888AE1}"/>
              </a:ext>
            </a:extLst>
          </p:cNvPr>
          <p:cNvPicPr>
            <a:picLocks noChangeAspect="1"/>
          </p:cNvPicPr>
          <p:nvPr/>
        </p:nvPicPr>
        <p:blipFill>
          <a:blip r:embed="rId5"/>
          <a:stretch>
            <a:fillRect/>
          </a:stretch>
        </p:blipFill>
        <p:spPr>
          <a:xfrm>
            <a:off x="5445547" y="1662593"/>
            <a:ext cx="3460258" cy="1597458"/>
          </a:xfrm>
          <a:prstGeom prst="rect">
            <a:avLst/>
          </a:prstGeom>
        </p:spPr>
      </p:pic>
      <p:pic>
        <p:nvPicPr>
          <p:cNvPr id="23" name="Image 11" descr="preencoded.png">
            <a:extLst>
              <a:ext uri="{FF2B5EF4-FFF2-40B4-BE49-F238E27FC236}">
                <a16:creationId xmlns:a16="http://schemas.microsoft.com/office/drawing/2014/main" id="{D7DCA578-B487-8241-9D54-D1EB9A825CC2}"/>
              </a:ext>
            </a:extLst>
          </p:cNvPr>
          <p:cNvPicPr>
            <a:picLocks noChangeAspect="1"/>
          </p:cNvPicPr>
          <p:nvPr/>
        </p:nvPicPr>
        <p:blipFill>
          <a:blip r:embed="rId6"/>
          <a:stretch>
            <a:fillRect/>
          </a:stretch>
        </p:blipFill>
        <p:spPr>
          <a:xfrm>
            <a:off x="5468642" y="1190762"/>
            <a:ext cx="3388766" cy="476402"/>
          </a:xfrm>
          <a:prstGeom prst="rect">
            <a:avLst/>
          </a:prstGeom>
        </p:spPr>
      </p:pic>
      <p:sp>
        <p:nvSpPr>
          <p:cNvPr id="24" name="Shape 10">
            <a:extLst>
              <a:ext uri="{FF2B5EF4-FFF2-40B4-BE49-F238E27FC236}">
                <a16:creationId xmlns:a16="http://schemas.microsoft.com/office/drawing/2014/main" id="{BAB9B242-AFCD-5044-8E10-2756F745B0AB}"/>
              </a:ext>
            </a:extLst>
          </p:cNvPr>
          <p:cNvSpPr/>
          <p:nvPr/>
        </p:nvSpPr>
        <p:spPr>
          <a:xfrm>
            <a:off x="4103605" y="3848168"/>
            <a:ext cx="904086" cy="45720"/>
          </a:xfrm>
          <a:custGeom>
            <a:avLst/>
            <a:gdLst/>
            <a:ahLst/>
            <a:cxnLst/>
            <a:rect l="l" t="t" r="r" b="b"/>
            <a:pathLst>
              <a:path w="904086" h="45720">
                <a:moveTo>
                  <a:pt x="0" y="0"/>
                </a:moveTo>
                <a:moveTo>
                  <a:pt x="0" y="0"/>
                </a:moveTo>
                <a:lnTo>
                  <a:pt x="904086" y="0"/>
                </a:lnTo>
              </a:path>
            </a:pathLst>
          </a:custGeom>
          <a:noFill/>
          <a:ln w="9525">
            <a:solidFill>
              <a:srgbClr val="0F3558"/>
            </a:solidFill>
            <a:prstDash val="solid"/>
            <a:headEnd type="none"/>
            <a:tailEnd type="none"/>
          </a:ln>
        </p:spPr>
      </p:sp>
      <p:sp>
        <p:nvSpPr>
          <p:cNvPr id="25" name="Shape 11">
            <a:extLst>
              <a:ext uri="{FF2B5EF4-FFF2-40B4-BE49-F238E27FC236}">
                <a16:creationId xmlns:a16="http://schemas.microsoft.com/office/drawing/2014/main" id="{03361DE8-DB3E-1641-A02B-8E564A7F4F2D}"/>
              </a:ext>
            </a:extLst>
          </p:cNvPr>
          <p:cNvSpPr/>
          <p:nvPr/>
        </p:nvSpPr>
        <p:spPr>
          <a:xfrm>
            <a:off x="5845205" y="3848168"/>
            <a:ext cx="904086" cy="45720"/>
          </a:xfrm>
          <a:custGeom>
            <a:avLst/>
            <a:gdLst/>
            <a:ahLst/>
            <a:cxnLst/>
            <a:rect l="l" t="t" r="r" b="b"/>
            <a:pathLst>
              <a:path w="904086" h="45720">
                <a:moveTo>
                  <a:pt x="0" y="0"/>
                </a:moveTo>
                <a:moveTo>
                  <a:pt x="0" y="0"/>
                </a:moveTo>
                <a:lnTo>
                  <a:pt x="904086" y="0"/>
                </a:lnTo>
              </a:path>
            </a:pathLst>
          </a:custGeom>
          <a:noFill/>
          <a:ln w="9525">
            <a:solidFill>
              <a:srgbClr val="0F3558"/>
            </a:solidFill>
            <a:prstDash val="solid"/>
            <a:headEnd type="none"/>
            <a:tailEnd type="none"/>
          </a:ln>
        </p:spPr>
      </p:sp>
      <p:pic>
        <p:nvPicPr>
          <p:cNvPr id="26" name="Image 12" descr="preencoded.png">
            <a:extLst>
              <a:ext uri="{FF2B5EF4-FFF2-40B4-BE49-F238E27FC236}">
                <a16:creationId xmlns:a16="http://schemas.microsoft.com/office/drawing/2014/main" id="{AA431259-7564-2645-8041-E7CAE6505CB7}"/>
              </a:ext>
            </a:extLst>
          </p:cNvPr>
          <p:cNvPicPr>
            <a:picLocks noChangeAspect="1"/>
          </p:cNvPicPr>
          <p:nvPr/>
        </p:nvPicPr>
        <p:blipFill>
          <a:blip r:embed="rId9"/>
          <a:stretch>
            <a:fillRect/>
          </a:stretch>
        </p:blipFill>
        <p:spPr>
          <a:xfrm>
            <a:off x="1757265" y="3669251"/>
            <a:ext cx="357834" cy="357834"/>
          </a:xfrm>
          <a:prstGeom prst="rect">
            <a:avLst/>
          </a:prstGeom>
        </p:spPr>
      </p:pic>
      <p:pic>
        <p:nvPicPr>
          <p:cNvPr id="27" name="Image 13" descr="preencoded.png">
            <a:extLst>
              <a:ext uri="{FF2B5EF4-FFF2-40B4-BE49-F238E27FC236}">
                <a16:creationId xmlns:a16="http://schemas.microsoft.com/office/drawing/2014/main" id="{9396695D-6158-874E-8F24-C74C28D2E1C7}"/>
              </a:ext>
            </a:extLst>
          </p:cNvPr>
          <p:cNvPicPr>
            <a:picLocks noChangeAspect="1"/>
          </p:cNvPicPr>
          <p:nvPr/>
        </p:nvPicPr>
        <p:blipFill>
          <a:blip r:embed="rId10"/>
          <a:stretch>
            <a:fillRect/>
          </a:stretch>
        </p:blipFill>
        <p:spPr>
          <a:xfrm>
            <a:off x="3532159" y="3701864"/>
            <a:ext cx="292608" cy="292608"/>
          </a:xfrm>
          <a:prstGeom prst="rect">
            <a:avLst/>
          </a:prstGeom>
        </p:spPr>
      </p:pic>
      <p:pic>
        <p:nvPicPr>
          <p:cNvPr id="28" name="Image 14" descr="preencoded.png">
            <a:extLst>
              <a:ext uri="{FF2B5EF4-FFF2-40B4-BE49-F238E27FC236}">
                <a16:creationId xmlns:a16="http://schemas.microsoft.com/office/drawing/2014/main" id="{C0878BDD-CD9B-DC4D-A559-E518D6E6C28A}"/>
              </a:ext>
            </a:extLst>
          </p:cNvPr>
          <p:cNvPicPr>
            <a:picLocks noChangeAspect="1"/>
          </p:cNvPicPr>
          <p:nvPr/>
        </p:nvPicPr>
        <p:blipFill>
          <a:blip r:embed="rId11"/>
          <a:stretch>
            <a:fillRect/>
          </a:stretch>
        </p:blipFill>
        <p:spPr>
          <a:xfrm>
            <a:off x="5283584" y="3711008"/>
            <a:ext cx="274320" cy="274320"/>
          </a:xfrm>
          <a:prstGeom prst="rect">
            <a:avLst/>
          </a:prstGeom>
        </p:spPr>
      </p:pic>
      <p:pic>
        <p:nvPicPr>
          <p:cNvPr id="29" name="Image 15" descr="preencoded.png">
            <a:extLst>
              <a:ext uri="{FF2B5EF4-FFF2-40B4-BE49-F238E27FC236}">
                <a16:creationId xmlns:a16="http://schemas.microsoft.com/office/drawing/2014/main" id="{D0468723-656F-9E43-AB69-F5C91B565B5E}"/>
              </a:ext>
            </a:extLst>
          </p:cNvPr>
          <p:cNvPicPr>
            <a:picLocks noChangeAspect="1"/>
          </p:cNvPicPr>
          <p:nvPr/>
        </p:nvPicPr>
        <p:blipFill>
          <a:blip r:embed="rId12"/>
          <a:stretch>
            <a:fillRect/>
          </a:stretch>
        </p:blipFill>
        <p:spPr>
          <a:xfrm>
            <a:off x="6957285" y="3647000"/>
            <a:ext cx="411480" cy="402336"/>
          </a:xfrm>
          <a:prstGeom prst="rect">
            <a:avLst/>
          </a:prstGeom>
        </p:spPr>
      </p:pic>
      <p:sp>
        <p:nvSpPr>
          <p:cNvPr id="30" name="Text 12">
            <a:extLst>
              <a:ext uri="{FF2B5EF4-FFF2-40B4-BE49-F238E27FC236}">
                <a16:creationId xmlns:a16="http://schemas.microsoft.com/office/drawing/2014/main" id="{7A0581E0-5342-E44A-ABA1-0CD26F41C921}"/>
              </a:ext>
            </a:extLst>
          </p:cNvPr>
          <p:cNvSpPr/>
          <p:nvPr/>
        </p:nvSpPr>
        <p:spPr>
          <a:xfrm>
            <a:off x="304959" y="4408536"/>
            <a:ext cx="3315614" cy="476402"/>
          </a:xfrm>
          <a:prstGeom prst="rect">
            <a:avLst/>
          </a:prstGeom>
          <a:noFill/>
          <a:ln/>
        </p:spPr>
        <p:txBody>
          <a:bodyPr wrap="square" lIns="91440" tIns="91440" rIns="91440" bIns="91440" rtlCol="0" anchor="ctr"/>
          <a:lstStyle/>
          <a:p>
            <a:pPr marL="0" indent="0" algn="ctr">
              <a:lnSpc>
                <a:spcPct val="100000"/>
              </a:lnSpc>
              <a:spcBef>
                <a:spcPts val="360"/>
              </a:spcBef>
              <a:buNone/>
            </a:pPr>
            <a:r>
              <a:rPr lang="en-US" sz="1440" b="1" dirty="0">
                <a:solidFill>
                  <a:srgbClr val="FFFFFF"/>
                </a:solidFill>
                <a:latin typeface="Trebuchet MS" pitchFamily="34" charset="0"/>
                <a:ea typeface="Trebuchet MS" pitchFamily="34" charset="-122"/>
                <a:cs typeface="Trebuchet MS" pitchFamily="34" charset="-120"/>
              </a:rPr>
              <a:t>死锁的基本概念</a:t>
            </a:r>
            <a:endParaRPr lang="en-US" sz="1440" dirty="0"/>
          </a:p>
        </p:txBody>
      </p:sp>
      <p:sp>
        <p:nvSpPr>
          <p:cNvPr id="31" name="Text 13">
            <a:extLst>
              <a:ext uri="{FF2B5EF4-FFF2-40B4-BE49-F238E27FC236}">
                <a16:creationId xmlns:a16="http://schemas.microsoft.com/office/drawing/2014/main" id="{CAD45515-DEF8-B341-A69F-57EDA00B0647}"/>
              </a:ext>
            </a:extLst>
          </p:cNvPr>
          <p:cNvSpPr/>
          <p:nvPr/>
        </p:nvSpPr>
        <p:spPr>
          <a:xfrm>
            <a:off x="268383" y="4866650"/>
            <a:ext cx="3388766" cy="1441164"/>
          </a:xfrm>
          <a:prstGeom prst="rect">
            <a:avLst/>
          </a:prstGeom>
          <a:noFill/>
          <a:ln/>
        </p:spPr>
        <p:txBody>
          <a:bodyPr wrap="square" lIns="91440" tIns="91440" rIns="91440" bIns="91440" rtlCol="0" anchor="t">
            <a:spAutoFit/>
          </a:bodyPr>
          <a:lstStyle/>
          <a:p>
            <a:pPr marL="0" indent="0">
              <a:lnSpc>
                <a:spcPct val="131429"/>
              </a:lnSpc>
              <a:spcBef>
                <a:spcPts val="360"/>
              </a:spcBef>
              <a:buNone/>
            </a:pPr>
            <a:r>
              <a:rPr lang="en-US" sz="1600" dirty="0">
                <a:solidFill>
                  <a:srgbClr val="000000"/>
                </a:solidFill>
                <a:latin typeface="Trebuchet MS" pitchFamily="34" charset="0"/>
                <a:ea typeface="Trebuchet MS" pitchFamily="34" charset="-122"/>
                <a:cs typeface="Trebuchet MS" pitchFamily="34" charset="-120"/>
              </a:rPr>
              <a:t>死锁指多个进程因竞争资源陷入无限等待的僵局，若无外力干预，所有进程都无法继续执行，导致系统停滞。</a:t>
            </a:r>
            <a:endParaRPr lang="en-US" sz="1600" dirty="0"/>
          </a:p>
        </p:txBody>
      </p:sp>
      <p:sp>
        <p:nvSpPr>
          <p:cNvPr id="32" name="Text 14">
            <a:extLst>
              <a:ext uri="{FF2B5EF4-FFF2-40B4-BE49-F238E27FC236}">
                <a16:creationId xmlns:a16="http://schemas.microsoft.com/office/drawing/2014/main" id="{AF1E93CB-B5C3-2844-819A-8EADFAE5694F}"/>
              </a:ext>
            </a:extLst>
          </p:cNvPr>
          <p:cNvSpPr/>
          <p:nvPr/>
        </p:nvSpPr>
        <p:spPr>
          <a:xfrm>
            <a:off x="1623032" y="1170522"/>
            <a:ext cx="3388766" cy="476402"/>
          </a:xfrm>
          <a:prstGeom prst="rect">
            <a:avLst/>
          </a:prstGeom>
          <a:noFill/>
          <a:ln/>
        </p:spPr>
        <p:txBody>
          <a:bodyPr wrap="square" lIns="91440" tIns="91440" rIns="91440" bIns="91440" rtlCol="0" anchor="ctr"/>
          <a:lstStyle/>
          <a:p>
            <a:pPr marL="0" indent="0" algn="ctr">
              <a:lnSpc>
                <a:spcPct val="100000"/>
              </a:lnSpc>
              <a:spcBef>
                <a:spcPts val="360"/>
              </a:spcBef>
              <a:buNone/>
            </a:pPr>
            <a:r>
              <a:rPr lang="en-US" sz="1440" b="1" dirty="0">
                <a:solidFill>
                  <a:srgbClr val="FFFFFF"/>
                </a:solidFill>
                <a:latin typeface="Trebuchet MS" pitchFamily="34" charset="0"/>
                <a:ea typeface="Trebuchet MS" pitchFamily="34" charset="-122"/>
                <a:cs typeface="Trebuchet MS" pitchFamily="34" charset="-120"/>
              </a:rPr>
              <a:t>死锁产生的必要条件</a:t>
            </a:r>
            <a:endParaRPr lang="en-US" sz="1440" dirty="0"/>
          </a:p>
        </p:txBody>
      </p:sp>
      <p:sp>
        <p:nvSpPr>
          <p:cNvPr id="33" name="Text 15">
            <a:extLst>
              <a:ext uri="{FF2B5EF4-FFF2-40B4-BE49-F238E27FC236}">
                <a16:creationId xmlns:a16="http://schemas.microsoft.com/office/drawing/2014/main" id="{8F30CF6E-7530-614C-8C91-8459EBAF5CAB}"/>
              </a:ext>
            </a:extLst>
          </p:cNvPr>
          <p:cNvSpPr/>
          <p:nvPr/>
        </p:nvSpPr>
        <p:spPr>
          <a:xfrm>
            <a:off x="1643164" y="1686584"/>
            <a:ext cx="3388766" cy="1441164"/>
          </a:xfrm>
          <a:prstGeom prst="rect">
            <a:avLst/>
          </a:prstGeom>
          <a:noFill/>
          <a:ln/>
        </p:spPr>
        <p:txBody>
          <a:bodyPr wrap="square" lIns="91440" tIns="91440" rIns="91440" bIns="91440" rtlCol="0" anchor="t">
            <a:spAutoFit/>
          </a:bodyPr>
          <a:lstStyle/>
          <a:p>
            <a:pPr marL="0" indent="0">
              <a:lnSpc>
                <a:spcPct val="131429"/>
              </a:lnSpc>
              <a:spcBef>
                <a:spcPts val="360"/>
              </a:spcBef>
              <a:buNone/>
            </a:pPr>
            <a:r>
              <a:rPr lang="en-US" sz="1600" dirty="0">
                <a:solidFill>
                  <a:srgbClr val="000000"/>
                </a:solidFill>
                <a:latin typeface="Trebuchet MS" pitchFamily="34" charset="0"/>
                <a:ea typeface="Trebuchet MS" pitchFamily="34" charset="-122"/>
                <a:cs typeface="Trebuchet MS" pitchFamily="34" charset="-120"/>
              </a:rPr>
              <a:t>死锁需满足互斥、请求保持、非剥夺和循环等待四个条件，缺一不可，理解这些条件有助于预防死锁发生。</a:t>
            </a:r>
            <a:endParaRPr lang="en-US" sz="1600" dirty="0"/>
          </a:p>
        </p:txBody>
      </p:sp>
      <p:sp>
        <p:nvSpPr>
          <p:cNvPr id="34" name="Text 16">
            <a:extLst>
              <a:ext uri="{FF2B5EF4-FFF2-40B4-BE49-F238E27FC236}">
                <a16:creationId xmlns:a16="http://schemas.microsoft.com/office/drawing/2014/main" id="{B0FEE333-5308-4148-A665-E93B88877A40}"/>
              </a:ext>
            </a:extLst>
          </p:cNvPr>
          <p:cNvSpPr/>
          <p:nvPr/>
        </p:nvSpPr>
        <p:spPr>
          <a:xfrm>
            <a:off x="4168299" y="4408536"/>
            <a:ext cx="3388766" cy="476402"/>
          </a:xfrm>
          <a:prstGeom prst="rect">
            <a:avLst/>
          </a:prstGeom>
          <a:noFill/>
          <a:ln/>
        </p:spPr>
        <p:txBody>
          <a:bodyPr wrap="square" lIns="91440" tIns="91440" rIns="91440" bIns="91440" rtlCol="0" anchor="ctr"/>
          <a:lstStyle/>
          <a:p>
            <a:pPr marL="0" indent="0" algn="ctr">
              <a:lnSpc>
                <a:spcPct val="100000"/>
              </a:lnSpc>
              <a:spcBef>
                <a:spcPts val="360"/>
              </a:spcBef>
              <a:buNone/>
            </a:pPr>
            <a:r>
              <a:rPr lang="en-US" sz="1440" b="1" dirty="0">
                <a:solidFill>
                  <a:srgbClr val="FFFFFF"/>
                </a:solidFill>
                <a:latin typeface="Trebuchet MS" pitchFamily="34" charset="0"/>
                <a:ea typeface="Trebuchet MS" pitchFamily="34" charset="-122"/>
                <a:cs typeface="Trebuchet MS" pitchFamily="34" charset="-120"/>
              </a:rPr>
              <a:t>死锁的处理方法</a:t>
            </a:r>
            <a:endParaRPr lang="en-US" sz="1440" dirty="0"/>
          </a:p>
        </p:txBody>
      </p:sp>
      <p:sp>
        <p:nvSpPr>
          <p:cNvPr id="35" name="Text 17">
            <a:extLst>
              <a:ext uri="{FF2B5EF4-FFF2-40B4-BE49-F238E27FC236}">
                <a16:creationId xmlns:a16="http://schemas.microsoft.com/office/drawing/2014/main" id="{3D54A8E4-F9C8-F640-831C-8EC873A27240}"/>
              </a:ext>
            </a:extLst>
          </p:cNvPr>
          <p:cNvSpPr/>
          <p:nvPr/>
        </p:nvSpPr>
        <p:spPr>
          <a:xfrm>
            <a:off x="4139952" y="4875794"/>
            <a:ext cx="3388766" cy="1441164"/>
          </a:xfrm>
          <a:prstGeom prst="rect">
            <a:avLst/>
          </a:prstGeom>
          <a:noFill/>
          <a:ln/>
        </p:spPr>
        <p:txBody>
          <a:bodyPr wrap="square" lIns="91440" tIns="91440" rIns="91440" bIns="91440" rtlCol="0" anchor="t">
            <a:spAutoFit/>
          </a:bodyPr>
          <a:lstStyle/>
          <a:p>
            <a:pPr marL="0" indent="0">
              <a:lnSpc>
                <a:spcPct val="131429"/>
              </a:lnSpc>
              <a:spcBef>
                <a:spcPts val="360"/>
              </a:spcBef>
              <a:buNone/>
            </a:pPr>
            <a:r>
              <a:rPr lang="en-US" sz="1600" dirty="0">
                <a:solidFill>
                  <a:srgbClr val="000000"/>
                </a:solidFill>
                <a:latin typeface="Trebuchet MS" pitchFamily="34" charset="0"/>
                <a:ea typeface="Trebuchet MS" pitchFamily="34" charset="-122"/>
                <a:cs typeface="Trebuchet MS" pitchFamily="34" charset="-120"/>
              </a:rPr>
              <a:t>解决死锁有预防、避免、检测和解除四种策略，分别通过破坏条件、动态分配、及时识别和资源释放来实现。</a:t>
            </a:r>
            <a:endParaRPr lang="en-US" sz="1600" dirty="0"/>
          </a:p>
        </p:txBody>
      </p:sp>
      <p:sp>
        <p:nvSpPr>
          <p:cNvPr id="36" name="Text 18">
            <a:extLst>
              <a:ext uri="{FF2B5EF4-FFF2-40B4-BE49-F238E27FC236}">
                <a16:creationId xmlns:a16="http://schemas.microsoft.com/office/drawing/2014/main" id="{44B17245-A2F7-5F48-A64E-246724DA34F3}"/>
              </a:ext>
            </a:extLst>
          </p:cNvPr>
          <p:cNvSpPr/>
          <p:nvPr/>
        </p:nvSpPr>
        <p:spPr>
          <a:xfrm>
            <a:off x="5468642" y="1186190"/>
            <a:ext cx="3388766" cy="476402"/>
          </a:xfrm>
          <a:prstGeom prst="rect">
            <a:avLst/>
          </a:prstGeom>
          <a:noFill/>
          <a:ln/>
        </p:spPr>
        <p:txBody>
          <a:bodyPr wrap="square" lIns="91440" tIns="91440" rIns="91440" bIns="91440" rtlCol="0" anchor="ctr"/>
          <a:lstStyle/>
          <a:p>
            <a:pPr marL="0" indent="0" algn="ctr">
              <a:lnSpc>
                <a:spcPct val="100000"/>
              </a:lnSpc>
              <a:spcBef>
                <a:spcPts val="360"/>
              </a:spcBef>
              <a:buNone/>
            </a:pPr>
            <a:r>
              <a:rPr lang="en-US" sz="1440" b="1" dirty="0">
                <a:solidFill>
                  <a:srgbClr val="FFFFFF"/>
                </a:solidFill>
                <a:latin typeface="Trebuchet MS" pitchFamily="34" charset="0"/>
                <a:ea typeface="Trebuchet MS" pitchFamily="34" charset="-122"/>
                <a:cs typeface="Trebuchet MS" pitchFamily="34" charset="-120"/>
              </a:rPr>
              <a:t>死锁预防策略</a:t>
            </a:r>
            <a:endParaRPr lang="en-US" sz="1440" dirty="0"/>
          </a:p>
        </p:txBody>
      </p:sp>
      <p:sp>
        <p:nvSpPr>
          <p:cNvPr id="37" name="Text 19">
            <a:extLst>
              <a:ext uri="{FF2B5EF4-FFF2-40B4-BE49-F238E27FC236}">
                <a16:creationId xmlns:a16="http://schemas.microsoft.com/office/drawing/2014/main" id="{8E234C34-C879-F64C-A4F4-D44A498F851F}"/>
              </a:ext>
            </a:extLst>
          </p:cNvPr>
          <p:cNvSpPr/>
          <p:nvPr/>
        </p:nvSpPr>
        <p:spPr>
          <a:xfrm>
            <a:off x="5554788" y="1716107"/>
            <a:ext cx="3388766" cy="1441164"/>
          </a:xfrm>
          <a:prstGeom prst="rect">
            <a:avLst/>
          </a:prstGeom>
          <a:noFill/>
          <a:ln/>
        </p:spPr>
        <p:txBody>
          <a:bodyPr wrap="square" lIns="91440" tIns="91440" rIns="91440" bIns="91440" rtlCol="0" anchor="t">
            <a:spAutoFit/>
          </a:bodyPr>
          <a:lstStyle/>
          <a:p>
            <a:pPr marL="0" indent="0">
              <a:lnSpc>
                <a:spcPct val="131429"/>
              </a:lnSpc>
              <a:spcBef>
                <a:spcPts val="360"/>
              </a:spcBef>
              <a:buNone/>
            </a:pPr>
            <a:r>
              <a:rPr lang="en-US" sz="1600" dirty="0">
                <a:solidFill>
                  <a:schemeClr val="accent4">
                    <a:lumMod val="95000"/>
                    <a:lumOff val="5000"/>
                  </a:schemeClr>
                </a:solidFill>
                <a:latin typeface="Trebuchet MS" pitchFamily="34" charset="0"/>
                <a:ea typeface="Trebuchet MS" pitchFamily="34" charset="-122"/>
                <a:cs typeface="Trebuchet MS" pitchFamily="34" charset="-120"/>
              </a:rPr>
              <a:t>通过预先分配或有序分配资源，破坏请求保持或循环等待条件，避免进程陷入死锁，但可能降低资源利用率。</a:t>
            </a:r>
            <a:endParaRPr lang="en-US" sz="1600" dirty="0">
              <a:solidFill>
                <a:schemeClr val="accent4">
                  <a:lumMod val="95000"/>
                  <a:lumOff val="5000"/>
                </a:schemeClr>
              </a:solidFill>
            </a:endParaRPr>
          </a:p>
        </p:txBody>
      </p:sp>
    </p:spTree>
    <p:extLst>
      <p:ext uri="{BB962C8B-B14F-4D97-AF65-F5344CB8AC3E}">
        <p14:creationId xmlns:p14="http://schemas.microsoft.com/office/powerpoint/2010/main" val="2660154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3" name="图片 1">
            <a:extLst>
              <a:ext uri="{FF2B5EF4-FFF2-40B4-BE49-F238E27FC236}">
                <a16:creationId xmlns:a16="http://schemas.microsoft.com/office/drawing/2014/main" id="{7D5F1B93-8BD0-F648-BEE8-F317985ED0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0851"/>
          <a:stretch>
            <a:fillRect/>
          </a:stretch>
        </p:blipFill>
        <p:spPr bwMode="auto">
          <a:xfrm>
            <a:off x="539552" y="332657"/>
            <a:ext cx="4111742" cy="259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1">
            <a:extLst>
              <a:ext uri="{FF2B5EF4-FFF2-40B4-BE49-F238E27FC236}">
                <a16:creationId xmlns:a16="http://schemas.microsoft.com/office/drawing/2014/main" id="{E4E427E0-FC90-0B49-8264-CDC1D3C8D5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064" y="548680"/>
            <a:ext cx="3814564" cy="4024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1">
            <a:extLst>
              <a:ext uri="{FF2B5EF4-FFF2-40B4-BE49-F238E27FC236}">
                <a16:creationId xmlns:a16="http://schemas.microsoft.com/office/drawing/2014/main" id="{E841AC09-2679-3D40-868C-8E9603F3BB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584" y="2924945"/>
            <a:ext cx="3312368" cy="3956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433"/>
                                        </p:tgtEl>
                                        <p:attrNameLst>
                                          <p:attrName>style.visibility</p:attrName>
                                        </p:attrNameLst>
                                      </p:cBhvr>
                                      <p:to>
                                        <p:strVal val="visible"/>
                                      </p:to>
                                    </p:set>
                                    <p:animEffect transition="in" filter="dissolve">
                                      <p:cBhvr>
                                        <p:cTn id="7" dur="500"/>
                                        <p:tgtEl>
                                          <p:spTgt spid="1843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Image 0" descr="preencoded.png">
            <a:extLst>
              <a:ext uri="{FF2B5EF4-FFF2-40B4-BE49-F238E27FC236}">
                <a16:creationId xmlns:a16="http://schemas.microsoft.com/office/drawing/2014/main" id="{32C6F7C9-FCDC-F445-9400-6EBCACA83613}"/>
              </a:ext>
            </a:extLst>
          </p:cNvPr>
          <p:cNvPicPr>
            <a:picLocks noChangeAspect="1"/>
          </p:cNvPicPr>
          <p:nvPr/>
        </p:nvPicPr>
        <p:blipFill>
          <a:blip r:embed="rId2"/>
          <a:stretch>
            <a:fillRect/>
          </a:stretch>
        </p:blipFill>
        <p:spPr>
          <a:xfrm rot="554302">
            <a:off x="355868" y="566180"/>
            <a:ext cx="274320" cy="202082"/>
          </a:xfrm>
          <a:prstGeom prst="rect">
            <a:avLst/>
          </a:prstGeom>
        </p:spPr>
      </p:pic>
      <p:pic>
        <p:nvPicPr>
          <p:cNvPr id="26" name="Image 1" descr="preencoded.png">
            <a:extLst>
              <a:ext uri="{FF2B5EF4-FFF2-40B4-BE49-F238E27FC236}">
                <a16:creationId xmlns:a16="http://schemas.microsoft.com/office/drawing/2014/main" id="{C4FC1A04-B892-824B-AE74-056F0171004A}"/>
              </a:ext>
            </a:extLst>
          </p:cNvPr>
          <p:cNvPicPr>
            <a:picLocks noChangeAspect="1"/>
          </p:cNvPicPr>
          <p:nvPr/>
        </p:nvPicPr>
        <p:blipFill>
          <a:blip r:embed="rId2"/>
          <a:stretch>
            <a:fillRect/>
          </a:stretch>
        </p:blipFill>
        <p:spPr>
          <a:xfrm rot="554302">
            <a:off x="355868" y="706218"/>
            <a:ext cx="274320" cy="202082"/>
          </a:xfrm>
          <a:prstGeom prst="rect">
            <a:avLst/>
          </a:prstGeom>
        </p:spPr>
      </p:pic>
      <p:pic>
        <p:nvPicPr>
          <p:cNvPr id="27" name="Image 2" descr="preencoded.png">
            <a:extLst>
              <a:ext uri="{FF2B5EF4-FFF2-40B4-BE49-F238E27FC236}">
                <a16:creationId xmlns:a16="http://schemas.microsoft.com/office/drawing/2014/main" id="{6970425F-CDB1-824B-9E4F-F80F3DB26C44}"/>
              </a:ext>
            </a:extLst>
          </p:cNvPr>
          <p:cNvPicPr>
            <a:picLocks noChangeAspect="1"/>
          </p:cNvPicPr>
          <p:nvPr/>
        </p:nvPicPr>
        <p:blipFill>
          <a:blip r:embed="rId2"/>
          <a:stretch>
            <a:fillRect/>
          </a:stretch>
        </p:blipFill>
        <p:spPr>
          <a:xfrm rot="554302">
            <a:off x="222554" y="547892"/>
            <a:ext cx="274320" cy="202082"/>
          </a:xfrm>
          <a:prstGeom prst="rect">
            <a:avLst/>
          </a:prstGeom>
        </p:spPr>
      </p:pic>
      <p:pic>
        <p:nvPicPr>
          <p:cNvPr id="28" name="Image 3" descr="preencoded.png">
            <a:extLst>
              <a:ext uri="{FF2B5EF4-FFF2-40B4-BE49-F238E27FC236}">
                <a16:creationId xmlns:a16="http://schemas.microsoft.com/office/drawing/2014/main" id="{DC1368B5-C9A2-E34E-AA49-E5D4D3DCF699}"/>
              </a:ext>
            </a:extLst>
          </p:cNvPr>
          <p:cNvPicPr>
            <a:picLocks noChangeAspect="1"/>
          </p:cNvPicPr>
          <p:nvPr/>
        </p:nvPicPr>
        <p:blipFill>
          <a:blip r:embed="rId2"/>
          <a:stretch>
            <a:fillRect/>
          </a:stretch>
        </p:blipFill>
        <p:spPr>
          <a:xfrm rot="554302">
            <a:off x="222554" y="687930"/>
            <a:ext cx="274320" cy="202082"/>
          </a:xfrm>
          <a:prstGeom prst="rect">
            <a:avLst/>
          </a:prstGeom>
        </p:spPr>
      </p:pic>
      <p:sp>
        <p:nvSpPr>
          <p:cNvPr id="29" name="Text 0">
            <a:extLst>
              <a:ext uri="{FF2B5EF4-FFF2-40B4-BE49-F238E27FC236}">
                <a16:creationId xmlns:a16="http://schemas.microsoft.com/office/drawing/2014/main" id="{3D679C12-C7E1-D642-8D26-D51934121C6F}"/>
              </a:ext>
            </a:extLst>
          </p:cNvPr>
          <p:cNvSpPr/>
          <p:nvPr/>
        </p:nvSpPr>
        <p:spPr>
          <a:xfrm>
            <a:off x="681206" y="391208"/>
            <a:ext cx="8268500" cy="667512"/>
          </a:xfrm>
          <a:prstGeom prst="rect">
            <a:avLst/>
          </a:prstGeom>
          <a:noFill/>
          <a:ln/>
        </p:spPr>
        <p:txBody>
          <a:bodyPr wrap="square" lIns="91440" tIns="91440" rIns="91440" bIns="91440" rtlCol="0" anchor="t">
            <a:spAutoFit/>
          </a:bodyPr>
          <a:lstStyle/>
          <a:p>
            <a:pPr fontAlgn="auto">
              <a:lnSpc>
                <a:spcPct val="120000"/>
              </a:lnSpc>
              <a:spcBef>
                <a:spcPts val="360"/>
              </a:spcBef>
              <a:spcAft>
                <a:spcPts val="0"/>
              </a:spcAft>
              <a:buFontTx/>
              <a:buNone/>
            </a:pPr>
            <a:r>
              <a:rPr lang="en-US" sz="2448" b="1" dirty="0">
                <a:solidFill>
                  <a:srgbClr val="000000"/>
                </a:solidFill>
                <a:latin typeface="Microsoft Yahei" pitchFamily="34" charset="0"/>
                <a:ea typeface="Microsoft Yahei" pitchFamily="34" charset="-122"/>
                <a:cs typeface="Microsoft Yahei" pitchFamily="34" charset="-120"/>
              </a:rPr>
              <a:t>进程推进顺序不当</a:t>
            </a:r>
            <a:endParaRPr lang="en-US" sz="1440" dirty="0">
              <a:solidFill>
                <a:prstClr val="black"/>
              </a:solidFill>
              <a:latin typeface="Calibri" panose="020F0502020204030204"/>
              <a:ea typeface="+mn-ea"/>
            </a:endParaRPr>
          </a:p>
        </p:txBody>
      </p:sp>
      <p:pic>
        <p:nvPicPr>
          <p:cNvPr id="30" name="Image 4" descr="preencoded.png">
            <a:extLst>
              <a:ext uri="{FF2B5EF4-FFF2-40B4-BE49-F238E27FC236}">
                <a16:creationId xmlns:a16="http://schemas.microsoft.com/office/drawing/2014/main" id="{78391A50-8E95-5145-BA09-17BA617D394F}"/>
              </a:ext>
            </a:extLst>
          </p:cNvPr>
          <p:cNvPicPr>
            <a:picLocks noChangeAspect="1"/>
          </p:cNvPicPr>
          <p:nvPr/>
        </p:nvPicPr>
        <p:blipFill>
          <a:blip r:embed="rId3"/>
          <a:stretch>
            <a:fillRect/>
          </a:stretch>
        </p:blipFill>
        <p:spPr>
          <a:xfrm>
            <a:off x="179512" y="1442647"/>
            <a:ext cx="8770194" cy="759820"/>
          </a:xfrm>
          <a:prstGeom prst="rect">
            <a:avLst/>
          </a:prstGeom>
        </p:spPr>
      </p:pic>
      <p:sp>
        <p:nvSpPr>
          <p:cNvPr id="31" name="Shape 1">
            <a:extLst>
              <a:ext uri="{FF2B5EF4-FFF2-40B4-BE49-F238E27FC236}">
                <a16:creationId xmlns:a16="http://schemas.microsoft.com/office/drawing/2014/main" id="{D80B0824-84AB-5645-89C3-71CE3EE13925}"/>
              </a:ext>
            </a:extLst>
          </p:cNvPr>
          <p:cNvSpPr/>
          <p:nvPr/>
        </p:nvSpPr>
        <p:spPr>
          <a:xfrm>
            <a:off x="344398" y="1602922"/>
            <a:ext cx="2746770" cy="439271"/>
          </a:xfrm>
          <a:custGeom>
            <a:avLst/>
            <a:gdLst/>
            <a:ahLst/>
            <a:cxnLst/>
            <a:rect l="l" t="t" r="r" b="b"/>
            <a:pathLst>
              <a:path w="2746770" h="439271">
                <a:moveTo>
                  <a:pt x="236350" y="0"/>
                </a:moveTo>
                <a:moveTo>
                  <a:pt x="236350" y="0"/>
                </a:moveTo>
                <a:lnTo>
                  <a:pt x="2510420" y="0"/>
                </a:lnTo>
                <a:quadBezTo>
                  <a:pt x="2746770" y="0"/>
                  <a:pt x="2746770" y="219636"/>
                </a:quadBezTo>
                <a:lnTo>
                  <a:pt x="2746770" y="219636"/>
                </a:lnTo>
                <a:quadBezTo>
                  <a:pt x="2746770" y="439271"/>
                  <a:pt x="2510420" y="439271"/>
                </a:quadBezTo>
                <a:lnTo>
                  <a:pt x="236350" y="439271"/>
                </a:lnTo>
                <a:quadBezTo>
                  <a:pt x="0" y="439271"/>
                  <a:pt x="0" y="219636"/>
                </a:quadBezTo>
                <a:lnTo>
                  <a:pt x="0" y="219636"/>
                </a:lnTo>
                <a:quadBezTo>
                  <a:pt x="0" y="0"/>
                  <a:pt x="236350" y="0"/>
                </a:quadBezTo>
                <a:close/>
              </a:path>
            </a:pathLst>
          </a:custGeom>
          <a:solidFill>
            <a:srgbClr val="0F3558"/>
          </a:solidFill>
          <a:ln/>
        </p:spPr>
      </p:sp>
      <p:pic>
        <p:nvPicPr>
          <p:cNvPr id="32" name="Image 5" descr="preencoded.png">
            <a:extLst>
              <a:ext uri="{FF2B5EF4-FFF2-40B4-BE49-F238E27FC236}">
                <a16:creationId xmlns:a16="http://schemas.microsoft.com/office/drawing/2014/main" id="{283FD765-548D-6143-B4B2-93EE277421EF}"/>
              </a:ext>
            </a:extLst>
          </p:cNvPr>
          <p:cNvPicPr>
            <a:picLocks noChangeAspect="1"/>
          </p:cNvPicPr>
          <p:nvPr/>
        </p:nvPicPr>
        <p:blipFill>
          <a:blip r:embed="rId4"/>
          <a:stretch>
            <a:fillRect/>
          </a:stretch>
        </p:blipFill>
        <p:spPr>
          <a:xfrm>
            <a:off x="179512" y="2756921"/>
            <a:ext cx="8562680" cy="759820"/>
          </a:xfrm>
          <a:prstGeom prst="rect">
            <a:avLst/>
          </a:prstGeom>
        </p:spPr>
      </p:pic>
      <p:sp>
        <p:nvSpPr>
          <p:cNvPr id="33" name="Shape 2">
            <a:extLst>
              <a:ext uri="{FF2B5EF4-FFF2-40B4-BE49-F238E27FC236}">
                <a16:creationId xmlns:a16="http://schemas.microsoft.com/office/drawing/2014/main" id="{E6540030-BF1A-1946-9FD4-69E87FE1A6A1}"/>
              </a:ext>
            </a:extLst>
          </p:cNvPr>
          <p:cNvSpPr/>
          <p:nvPr/>
        </p:nvSpPr>
        <p:spPr>
          <a:xfrm>
            <a:off x="344398" y="2917196"/>
            <a:ext cx="2746770" cy="439271"/>
          </a:xfrm>
          <a:custGeom>
            <a:avLst/>
            <a:gdLst/>
            <a:ahLst/>
            <a:cxnLst/>
            <a:rect l="l" t="t" r="r" b="b"/>
            <a:pathLst>
              <a:path w="2746770" h="439271">
                <a:moveTo>
                  <a:pt x="236350" y="0"/>
                </a:moveTo>
                <a:moveTo>
                  <a:pt x="236350" y="0"/>
                </a:moveTo>
                <a:lnTo>
                  <a:pt x="2510420" y="0"/>
                </a:lnTo>
                <a:quadBezTo>
                  <a:pt x="2746770" y="0"/>
                  <a:pt x="2746770" y="219636"/>
                </a:quadBezTo>
                <a:lnTo>
                  <a:pt x="2746770" y="219636"/>
                </a:lnTo>
                <a:quadBezTo>
                  <a:pt x="2746770" y="439271"/>
                  <a:pt x="2510420" y="439271"/>
                </a:quadBezTo>
                <a:lnTo>
                  <a:pt x="236350" y="439271"/>
                </a:lnTo>
                <a:quadBezTo>
                  <a:pt x="0" y="439271"/>
                  <a:pt x="0" y="219636"/>
                </a:quadBezTo>
                <a:lnTo>
                  <a:pt x="0" y="219636"/>
                </a:lnTo>
                <a:quadBezTo>
                  <a:pt x="0" y="0"/>
                  <a:pt x="236350" y="0"/>
                </a:quadBezTo>
                <a:close/>
              </a:path>
            </a:pathLst>
          </a:custGeom>
          <a:solidFill>
            <a:srgbClr val="0F3558"/>
          </a:solidFill>
          <a:ln/>
        </p:spPr>
      </p:sp>
      <p:pic>
        <p:nvPicPr>
          <p:cNvPr id="34" name="Image 6" descr="preencoded.png">
            <a:extLst>
              <a:ext uri="{FF2B5EF4-FFF2-40B4-BE49-F238E27FC236}">
                <a16:creationId xmlns:a16="http://schemas.microsoft.com/office/drawing/2014/main" id="{967E7DE4-B40A-8F43-B3B3-99E7824AF915}"/>
              </a:ext>
            </a:extLst>
          </p:cNvPr>
          <p:cNvPicPr>
            <a:picLocks noChangeAspect="1"/>
          </p:cNvPicPr>
          <p:nvPr/>
        </p:nvPicPr>
        <p:blipFill>
          <a:blip r:embed="rId5"/>
          <a:stretch>
            <a:fillRect/>
          </a:stretch>
        </p:blipFill>
        <p:spPr>
          <a:xfrm>
            <a:off x="208111" y="4058942"/>
            <a:ext cx="7892281" cy="759820"/>
          </a:xfrm>
          <a:prstGeom prst="rect">
            <a:avLst/>
          </a:prstGeom>
        </p:spPr>
      </p:pic>
      <p:sp>
        <p:nvSpPr>
          <p:cNvPr id="35" name="Shape 3">
            <a:extLst>
              <a:ext uri="{FF2B5EF4-FFF2-40B4-BE49-F238E27FC236}">
                <a16:creationId xmlns:a16="http://schemas.microsoft.com/office/drawing/2014/main" id="{B55905B5-ED6F-324F-9273-91BDC967CA85}"/>
              </a:ext>
            </a:extLst>
          </p:cNvPr>
          <p:cNvSpPr/>
          <p:nvPr/>
        </p:nvSpPr>
        <p:spPr>
          <a:xfrm>
            <a:off x="372997" y="4219216"/>
            <a:ext cx="2746770" cy="439271"/>
          </a:xfrm>
          <a:custGeom>
            <a:avLst/>
            <a:gdLst/>
            <a:ahLst/>
            <a:cxnLst/>
            <a:rect l="l" t="t" r="r" b="b"/>
            <a:pathLst>
              <a:path w="2746770" h="439271">
                <a:moveTo>
                  <a:pt x="236350" y="0"/>
                </a:moveTo>
                <a:moveTo>
                  <a:pt x="236350" y="0"/>
                </a:moveTo>
                <a:lnTo>
                  <a:pt x="2510420" y="0"/>
                </a:lnTo>
                <a:quadBezTo>
                  <a:pt x="2746770" y="0"/>
                  <a:pt x="2746770" y="219636"/>
                </a:quadBezTo>
                <a:lnTo>
                  <a:pt x="2746770" y="219636"/>
                </a:lnTo>
                <a:quadBezTo>
                  <a:pt x="2746770" y="439271"/>
                  <a:pt x="2510420" y="439271"/>
                </a:quadBezTo>
                <a:lnTo>
                  <a:pt x="236350" y="439271"/>
                </a:lnTo>
                <a:quadBezTo>
                  <a:pt x="0" y="439271"/>
                  <a:pt x="0" y="219636"/>
                </a:quadBezTo>
                <a:lnTo>
                  <a:pt x="0" y="219636"/>
                </a:lnTo>
                <a:quadBezTo>
                  <a:pt x="0" y="0"/>
                  <a:pt x="236350" y="0"/>
                </a:quadBezTo>
                <a:close/>
              </a:path>
            </a:pathLst>
          </a:custGeom>
          <a:solidFill>
            <a:srgbClr val="0F3558"/>
          </a:solidFill>
          <a:ln/>
        </p:spPr>
      </p:sp>
      <p:pic>
        <p:nvPicPr>
          <p:cNvPr id="36" name="Image 7" descr="preencoded.png">
            <a:extLst>
              <a:ext uri="{FF2B5EF4-FFF2-40B4-BE49-F238E27FC236}">
                <a16:creationId xmlns:a16="http://schemas.microsoft.com/office/drawing/2014/main" id="{EC134AC4-3885-AB44-BB54-746BE39B7431}"/>
              </a:ext>
            </a:extLst>
          </p:cNvPr>
          <p:cNvPicPr>
            <a:picLocks noChangeAspect="1"/>
          </p:cNvPicPr>
          <p:nvPr/>
        </p:nvPicPr>
        <p:blipFill>
          <a:blip r:embed="rId6"/>
          <a:stretch>
            <a:fillRect/>
          </a:stretch>
        </p:blipFill>
        <p:spPr>
          <a:xfrm>
            <a:off x="179512" y="5373216"/>
            <a:ext cx="7892280" cy="759820"/>
          </a:xfrm>
          <a:prstGeom prst="rect">
            <a:avLst/>
          </a:prstGeom>
        </p:spPr>
      </p:pic>
      <p:sp>
        <p:nvSpPr>
          <p:cNvPr id="37" name="Shape 4">
            <a:extLst>
              <a:ext uri="{FF2B5EF4-FFF2-40B4-BE49-F238E27FC236}">
                <a16:creationId xmlns:a16="http://schemas.microsoft.com/office/drawing/2014/main" id="{AF1E9723-EA9C-9A49-B900-2F682CFA970A}"/>
              </a:ext>
            </a:extLst>
          </p:cNvPr>
          <p:cNvSpPr/>
          <p:nvPr/>
        </p:nvSpPr>
        <p:spPr>
          <a:xfrm>
            <a:off x="344398" y="5533490"/>
            <a:ext cx="2746770" cy="439271"/>
          </a:xfrm>
          <a:custGeom>
            <a:avLst/>
            <a:gdLst/>
            <a:ahLst/>
            <a:cxnLst/>
            <a:rect l="l" t="t" r="r" b="b"/>
            <a:pathLst>
              <a:path w="2746770" h="439271">
                <a:moveTo>
                  <a:pt x="236350" y="0"/>
                </a:moveTo>
                <a:moveTo>
                  <a:pt x="236350" y="0"/>
                </a:moveTo>
                <a:lnTo>
                  <a:pt x="2510420" y="0"/>
                </a:lnTo>
                <a:quadBezTo>
                  <a:pt x="2746770" y="0"/>
                  <a:pt x="2746770" y="219636"/>
                </a:quadBezTo>
                <a:lnTo>
                  <a:pt x="2746770" y="219636"/>
                </a:lnTo>
                <a:quadBezTo>
                  <a:pt x="2746770" y="439271"/>
                  <a:pt x="2510420" y="439271"/>
                </a:quadBezTo>
                <a:lnTo>
                  <a:pt x="236350" y="439271"/>
                </a:lnTo>
                <a:quadBezTo>
                  <a:pt x="0" y="439271"/>
                  <a:pt x="0" y="219636"/>
                </a:quadBezTo>
                <a:lnTo>
                  <a:pt x="0" y="219636"/>
                </a:lnTo>
                <a:quadBezTo>
                  <a:pt x="0" y="0"/>
                  <a:pt x="236350" y="0"/>
                </a:quadBezTo>
                <a:close/>
              </a:path>
            </a:pathLst>
          </a:custGeom>
          <a:solidFill>
            <a:srgbClr val="0F3558"/>
          </a:solidFill>
          <a:ln/>
        </p:spPr>
      </p:sp>
      <p:pic>
        <p:nvPicPr>
          <p:cNvPr id="38" name="Image 8" descr="preencoded.png">
            <a:extLst>
              <a:ext uri="{FF2B5EF4-FFF2-40B4-BE49-F238E27FC236}">
                <a16:creationId xmlns:a16="http://schemas.microsoft.com/office/drawing/2014/main" id="{C38CA1B3-2B72-C64C-8BBF-16FE6068C9ED}"/>
              </a:ext>
            </a:extLst>
          </p:cNvPr>
          <p:cNvPicPr>
            <a:picLocks noChangeAspect="1"/>
          </p:cNvPicPr>
          <p:nvPr/>
        </p:nvPicPr>
        <p:blipFill>
          <a:blip r:embed="rId7"/>
          <a:stretch>
            <a:fillRect/>
          </a:stretch>
        </p:blipFill>
        <p:spPr>
          <a:xfrm>
            <a:off x="7175444" y="4381479"/>
            <a:ext cx="1645602" cy="1851302"/>
          </a:xfrm>
          <a:prstGeom prst="rect">
            <a:avLst/>
          </a:prstGeom>
        </p:spPr>
      </p:pic>
      <p:sp>
        <p:nvSpPr>
          <p:cNvPr id="39" name="Text 5">
            <a:extLst>
              <a:ext uri="{FF2B5EF4-FFF2-40B4-BE49-F238E27FC236}">
                <a16:creationId xmlns:a16="http://schemas.microsoft.com/office/drawing/2014/main" id="{6C53A655-A372-AB44-8ECB-09EBF091F681}"/>
              </a:ext>
            </a:extLst>
          </p:cNvPr>
          <p:cNvSpPr/>
          <p:nvPr/>
        </p:nvSpPr>
        <p:spPr>
          <a:xfrm>
            <a:off x="401808" y="1602922"/>
            <a:ext cx="2689360" cy="439271"/>
          </a:xfrm>
          <a:prstGeom prst="rect">
            <a:avLst/>
          </a:prstGeom>
          <a:noFill/>
          <a:ln/>
        </p:spPr>
        <p:txBody>
          <a:bodyPr wrap="square" lIns="91440" tIns="91440" rIns="91440" bIns="91440" rtlCol="0" anchor="ctr"/>
          <a:lstStyle/>
          <a:p>
            <a:pPr algn="ctr" fontAlgn="auto">
              <a:spcBef>
                <a:spcPts val="360"/>
              </a:spcBef>
              <a:spcAft>
                <a:spcPts val="0"/>
              </a:spcAft>
              <a:buFontTx/>
              <a:buNone/>
            </a:pPr>
            <a:r>
              <a:rPr lang="en-US" sz="1440" b="1" dirty="0">
                <a:solidFill>
                  <a:srgbClr val="FFFFFF"/>
                </a:solidFill>
                <a:latin typeface="Trebuchet MS" pitchFamily="34" charset="0"/>
                <a:ea typeface="Trebuchet MS" pitchFamily="34" charset="-122"/>
                <a:cs typeface="Trebuchet MS" pitchFamily="34" charset="-120"/>
              </a:rPr>
              <a:t>进程推进顺序不当导致死锁</a:t>
            </a:r>
            <a:endParaRPr lang="en-US" sz="1440" dirty="0">
              <a:solidFill>
                <a:prstClr val="black"/>
              </a:solidFill>
              <a:latin typeface="Calibri" panose="020F0502020204030204"/>
              <a:ea typeface="+mn-ea"/>
            </a:endParaRPr>
          </a:p>
        </p:txBody>
      </p:sp>
      <p:sp>
        <p:nvSpPr>
          <p:cNvPr id="40" name="Text 6">
            <a:extLst>
              <a:ext uri="{FF2B5EF4-FFF2-40B4-BE49-F238E27FC236}">
                <a16:creationId xmlns:a16="http://schemas.microsoft.com/office/drawing/2014/main" id="{F768BBDF-9B77-4A41-B02C-D19C91D03D6A}"/>
              </a:ext>
            </a:extLst>
          </p:cNvPr>
          <p:cNvSpPr/>
          <p:nvPr/>
        </p:nvSpPr>
        <p:spPr>
          <a:xfrm>
            <a:off x="3202858" y="1502236"/>
            <a:ext cx="5746848" cy="732829"/>
          </a:xfrm>
          <a:prstGeom prst="rect">
            <a:avLst/>
          </a:prstGeom>
          <a:noFill/>
          <a:ln/>
        </p:spPr>
        <p:txBody>
          <a:bodyPr wrap="square" lIns="91440" tIns="91440" rIns="91440" bIns="91440" rtlCol="0" anchor="t">
            <a:spAutoFit/>
          </a:bodyPr>
          <a:lstStyle/>
          <a:p>
            <a:pPr fontAlgn="auto">
              <a:lnSpc>
                <a:spcPct val="115000"/>
              </a:lnSpc>
              <a:spcBef>
                <a:spcPts val="360"/>
              </a:spcBef>
              <a:spcAft>
                <a:spcPts val="0"/>
              </a:spcAft>
              <a:buFontTx/>
              <a:buNone/>
            </a:pPr>
            <a:r>
              <a:rPr lang="en-US" sz="1600" dirty="0">
                <a:solidFill>
                  <a:srgbClr val="000000"/>
                </a:solidFill>
                <a:latin typeface="Trebuchet MS" pitchFamily="34" charset="0"/>
                <a:ea typeface="Trebuchet MS" pitchFamily="34" charset="-122"/>
                <a:cs typeface="Trebuchet MS" pitchFamily="34" charset="-120"/>
              </a:rPr>
              <a:t>当多个进程因资源请求顺序不合理而相互阻塞时，会形成循环等待的僵局，若无外力干预，这些进程将永远无法继续执行。</a:t>
            </a:r>
            <a:endParaRPr lang="en-US" sz="1600" dirty="0">
              <a:solidFill>
                <a:prstClr val="black"/>
              </a:solidFill>
              <a:latin typeface="Calibri" panose="020F0502020204030204"/>
              <a:ea typeface="+mn-ea"/>
            </a:endParaRPr>
          </a:p>
        </p:txBody>
      </p:sp>
      <p:sp>
        <p:nvSpPr>
          <p:cNvPr id="41" name="Text 7">
            <a:extLst>
              <a:ext uri="{FF2B5EF4-FFF2-40B4-BE49-F238E27FC236}">
                <a16:creationId xmlns:a16="http://schemas.microsoft.com/office/drawing/2014/main" id="{74254B7F-F12E-6C44-9F75-451AC0D1C5EF}"/>
              </a:ext>
            </a:extLst>
          </p:cNvPr>
          <p:cNvSpPr/>
          <p:nvPr/>
        </p:nvSpPr>
        <p:spPr>
          <a:xfrm>
            <a:off x="401808" y="2917196"/>
            <a:ext cx="2689360" cy="439271"/>
          </a:xfrm>
          <a:prstGeom prst="rect">
            <a:avLst/>
          </a:prstGeom>
          <a:noFill/>
          <a:ln/>
        </p:spPr>
        <p:txBody>
          <a:bodyPr wrap="square" lIns="91440" tIns="91440" rIns="91440" bIns="91440" rtlCol="0" anchor="ctr"/>
          <a:lstStyle/>
          <a:p>
            <a:pPr algn="ctr" fontAlgn="auto">
              <a:spcBef>
                <a:spcPts val="360"/>
              </a:spcBef>
              <a:spcAft>
                <a:spcPts val="0"/>
              </a:spcAft>
              <a:buFontTx/>
              <a:buNone/>
            </a:pPr>
            <a:r>
              <a:rPr lang="en-US" sz="1440" b="1" dirty="0">
                <a:solidFill>
                  <a:srgbClr val="FFFFFF"/>
                </a:solidFill>
                <a:latin typeface="Trebuchet MS" pitchFamily="34" charset="0"/>
                <a:ea typeface="Trebuchet MS" pitchFamily="34" charset="-122"/>
                <a:cs typeface="Trebuchet MS" pitchFamily="34" charset="-120"/>
              </a:rPr>
              <a:t>合法与非法推进顺序对比</a:t>
            </a:r>
            <a:endParaRPr lang="en-US" sz="1440" dirty="0">
              <a:solidFill>
                <a:prstClr val="black"/>
              </a:solidFill>
              <a:latin typeface="Calibri" panose="020F0502020204030204"/>
              <a:ea typeface="+mn-ea"/>
            </a:endParaRPr>
          </a:p>
        </p:txBody>
      </p:sp>
      <p:sp>
        <p:nvSpPr>
          <p:cNvPr id="42" name="Text 8">
            <a:extLst>
              <a:ext uri="{FF2B5EF4-FFF2-40B4-BE49-F238E27FC236}">
                <a16:creationId xmlns:a16="http://schemas.microsoft.com/office/drawing/2014/main" id="{045F2DF0-7876-3D4A-B901-091B315C4501}"/>
              </a:ext>
            </a:extLst>
          </p:cNvPr>
          <p:cNvSpPr/>
          <p:nvPr/>
        </p:nvSpPr>
        <p:spPr>
          <a:xfrm>
            <a:off x="3202858" y="2816510"/>
            <a:ext cx="5539334" cy="732829"/>
          </a:xfrm>
          <a:prstGeom prst="rect">
            <a:avLst/>
          </a:prstGeom>
          <a:noFill/>
          <a:ln/>
        </p:spPr>
        <p:txBody>
          <a:bodyPr wrap="square" lIns="91440" tIns="91440" rIns="91440" bIns="91440" rtlCol="0" anchor="t">
            <a:spAutoFit/>
          </a:bodyPr>
          <a:lstStyle/>
          <a:p>
            <a:pPr fontAlgn="auto">
              <a:lnSpc>
                <a:spcPct val="115000"/>
              </a:lnSpc>
              <a:spcBef>
                <a:spcPts val="360"/>
              </a:spcBef>
              <a:spcAft>
                <a:spcPts val="0"/>
              </a:spcAft>
              <a:buFontTx/>
              <a:buNone/>
            </a:pPr>
            <a:r>
              <a:rPr lang="en-US" sz="1600" dirty="0">
                <a:solidFill>
                  <a:srgbClr val="000000"/>
                </a:solidFill>
                <a:latin typeface="Trebuchet MS" pitchFamily="34" charset="0"/>
                <a:ea typeface="Trebuchet MS" pitchFamily="34" charset="-122"/>
                <a:cs typeface="Trebuchet MS" pitchFamily="34" charset="-120"/>
              </a:rPr>
              <a:t>合法顺序能确保进程顺利完成资源分配，而非法顺序会使系统进入不安全区，最终触发死锁条件，导致进程永久阻塞。</a:t>
            </a:r>
            <a:endParaRPr lang="en-US" sz="1600" dirty="0">
              <a:solidFill>
                <a:prstClr val="black"/>
              </a:solidFill>
              <a:latin typeface="Calibri" panose="020F0502020204030204"/>
              <a:ea typeface="+mn-ea"/>
            </a:endParaRPr>
          </a:p>
        </p:txBody>
      </p:sp>
      <p:sp>
        <p:nvSpPr>
          <p:cNvPr id="43" name="Text 9">
            <a:extLst>
              <a:ext uri="{FF2B5EF4-FFF2-40B4-BE49-F238E27FC236}">
                <a16:creationId xmlns:a16="http://schemas.microsoft.com/office/drawing/2014/main" id="{6A908883-A391-154E-B0CA-EC973DA714F7}"/>
              </a:ext>
            </a:extLst>
          </p:cNvPr>
          <p:cNvSpPr/>
          <p:nvPr/>
        </p:nvSpPr>
        <p:spPr>
          <a:xfrm>
            <a:off x="430407" y="4244718"/>
            <a:ext cx="2689360" cy="413770"/>
          </a:xfrm>
          <a:prstGeom prst="rect">
            <a:avLst/>
          </a:prstGeom>
          <a:noFill/>
          <a:ln/>
        </p:spPr>
        <p:txBody>
          <a:bodyPr wrap="square" lIns="91440" tIns="91440" rIns="91440" bIns="91440" rtlCol="0" anchor="ctr"/>
          <a:lstStyle/>
          <a:p>
            <a:pPr algn="ctr" fontAlgn="auto">
              <a:spcBef>
                <a:spcPts val="360"/>
              </a:spcBef>
              <a:spcAft>
                <a:spcPts val="0"/>
              </a:spcAft>
              <a:buFontTx/>
              <a:buNone/>
            </a:pPr>
            <a:r>
              <a:rPr lang="en-US" sz="1440" b="1" dirty="0">
                <a:solidFill>
                  <a:srgbClr val="FFFFFF"/>
                </a:solidFill>
                <a:latin typeface="Trebuchet MS" pitchFamily="34" charset="0"/>
                <a:ea typeface="Trebuchet MS" pitchFamily="34" charset="-122"/>
                <a:cs typeface="Trebuchet MS" pitchFamily="34" charset="-120"/>
              </a:rPr>
              <a:t>进程资源竞争实例分析</a:t>
            </a:r>
            <a:endParaRPr lang="en-US" sz="1440" dirty="0">
              <a:solidFill>
                <a:prstClr val="black"/>
              </a:solidFill>
              <a:latin typeface="Calibri" panose="020F0502020204030204"/>
              <a:ea typeface="+mn-ea"/>
            </a:endParaRPr>
          </a:p>
        </p:txBody>
      </p:sp>
      <p:sp>
        <p:nvSpPr>
          <p:cNvPr id="44" name="Text 10">
            <a:extLst>
              <a:ext uri="{FF2B5EF4-FFF2-40B4-BE49-F238E27FC236}">
                <a16:creationId xmlns:a16="http://schemas.microsoft.com/office/drawing/2014/main" id="{D1108D27-2205-6D4A-8C12-FC645F556741}"/>
              </a:ext>
            </a:extLst>
          </p:cNvPr>
          <p:cNvSpPr/>
          <p:nvPr/>
        </p:nvSpPr>
        <p:spPr>
          <a:xfrm>
            <a:off x="3231457" y="4118531"/>
            <a:ext cx="4907761" cy="732829"/>
          </a:xfrm>
          <a:prstGeom prst="rect">
            <a:avLst/>
          </a:prstGeom>
          <a:noFill/>
          <a:ln/>
        </p:spPr>
        <p:txBody>
          <a:bodyPr wrap="square" lIns="91440" tIns="91440" rIns="91440" bIns="91440" rtlCol="0" anchor="t">
            <a:spAutoFit/>
          </a:bodyPr>
          <a:lstStyle/>
          <a:p>
            <a:pPr fontAlgn="auto">
              <a:lnSpc>
                <a:spcPct val="115000"/>
              </a:lnSpc>
              <a:spcBef>
                <a:spcPts val="360"/>
              </a:spcBef>
              <a:spcAft>
                <a:spcPts val="0"/>
              </a:spcAft>
              <a:buFontTx/>
              <a:buNone/>
            </a:pPr>
            <a:r>
              <a:rPr lang="en-US" sz="1600" dirty="0">
                <a:solidFill>
                  <a:srgbClr val="000000"/>
                </a:solidFill>
                <a:latin typeface="Trebuchet MS" pitchFamily="34" charset="0"/>
                <a:ea typeface="Trebuchet MS" pitchFamily="34" charset="-122"/>
                <a:cs typeface="Trebuchet MS" pitchFamily="34" charset="-120"/>
              </a:rPr>
              <a:t>如两个进程分别持有打印机和读卡机并互相请求对方资源时，典型的交叉持锁场景将直接引发死锁现象。</a:t>
            </a:r>
            <a:endParaRPr lang="en-US" sz="1600" dirty="0">
              <a:solidFill>
                <a:prstClr val="black"/>
              </a:solidFill>
              <a:latin typeface="Calibri" panose="020F0502020204030204"/>
              <a:ea typeface="+mn-ea"/>
            </a:endParaRPr>
          </a:p>
        </p:txBody>
      </p:sp>
      <p:sp>
        <p:nvSpPr>
          <p:cNvPr id="45" name="Text 11">
            <a:extLst>
              <a:ext uri="{FF2B5EF4-FFF2-40B4-BE49-F238E27FC236}">
                <a16:creationId xmlns:a16="http://schemas.microsoft.com/office/drawing/2014/main" id="{B0E1B91F-F6A0-D24D-BBAA-653F8AA62F5B}"/>
              </a:ext>
            </a:extLst>
          </p:cNvPr>
          <p:cNvSpPr/>
          <p:nvPr/>
        </p:nvSpPr>
        <p:spPr>
          <a:xfrm>
            <a:off x="401808" y="5533490"/>
            <a:ext cx="2689360" cy="439271"/>
          </a:xfrm>
          <a:prstGeom prst="rect">
            <a:avLst/>
          </a:prstGeom>
          <a:noFill/>
          <a:ln/>
        </p:spPr>
        <p:txBody>
          <a:bodyPr wrap="square" lIns="91440" tIns="91440" rIns="91440" bIns="91440" rtlCol="0" anchor="ctr"/>
          <a:lstStyle/>
          <a:p>
            <a:pPr algn="ctr" fontAlgn="auto">
              <a:spcBef>
                <a:spcPts val="360"/>
              </a:spcBef>
              <a:spcAft>
                <a:spcPts val="0"/>
              </a:spcAft>
              <a:buFontTx/>
              <a:buNone/>
            </a:pPr>
            <a:r>
              <a:rPr lang="en-US" sz="1440" b="1" dirty="0">
                <a:solidFill>
                  <a:srgbClr val="FFFFFF"/>
                </a:solidFill>
                <a:latin typeface="Trebuchet MS" pitchFamily="34" charset="0"/>
                <a:ea typeface="Trebuchet MS" pitchFamily="34" charset="-122"/>
                <a:cs typeface="Trebuchet MS" pitchFamily="34" charset="-120"/>
              </a:rPr>
              <a:t>死锁的进程异步性特征</a:t>
            </a:r>
            <a:endParaRPr lang="en-US" sz="1440" dirty="0">
              <a:solidFill>
                <a:prstClr val="black"/>
              </a:solidFill>
              <a:latin typeface="Calibri" panose="020F0502020204030204"/>
              <a:ea typeface="+mn-ea"/>
            </a:endParaRPr>
          </a:p>
        </p:txBody>
      </p:sp>
      <p:sp>
        <p:nvSpPr>
          <p:cNvPr id="46" name="Text 12">
            <a:extLst>
              <a:ext uri="{FF2B5EF4-FFF2-40B4-BE49-F238E27FC236}">
                <a16:creationId xmlns:a16="http://schemas.microsoft.com/office/drawing/2014/main" id="{9AF8A4FB-F796-844C-B575-860ADBC3A8BF}"/>
              </a:ext>
            </a:extLst>
          </p:cNvPr>
          <p:cNvSpPr/>
          <p:nvPr/>
        </p:nvSpPr>
        <p:spPr>
          <a:xfrm>
            <a:off x="3202857" y="5432805"/>
            <a:ext cx="4907761" cy="732829"/>
          </a:xfrm>
          <a:prstGeom prst="rect">
            <a:avLst/>
          </a:prstGeom>
          <a:noFill/>
          <a:ln/>
        </p:spPr>
        <p:txBody>
          <a:bodyPr wrap="square" lIns="91440" tIns="91440" rIns="91440" bIns="91440" rtlCol="0" anchor="t">
            <a:spAutoFit/>
          </a:bodyPr>
          <a:lstStyle/>
          <a:p>
            <a:pPr fontAlgn="auto">
              <a:lnSpc>
                <a:spcPct val="115000"/>
              </a:lnSpc>
              <a:spcBef>
                <a:spcPts val="360"/>
              </a:spcBef>
              <a:spcAft>
                <a:spcPts val="0"/>
              </a:spcAft>
              <a:buFontTx/>
              <a:buNone/>
            </a:pPr>
            <a:r>
              <a:rPr lang="en-US" sz="1600" dirty="0">
                <a:solidFill>
                  <a:srgbClr val="000000"/>
                </a:solidFill>
                <a:latin typeface="Trebuchet MS" pitchFamily="34" charset="0"/>
                <a:ea typeface="Trebuchet MS" pitchFamily="34" charset="-122"/>
                <a:cs typeface="Trebuchet MS" pitchFamily="34" charset="-120"/>
              </a:rPr>
              <a:t>由于进程执行的随机性，相同的代码可能因推进时序差异产生合法完成或死锁两种截然不同的结果。</a:t>
            </a:r>
            <a:endParaRPr lang="en-US" sz="1600" dirty="0">
              <a:solidFill>
                <a:prstClr val="black"/>
              </a:solidFill>
              <a:latin typeface="Calibri" panose="020F0502020204030204"/>
              <a:ea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Image 0" descr="preencoded.png">
            <a:extLst>
              <a:ext uri="{FF2B5EF4-FFF2-40B4-BE49-F238E27FC236}">
                <a16:creationId xmlns:a16="http://schemas.microsoft.com/office/drawing/2014/main" id="{D52C126D-54DA-AB48-89E6-55EA5BCDFF08}"/>
              </a:ext>
            </a:extLst>
          </p:cNvPr>
          <p:cNvPicPr>
            <a:picLocks noChangeAspect="1"/>
          </p:cNvPicPr>
          <p:nvPr/>
        </p:nvPicPr>
        <p:blipFill>
          <a:blip r:embed="rId2"/>
          <a:stretch>
            <a:fillRect/>
          </a:stretch>
        </p:blipFill>
        <p:spPr>
          <a:xfrm rot="554302">
            <a:off x="431601" y="331164"/>
            <a:ext cx="274320" cy="202082"/>
          </a:xfrm>
          <a:prstGeom prst="rect">
            <a:avLst/>
          </a:prstGeom>
        </p:spPr>
      </p:pic>
      <p:pic>
        <p:nvPicPr>
          <p:cNvPr id="37" name="Image 1" descr="preencoded.png">
            <a:extLst>
              <a:ext uri="{FF2B5EF4-FFF2-40B4-BE49-F238E27FC236}">
                <a16:creationId xmlns:a16="http://schemas.microsoft.com/office/drawing/2014/main" id="{32FD2665-9280-8141-8E8A-A9A7838FAF37}"/>
              </a:ext>
            </a:extLst>
          </p:cNvPr>
          <p:cNvPicPr>
            <a:picLocks noChangeAspect="1"/>
          </p:cNvPicPr>
          <p:nvPr/>
        </p:nvPicPr>
        <p:blipFill>
          <a:blip r:embed="rId2"/>
          <a:stretch>
            <a:fillRect/>
          </a:stretch>
        </p:blipFill>
        <p:spPr>
          <a:xfrm rot="554302">
            <a:off x="431601" y="471202"/>
            <a:ext cx="274320" cy="202082"/>
          </a:xfrm>
          <a:prstGeom prst="rect">
            <a:avLst/>
          </a:prstGeom>
        </p:spPr>
      </p:pic>
      <p:pic>
        <p:nvPicPr>
          <p:cNvPr id="38" name="Image 2" descr="preencoded.png">
            <a:extLst>
              <a:ext uri="{FF2B5EF4-FFF2-40B4-BE49-F238E27FC236}">
                <a16:creationId xmlns:a16="http://schemas.microsoft.com/office/drawing/2014/main" id="{8A6E1C59-5407-094E-A6EA-25F5FD2900D5}"/>
              </a:ext>
            </a:extLst>
          </p:cNvPr>
          <p:cNvPicPr>
            <a:picLocks noChangeAspect="1"/>
          </p:cNvPicPr>
          <p:nvPr/>
        </p:nvPicPr>
        <p:blipFill>
          <a:blip r:embed="rId2"/>
          <a:stretch>
            <a:fillRect/>
          </a:stretch>
        </p:blipFill>
        <p:spPr>
          <a:xfrm rot="554302">
            <a:off x="298287" y="312876"/>
            <a:ext cx="274320" cy="202082"/>
          </a:xfrm>
          <a:prstGeom prst="rect">
            <a:avLst/>
          </a:prstGeom>
        </p:spPr>
      </p:pic>
      <p:pic>
        <p:nvPicPr>
          <p:cNvPr id="39" name="Image 3" descr="preencoded.png">
            <a:extLst>
              <a:ext uri="{FF2B5EF4-FFF2-40B4-BE49-F238E27FC236}">
                <a16:creationId xmlns:a16="http://schemas.microsoft.com/office/drawing/2014/main" id="{1BF31377-A611-A24B-B2A9-0FC2897F0A6F}"/>
              </a:ext>
            </a:extLst>
          </p:cNvPr>
          <p:cNvPicPr>
            <a:picLocks noChangeAspect="1"/>
          </p:cNvPicPr>
          <p:nvPr/>
        </p:nvPicPr>
        <p:blipFill>
          <a:blip r:embed="rId2"/>
          <a:stretch>
            <a:fillRect/>
          </a:stretch>
        </p:blipFill>
        <p:spPr>
          <a:xfrm rot="554302">
            <a:off x="298287" y="452914"/>
            <a:ext cx="274320" cy="202082"/>
          </a:xfrm>
          <a:prstGeom prst="rect">
            <a:avLst/>
          </a:prstGeom>
        </p:spPr>
      </p:pic>
      <p:sp>
        <p:nvSpPr>
          <p:cNvPr id="40" name="Text 0">
            <a:extLst>
              <a:ext uri="{FF2B5EF4-FFF2-40B4-BE49-F238E27FC236}">
                <a16:creationId xmlns:a16="http://schemas.microsoft.com/office/drawing/2014/main" id="{AD34B86A-34CE-0146-93D6-493BB31ABAB2}"/>
              </a:ext>
            </a:extLst>
          </p:cNvPr>
          <p:cNvSpPr/>
          <p:nvPr/>
        </p:nvSpPr>
        <p:spPr>
          <a:xfrm>
            <a:off x="756939" y="156192"/>
            <a:ext cx="8268500" cy="667512"/>
          </a:xfrm>
          <a:prstGeom prst="rect">
            <a:avLst/>
          </a:prstGeom>
          <a:noFill/>
          <a:ln/>
        </p:spPr>
        <p:txBody>
          <a:bodyPr wrap="square" lIns="91440" tIns="91440" rIns="91440" bIns="91440" rtlCol="0" anchor="t">
            <a:spAutoFit/>
          </a:bodyPr>
          <a:lstStyle/>
          <a:p>
            <a:pPr marL="0" indent="0">
              <a:lnSpc>
                <a:spcPct val="120000"/>
              </a:lnSpc>
              <a:spcBef>
                <a:spcPts val="360"/>
              </a:spcBef>
              <a:buNone/>
            </a:pPr>
            <a:r>
              <a:rPr lang="en-US" sz="2448" b="1" dirty="0">
                <a:solidFill>
                  <a:srgbClr val="000000"/>
                </a:solidFill>
                <a:latin typeface="Microsoft Yahei" pitchFamily="34" charset="0"/>
                <a:ea typeface="Microsoft Yahei" pitchFamily="34" charset="-122"/>
                <a:cs typeface="Microsoft Yahei" pitchFamily="34" charset="-120"/>
              </a:rPr>
              <a:t>打印机与阅读机案例</a:t>
            </a:r>
            <a:endParaRPr lang="en-US" sz="1440" dirty="0"/>
          </a:p>
        </p:txBody>
      </p:sp>
      <p:sp>
        <p:nvSpPr>
          <p:cNvPr id="41" name="Shape 1">
            <a:extLst>
              <a:ext uri="{FF2B5EF4-FFF2-40B4-BE49-F238E27FC236}">
                <a16:creationId xmlns:a16="http://schemas.microsoft.com/office/drawing/2014/main" id="{9CBEA830-5DE0-7048-960D-7ACB7811F1CF}"/>
              </a:ext>
            </a:extLst>
          </p:cNvPr>
          <p:cNvSpPr/>
          <p:nvPr/>
        </p:nvSpPr>
        <p:spPr>
          <a:xfrm>
            <a:off x="431928" y="999968"/>
            <a:ext cx="8372553" cy="838679"/>
          </a:xfrm>
          <a:custGeom>
            <a:avLst/>
            <a:gdLst/>
            <a:ahLst/>
            <a:cxnLst/>
            <a:rect l="l" t="t" r="r" b="b"/>
            <a:pathLst>
              <a:path w="8372553" h="838679">
                <a:moveTo>
                  <a:pt x="104835" y="0"/>
                </a:moveTo>
                <a:moveTo>
                  <a:pt x="104835" y="0"/>
                </a:moveTo>
                <a:lnTo>
                  <a:pt x="8267718" y="0"/>
                </a:lnTo>
                <a:quadBezTo>
                  <a:pt x="8372553" y="0"/>
                  <a:pt x="8372553" y="104835"/>
                </a:quadBezTo>
                <a:lnTo>
                  <a:pt x="8372553" y="733844"/>
                </a:lnTo>
                <a:quadBezTo>
                  <a:pt x="8372553" y="838679"/>
                  <a:pt x="8267718" y="838679"/>
                </a:quadBezTo>
                <a:lnTo>
                  <a:pt x="104835" y="838679"/>
                </a:lnTo>
                <a:quadBezTo>
                  <a:pt x="0" y="838679"/>
                  <a:pt x="0" y="733844"/>
                </a:quadBezTo>
                <a:lnTo>
                  <a:pt x="0" y="104835"/>
                </a:lnTo>
                <a:quadBezTo>
                  <a:pt x="0" y="0"/>
                  <a:pt x="104835" y="0"/>
                </a:quadBezTo>
                <a:close/>
              </a:path>
            </a:pathLst>
          </a:custGeom>
          <a:solidFill>
            <a:srgbClr val="0F3558">
              <a:alpha val="9020"/>
            </a:srgbClr>
          </a:solidFill>
          <a:ln w="9525">
            <a:solidFill>
              <a:srgbClr val="0F3558">
                <a:alpha val="43137"/>
              </a:srgbClr>
            </a:solidFill>
            <a:prstDash val="solid"/>
          </a:ln>
        </p:spPr>
      </p:sp>
      <p:pic>
        <p:nvPicPr>
          <p:cNvPr id="42" name="Image 4" descr="preencoded.png">
            <a:extLst>
              <a:ext uri="{FF2B5EF4-FFF2-40B4-BE49-F238E27FC236}">
                <a16:creationId xmlns:a16="http://schemas.microsoft.com/office/drawing/2014/main" id="{7190243C-C068-FC4D-89E0-B3D9D8B41D3C}"/>
              </a:ext>
            </a:extLst>
          </p:cNvPr>
          <p:cNvPicPr>
            <a:picLocks noChangeAspect="1"/>
          </p:cNvPicPr>
          <p:nvPr/>
        </p:nvPicPr>
        <p:blipFill>
          <a:blip r:embed="rId3"/>
          <a:stretch>
            <a:fillRect/>
          </a:stretch>
        </p:blipFill>
        <p:spPr>
          <a:xfrm>
            <a:off x="550871" y="1152829"/>
            <a:ext cx="2358951" cy="532957"/>
          </a:xfrm>
          <a:prstGeom prst="rect">
            <a:avLst/>
          </a:prstGeom>
        </p:spPr>
      </p:pic>
      <p:sp>
        <p:nvSpPr>
          <p:cNvPr id="43" name="Shape 2">
            <a:extLst>
              <a:ext uri="{FF2B5EF4-FFF2-40B4-BE49-F238E27FC236}">
                <a16:creationId xmlns:a16="http://schemas.microsoft.com/office/drawing/2014/main" id="{7F8242D0-68FA-6A48-A10A-AE7E2AA34A2B}"/>
              </a:ext>
            </a:extLst>
          </p:cNvPr>
          <p:cNvSpPr/>
          <p:nvPr/>
        </p:nvSpPr>
        <p:spPr>
          <a:xfrm>
            <a:off x="311248" y="1060395"/>
            <a:ext cx="45720" cy="695739"/>
          </a:xfrm>
          <a:custGeom>
            <a:avLst/>
            <a:gdLst/>
            <a:ahLst/>
            <a:cxnLst/>
            <a:rect l="l" t="t" r="r" b="b"/>
            <a:pathLst>
              <a:path w="45720" h="695739">
                <a:moveTo>
                  <a:pt x="0" y="695739"/>
                </a:moveTo>
                <a:moveTo>
                  <a:pt x="0" y="695739"/>
                </a:moveTo>
                <a:lnTo>
                  <a:pt x="0" y="0"/>
                </a:lnTo>
              </a:path>
            </a:pathLst>
          </a:custGeom>
          <a:noFill/>
          <a:ln w="19050">
            <a:solidFill>
              <a:srgbClr val="0F3558"/>
            </a:solidFill>
            <a:prstDash val="solid"/>
            <a:headEnd type="none"/>
            <a:tailEnd type="arrow"/>
          </a:ln>
        </p:spPr>
      </p:sp>
      <p:sp>
        <p:nvSpPr>
          <p:cNvPr id="44" name="Shape 3">
            <a:extLst>
              <a:ext uri="{FF2B5EF4-FFF2-40B4-BE49-F238E27FC236}">
                <a16:creationId xmlns:a16="http://schemas.microsoft.com/office/drawing/2014/main" id="{08FB979F-9604-764A-BE4B-1458F8DB48C0}"/>
              </a:ext>
            </a:extLst>
          </p:cNvPr>
          <p:cNvSpPr/>
          <p:nvPr/>
        </p:nvSpPr>
        <p:spPr>
          <a:xfrm>
            <a:off x="671384" y="2279169"/>
            <a:ext cx="2261725" cy="45720"/>
          </a:xfrm>
          <a:custGeom>
            <a:avLst/>
            <a:gdLst/>
            <a:ahLst/>
            <a:cxnLst/>
            <a:rect l="l" t="t" r="r" b="b"/>
            <a:pathLst>
              <a:path w="2261725" h="45720">
                <a:moveTo>
                  <a:pt x="0" y="0"/>
                </a:moveTo>
                <a:moveTo>
                  <a:pt x="0" y="0"/>
                </a:moveTo>
                <a:lnTo>
                  <a:pt x="2261725" y="0"/>
                </a:lnTo>
              </a:path>
            </a:pathLst>
          </a:custGeom>
          <a:noFill/>
          <a:ln w="83804">
            <a:solidFill>
              <a:srgbClr val="0F3558"/>
            </a:solidFill>
            <a:prstDash val="solid"/>
            <a:headEnd type="none"/>
            <a:tailEnd type="none"/>
          </a:ln>
        </p:spPr>
      </p:sp>
      <p:sp>
        <p:nvSpPr>
          <p:cNvPr id="45" name="Text 4">
            <a:extLst>
              <a:ext uri="{FF2B5EF4-FFF2-40B4-BE49-F238E27FC236}">
                <a16:creationId xmlns:a16="http://schemas.microsoft.com/office/drawing/2014/main" id="{550C0FC7-DA7F-6241-9B95-C78E90F7713C}"/>
              </a:ext>
            </a:extLst>
          </p:cNvPr>
          <p:cNvSpPr/>
          <p:nvPr/>
        </p:nvSpPr>
        <p:spPr>
          <a:xfrm>
            <a:off x="7668574" y="990824"/>
            <a:ext cx="1305989" cy="850392"/>
          </a:xfrm>
          <a:prstGeom prst="rect">
            <a:avLst/>
          </a:prstGeom>
          <a:noFill/>
          <a:ln/>
        </p:spPr>
        <p:txBody>
          <a:bodyPr wrap="square" lIns="91440" tIns="91440" rIns="91440" bIns="91440" rtlCol="0" anchor="t">
            <a:spAutoFit/>
          </a:bodyPr>
          <a:lstStyle/>
          <a:p>
            <a:pPr marL="0" indent="0" algn="ctr">
              <a:lnSpc>
                <a:spcPct val="112000"/>
              </a:lnSpc>
              <a:spcBef>
                <a:spcPts val="360"/>
              </a:spcBef>
              <a:buNone/>
            </a:pPr>
            <a:r>
              <a:rPr lang="en-US" sz="3744" b="1" i="1" dirty="0">
                <a:solidFill>
                  <a:srgbClr val="0F3558"/>
                </a:solidFill>
                <a:latin typeface="Trebuchet MS" pitchFamily="34" charset="0"/>
                <a:ea typeface="Trebuchet MS" pitchFamily="34" charset="-122"/>
                <a:cs typeface="Trebuchet MS" pitchFamily="34" charset="-120"/>
              </a:rPr>
              <a:t>1</a:t>
            </a:r>
            <a:endParaRPr lang="en-US" sz="1440" dirty="0"/>
          </a:p>
        </p:txBody>
      </p:sp>
      <p:sp>
        <p:nvSpPr>
          <p:cNvPr id="46" name="Shape 5">
            <a:extLst>
              <a:ext uri="{FF2B5EF4-FFF2-40B4-BE49-F238E27FC236}">
                <a16:creationId xmlns:a16="http://schemas.microsoft.com/office/drawing/2014/main" id="{3F2BD86A-BBAA-814A-8CD4-8F1D84910F51}"/>
              </a:ext>
            </a:extLst>
          </p:cNvPr>
          <p:cNvSpPr/>
          <p:nvPr/>
        </p:nvSpPr>
        <p:spPr>
          <a:xfrm>
            <a:off x="457110" y="2371234"/>
            <a:ext cx="8372553" cy="838679"/>
          </a:xfrm>
          <a:custGeom>
            <a:avLst/>
            <a:gdLst/>
            <a:ahLst/>
            <a:cxnLst/>
            <a:rect l="l" t="t" r="r" b="b"/>
            <a:pathLst>
              <a:path w="8372553" h="838679">
                <a:moveTo>
                  <a:pt x="104835" y="0"/>
                </a:moveTo>
                <a:moveTo>
                  <a:pt x="104835" y="0"/>
                </a:moveTo>
                <a:lnTo>
                  <a:pt x="8267718" y="0"/>
                </a:lnTo>
                <a:quadBezTo>
                  <a:pt x="8372553" y="0"/>
                  <a:pt x="8372553" y="104835"/>
                </a:quadBezTo>
                <a:lnTo>
                  <a:pt x="8372553" y="733844"/>
                </a:lnTo>
                <a:quadBezTo>
                  <a:pt x="8372553" y="838679"/>
                  <a:pt x="8267718" y="838679"/>
                </a:quadBezTo>
                <a:lnTo>
                  <a:pt x="104835" y="838679"/>
                </a:lnTo>
                <a:quadBezTo>
                  <a:pt x="0" y="838679"/>
                  <a:pt x="0" y="733844"/>
                </a:quadBezTo>
                <a:lnTo>
                  <a:pt x="0" y="104835"/>
                </a:lnTo>
                <a:quadBezTo>
                  <a:pt x="0" y="0"/>
                  <a:pt x="104835" y="0"/>
                </a:quadBezTo>
                <a:close/>
              </a:path>
            </a:pathLst>
          </a:custGeom>
          <a:solidFill>
            <a:srgbClr val="0F3558">
              <a:alpha val="9020"/>
            </a:srgbClr>
          </a:solidFill>
          <a:ln w="9525">
            <a:solidFill>
              <a:srgbClr val="0F3558">
                <a:alpha val="43137"/>
              </a:srgbClr>
            </a:solidFill>
            <a:prstDash val="solid"/>
          </a:ln>
        </p:spPr>
      </p:sp>
      <p:pic>
        <p:nvPicPr>
          <p:cNvPr id="47" name="Image 5" descr="preencoded.png">
            <a:extLst>
              <a:ext uri="{FF2B5EF4-FFF2-40B4-BE49-F238E27FC236}">
                <a16:creationId xmlns:a16="http://schemas.microsoft.com/office/drawing/2014/main" id="{A70E7AF6-7554-3741-9462-92C671A7C27B}"/>
              </a:ext>
            </a:extLst>
          </p:cNvPr>
          <p:cNvPicPr>
            <a:picLocks noChangeAspect="1"/>
          </p:cNvPicPr>
          <p:nvPr/>
        </p:nvPicPr>
        <p:blipFill>
          <a:blip r:embed="rId4"/>
          <a:stretch>
            <a:fillRect/>
          </a:stretch>
        </p:blipFill>
        <p:spPr>
          <a:xfrm>
            <a:off x="571483" y="2524095"/>
            <a:ext cx="2358951" cy="532957"/>
          </a:xfrm>
          <a:prstGeom prst="rect">
            <a:avLst/>
          </a:prstGeom>
        </p:spPr>
      </p:pic>
      <p:sp>
        <p:nvSpPr>
          <p:cNvPr id="48" name="Shape 6">
            <a:extLst>
              <a:ext uri="{FF2B5EF4-FFF2-40B4-BE49-F238E27FC236}">
                <a16:creationId xmlns:a16="http://schemas.microsoft.com/office/drawing/2014/main" id="{4A1861D7-8BD0-6B47-9B96-39894EF50813}"/>
              </a:ext>
            </a:extLst>
          </p:cNvPr>
          <p:cNvSpPr/>
          <p:nvPr/>
        </p:nvSpPr>
        <p:spPr>
          <a:xfrm>
            <a:off x="336430" y="2431661"/>
            <a:ext cx="45720" cy="695739"/>
          </a:xfrm>
          <a:custGeom>
            <a:avLst/>
            <a:gdLst/>
            <a:ahLst/>
            <a:cxnLst/>
            <a:rect l="l" t="t" r="r" b="b"/>
            <a:pathLst>
              <a:path w="45720" h="695739">
                <a:moveTo>
                  <a:pt x="0" y="695739"/>
                </a:moveTo>
                <a:moveTo>
                  <a:pt x="0" y="695739"/>
                </a:moveTo>
                <a:lnTo>
                  <a:pt x="0" y="0"/>
                </a:lnTo>
              </a:path>
            </a:pathLst>
          </a:custGeom>
          <a:noFill/>
          <a:ln w="19050">
            <a:solidFill>
              <a:srgbClr val="0090FF"/>
            </a:solidFill>
            <a:prstDash val="solid"/>
            <a:headEnd type="none"/>
            <a:tailEnd type="arrow"/>
          </a:ln>
        </p:spPr>
      </p:sp>
      <p:sp>
        <p:nvSpPr>
          <p:cNvPr id="49" name="Shape 7">
            <a:extLst>
              <a:ext uri="{FF2B5EF4-FFF2-40B4-BE49-F238E27FC236}">
                <a16:creationId xmlns:a16="http://schemas.microsoft.com/office/drawing/2014/main" id="{F93E981B-AF04-DF42-B007-136FED3B29BD}"/>
              </a:ext>
            </a:extLst>
          </p:cNvPr>
          <p:cNvSpPr/>
          <p:nvPr/>
        </p:nvSpPr>
        <p:spPr>
          <a:xfrm>
            <a:off x="594335" y="3727299"/>
            <a:ext cx="2252739" cy="45720"/>
          </a:xfrm>
          <a:custGeom>
            <a:avLst/>
            <a:gdLst/>
            <a:ahLst/>
            <a:cxnLst/>
            <a:rect l="l" t="t" r="r" b="b"/>
            <a:pathLst>
              <a:path w="2252739" h="45720">
                <a:moveTo>
                  <a:pt x="0" y="0"/>
                </a:moveTo>
                <a:moveTo>
                  <a:pt x="0" y="0"/>
                </a:moveTo>
                <a:lnTo>
                  <a:pt x="2252739" y="0"/>
                </a:lnTo>
              </a:path>
            </a:pathLst>
          </a:custGeom>
          <a:noFill/>
          <a:ln w="83804">
            <a:solidFill>
              <a:srgbClr val="0090FF"/>
            </a:solidFill>
            <a:prstDash val="solid"/>
            <a:headEnd type="none"/>
            <a:tailEnd type="none"/>
          </a:ln>
        </p:spPr>
      </p:sp>
      <p:sp>
        <p:nvSpPr>
          <p:cNvPr id="50" name="Text 8">
            <a:extLst>
              <a:ext uri="{FF2B5EF4-FFF2-40B4-BE49-F238E27FC236}">
                <a16:creationId xmlns:a16="http://schemas.microsoft.com/office/drawing/2014/main" id="{31B2B663-A8D1-8640-B9EF-9E4B2B0DA6BF}"/>
              </a:ext>
            </a:extLst>
          </p:cNvPr>
          <p:cNvSpPr/>
          <p:nvPr/>
        </p:nvSpPr>
        <p:spPr>
          <a:xfrm>
            <a:off x="7693756" y="2362090"/>
            <a:ext cx="1305989" cy="850392"/>
          </a:xfrm>
          <a:prstGeom prst="rect">
            <a:avLst/>
          </a:prstGeom>
          <a:noFill/>
          <a:ln/>
        </p:spPr>
        <p:txBody>
          <a:bodyPr wrap="square" lIns="91440" tIns="91440" rIns="91440" bIns="91440" rtlCol="0" anchor="t">
            <a:spAutoFit/>
          </a:bodyPr>
          <a:lstStyle/>
          <a:p>
            <a:pPr marL="0" indent="0" algn="ctr">
              <a:lnSpc>
                <a:spcPct val="112000"/>
              </a:lnSpc>
              <a:spcBef>
                <a:spcPts val="360"/>
              </a:spcBef>
              <a:buNone/>
            </a:pPr>
            <a:r>
              <a:rPr lang="en-US" sz="3744" b="1" i="1" dirty="0">
                <a:solidFill>
                  <a:srgbClr val="0090FF"/>
                </a:solidFill>
                <a:latin typeface="Trebuchet MS" pitchFamily="34" charset="0"/>
                <a:ea typeface="Trebuchet MS" pitchFamily="34" charset="-122"/>
                <a:cs typeface="Trebuchet MS" pitchFamily="34" charset="-120"/>
              </a:rPr>
              <a:t>2</a:t>
            </a:r>
            <a:endParaRPr lang="en-US" sz="1440" dirty="0"/>
          </a:p>
        </p:txBody>
      </p:sp>
      <p:sp>
        <p:nvSpPr>
          <p:cNvPr id="51" name="Shape 9">
            <a:extLst>
              <a:ext uri="{FF2B5EF4-FFF2-40B4-BE49-F238E27FC236}">
                <a16:creationId xmlns:a16="http://schemas.microsoft.com/office/drawing/2014/main" id="{6831317E-2577-BF40-808E-F70EA271C7EA}"/>
              </a:ext>
            </a:extLst>
          </p:cNvPr>
          <p:cNvSpPr/>
          <p:nvPr/>
        </p:nvSpPr>
        <p:spPr>
          <a:xfrm>
            <a:off x="407227" y="3808320"/>
            <a:ext cx="8372553" cy="838679"/>
          </a:xfrm>
          <a:custGeom>
            <a:avLst/>
            <a:gdLst/>
            <a:ahLst/>
            <a:cxnLst/>
            <a:rect l="l" t="t" r="r" b="b"/>
            <a:pathLst>
              <a:path w="8372553" h="838679">
                <a:moveTo>
                  <a:pt x="104835" y="0"/>
                </a:moveTo>
                <a:moveTo>
                  <a:pt x="104835" y="0"/>
                </a:moveTo>
                <a:lnTo>
                  <a:pt x="8267718" y="0"/>
                </a:lnTo>
                <a:quadBezTo>
                  <a:pt x="8372553" y="0"/>
                  <a:pt x="8372553" y="104835"/>
                </a:quadBezTo>
                <a:lnTo>
                  <a:pt x="8372553" y="733844"/>
                </a:lnTo>
                <a:quadBezTo>
                  <a:pt x="8372553" y="838679"/>
                  <a:pt x="8267718" y="838679"/>
                </a:quadBezTo>
                <a:lnTo>
                  <a:pt x="104835" y="838679"/>
                </a:lnTo>
                <a:quadBezTo>
                  <a:pt x="0" y="838679"/>
                  <a:pt x="0" y="733844"/>
                </a:quadBezTo>
                <a:lnTo>
                  <a:pt x="0" y="104835"/>
                </a:lnTo>
                <a:quadBezTo>
                  <a:pt x="0" y="0"/>
                  <a:pt x="104835" y="0"/>
                </a:quadBezTo>
                <a:close/>
              </a:path>
            </a:pathLst>
          </a:custGeom>
          <a:solidFill>
            <a:srgbClr val="0F3558">
              <a:alpha val="9020"/>
            </a:srgbClr>
          </a:solidFill>
          <a:ln w="9525">
            <a:solidFill>
              <a:srgbClr val="0F3558">
                <a:alpha val="43137"/>
              </a:srgbClr>
            </a:solidFill>
            <a:prstDash val="solid"/>
          </a:ln>
        </p:spPr>
      </p:sp>
      <p:pic>
        <p:nvPicPr>
          <p:cNvPr id="52" name="Image 6" descr="preencoded.png">
            <a:extLst>
              <a:ext uri="{FF2B5EF4-FFF2-40B4-BE49-F238E27FC236}">
                <a16:creationId xmlns:a16="http://schemas.microsoft.com/office/drawing/2014/main" id="{F5C7F84E-125F-F044-904C-68BA84277A5D}"/>
              </a:ext>
            </a:extLst>
          </p:cNvPr>
          <p:cNvPicPr>
            <a:picLocks noChangeAspect="1"/>
          </p:cNvPicPr>
          <p:nvPr/>
        </p:nvPicPr>
        <p:blipFill>
          <a:blip r:embed="rId3"/>
          <a:stretch>
            <a:fillRect/>
          </a:stretch>
        </p:blipFill>
        <p:spPr>
          <a:xfrm>
            <a:off x="521600" y="3961181"/>
            <a:ext cx="2358951" cy="532957"/>
          </a:xfrm>
          <a:prstGeom prst="rect">
            <a:avLst/>
          </a:prstGeom>
        </p:spPr>
      </p:pic>
      <p:sp>
        <p:nvSpPr>
          <p:cNvPr id="53" name="Shape 10">
            <a:extLst>
              <a:ext uri="{FF2B5EF4-FFF2-40B4-BE49-F238E27FC236}">
                <a16:creationId xmlns:a16="http://schemas.microsoft.com/office/drawing/2014/main" id="{307404C4-7348-A14D-B3DB-1A7F9B580740}"/>
              </a:ext>
            </a:extLst>
          </p:cNvPr>
          <p:cNvSpPr/>
          <p:nvPr/>
        </p:nvSpPr>
        <p:spPr>
          <a:xfrm>
            <a:off x="286547" y="3868747"/>
            <a:ext cx="45720" cy="695739"/>
          </a:xfrm>
          <a:custGeom>
            <a:avLst/>
            <a:gdLst/>
            <a:ahLst/>
            <a:cxnLst/>
            <a:rect l="l" t="t" r="r" b="b"/>
            <a:pathLst>
              <a:path w="45720" h="695739">
                <a:moveTo>
                  <a:pt x="0" y="695739"/>
                </a:moveTo>
                <a:moveTo>
                  <a:pt x="0" y="695739"/>
                </a:moveTo>
                <a:lnTo>
                  <a:pt x="0" y="0"/>
                </a:lnTo>
              </a:path>
            </a:pathLst>
          </a:custGeom>
          <a:noFill/>
          <a:ln w="19050">
            <a:solidFill>
              <a:srgbClr val="0F3558"/>
            </a:solidFill>
            <a:prstDash val="solid"/>
            <a:headEnd type="none"/>
            <a:tailEnd type="arrow"/>
          </a:ln>
        </p:spPr>
      </p:sp>
      <p:sp>
        <p:nvSpPr>
          <p:cNvPr id="54" name="Shape 11">
            <a:extLst>
              <a:ext uri="{FF2B5EF4-FFF2-40B4-BE49-F238E27FC236}">
                <a16:creationId xmlns:a16="http://schemas.microsoft.com/office/drawing/2014/main" id="{7D33A6E8-C991-5149-81C8-2A4C4D2BBA7F}"/>
              </a:ext>
            </a:extLst>
          </p:cNvPr>
          <p:cNvSpPr/>
          <p:nvPr/>
        </p:nvSpPr>
        <p:spPr>
          <a:xfrm>
            <a:off x="594335" y="4646999"/>
            <a:ext cx="2234768" cy="45720"/>
          </a:xfrm>
          <a:custGeom>
            <a:avLst/>
            <a:gdLst/>
            <a:ahLst/>
            <a:cxnLst/>
            <a:rect l="l" t="t" r="r" b="b"/>
            <a:pathLst>
              <a:path w="2234768" h="45720">
                <a:moveTo>
                  <a:pt x="0" y="0"/>
                </a:moveTo>
                <a:moveTo>
                  <a:pt x="0" y="0"/>
                </a:moveTo>
                <a:lnTo>
                  <a:pt x="2234768" y="0"/>
                </a:lnTo>
              </a:path>
            </a:pathLst>
          </a:custGeom>
          <a:noFill/>
          <a:ln w="76200">
            <a:solidFill>
              <a:srgbClr val="0F3558"/>
            </a:solidFill>
            <a:prstDash val="solid"/>
            <a:headEnd type="none"/>
            <a:tailEnd type="none"/>
          </a:ln>
        </p:spPr>
      </p:sp>
      <p:sp>
        <p:nvSpPr>
          <p:cNvPr id="55" name="Text 12">
            <a:extLst>
              <a:ext uri="{FF2B5EF4-FFF2-40B4-BE49-F238E27FC236}">
                <a16:creationId xmlns:a16="http://schemas.microsoft.com/office/drawing/2014/main" id="{C89B3499-FBF9-9749-95BB-A9759C11F10A}"/>
              </a:ext>
            </a:extLst>
          </p:cNvPr>
          <p:cNvSpPr/>
          <p:nvPr/>
        </p:nvSpPr>
        <p:spPr>
          <a:xfrm>
            <a:off x="7643873" y="3799176"/>
            <a:ext cx="1305989" cy="850392"/>
          </a:xfrm>
          <a:prstGeom prst="rect">
            <a:avLst/>
          </a:prstGeom>
          <a:noFill/>
          <a:ln/>
        </p:spPr>
        <p:txBody>
          <a:bodyPr wrap="square" lIns="91440" tIns="91440" rIns="91440" bIns="91440" rtlCol="0" anchor="t">
            <a:spAutoFit/>
          </a:bodyPr>
          <a:lstStyle/>
          <a:p>
            <a:pPr marL="0" indent="0" algn="ctr">
              <a:lnSpc>
                <a:spcPct val="112000"/>
              </a:lnSpc>
              <a:spcBef>
                <a:spcPts val="360"/>
              </a:spcBef>
              <a:buNone/>
            </a:pPr>
            <a:r>
              <a:rPr lang="en-US" sz="3744" b="1" i="1" dirty="0">
                <a:solidFill>
                  <a:srgbClr val="0F3558"/>
                </a:solidFill>
                <a:latin typeface="Trebuchet MS" pitchFamily="34" charset="0"/>
                <a:ea typeface="Trebuchet MS" pitchFamily="34" charset="-122"/>
                <a:cs typeface="Trebuchet MS" pitchFamily="34" charset="-120"/>
              </a:rPr>
              <a:t>3</a:t>
            </a:r>
            <a:endParaRPr lang="en-US" sz="1440" dirty="0"/>
          </a:p>
        </p:txBody>
      </p:sp>
      <p:sp>
        <p:nvSpPr>
          <p:cNvPr id="56" name="Shape 13">
            <a:extLst>
              <a:ext uri="{FF2B5EF4-FFF2-40B4-BE49-F238E27FC236}">
                <a16:creationId xmlns:a16="http://schemas.microsoft.com/office/drawing/2014/main" id="{E04D4C75-C8C5-9040-92C6-9266E9ADFCFD}"/>
              </a:ext>
            </a:extLst>
          </p:cNvPr>
          <p:cNvSpPr/>
          <p:nvPr/>
        </p:nvSpPr>
        <p:spPr>
          <a:xfrm>
            <a:off x="382526" y="5281959"/>
            <a:ext cx="8372553" cy="838679"/>
          </a:xfrm>
          <a:custGeom>
            <a:avLst/>
            <a:gdLst/>
            <a:ahLst/>
            <a:cxnLst/>
            <a:rect l="l" t="t" r="r" b="b"/>
            <a:pathLst>
              <a:path w="8372553" h="838679">
                <a:moveTo>
                  <a:pt x="104835" y="0"/>
                </a:moveTo>
                <a:moveTo>
                  <a:pt x="104835" y="0"/>
                </a:moveTo>
                <a:lnTo>
                  <a:pt x="8267718" y="0"/>
                </a:lnTo>
                <a:quadBezTo>
                  <a:pt x="8372553" y="0"/>
                  <a:pt x="8372553" y="104835"/>
                </a:quadBezTo>
                <a:lnTo>
                  <a:pt x="8372553" y="733844"/>
                </a:lnTo>
                <a:quadBezTo>
                  <a:pt x="8372553" y="838679"/>
                  <a:pt x="8267718" y="838679"/>
                </a:quadBezTo>
                <a:lnTo>
                  <a:pt x="104835" y="838679"/>
                </a:lnTo>
                <a:quadBezTo>
                  <a:pt x="0" y="838679"/>
                  <a:pt x="0" y="733844"/>
                </a:quadBezTo>
                <a:lnTo>
                  <a:pt x="0" y="104835"/>
                </a:lnTo>
                <a:quadBezTo>
                  <a:pt x="0" y="0"/>
                  <a:pt x="104835" y="0"/>
                </a:quadBezTo>
                <a:close/>
              </a:path>
            </a:pathLst>
          </a:custGeom>
          <a:solidFill>
            <a:srgbClr val="0F3558">
              <a:alpha val="9020"/>
            </a:srgbClr>
          </a:solidFill>
          <a:ln w="9525">
            <a:solidFill>
              <a:srgbClr val="0F3558">
                <a:alpha val="43137"/>
              </a:srgbClr>
            </a:solidFill>
            <a:prstDash val="solid"/>
          </a:ln>
        </p:spPr>
      </p:sp>
      <p:pic>
        <p:nvPicPr>
          <p:cNvPr id="57" name="Image 7" descr="preencoded.png">
            <a:extLst>
              <a:ext uri="{FF2B5EF4-FFF2-40B4-BE49-F238E27FC236}">
                <a16:creationId xmlns:a16="http://schemas.microsoft.com/office/drawing/2014/main" id="{0C6C080C-C867-D54A-8CE9-5A5F6806E806}"/>
              </a:ext>
            </a:extLst>
          </p:cNvPr>
          <p:cNvPicPr>
            <a:picLocks noChangeAspect="1"/>
          </p:cNvPicPr>
          <p:nvPr/>
        </p:nvPicPr>
        <p:blipFill>
          <a:blip r:embed="rId4"/>
          <a:stretch>
            <a:fillRect/>
          </a:stretch>
        </p:blipFill>
        <p:spPr>
          <a:xfrm>
            <a:off x="492329" y="5434820"/>
            <a:ext cx="2358951" cy="532957"/>
          </a:xfrm>
          <a:prstGeom prst="rect">
            <a:avLst/>
          </a:prstGeom>
        </p:spPr>
      </p:pic>
      <p:sp>
        <p:nvSpPr>
          <p:cNvPr id="58" name="Shape 14">
            <a:extLst>
              <a:ext uri="{FF2B5EF4-FFF2-40B4-BE49-F238E27FC236}">
                <a16:creationId xmlns:a16="http://schemas.microsoft.com/office/drawing/2014/main" id="{619B6DCC-4694-A745-8265-1158BFC7F44F}"/>
              </a:ext>
            </a:extLst>
          </p:cNvPr>
          <p:cNvSpPr/>
          <p:nvPr/>
        </p:nvSpPr>
        <p:spPr>
          <a:xfrm>
            <a:off x="261846" y="5342386"/>
            <a:ext cx="45720" cy="695739"/>
          </a:xfrm>
          <a:custGeom>
            <a:avLst/>
            <a:gdLst/>
            <a:ahLst/>
            <a:cxnLst/>
            <a:rect l="l" t="t" r="r" b="b"/>
            <a:pathLst>
              <a:path w="45720" h="695739">
                <a:moveTo>
                  <a:pt x="0" y="695739"/>
                </a:moveTo>
                <a:moveTo>
                  <a:pt x="0" y="695739"/>
                </a:moveTo>
                <a:lnTo>
                  <a:pt x="0" y="0"/>
                </a:lnTo>
              </a:path>
            </a:pathLst>
          </a:custGeom>
          <a:noFill/>
          <a:ln w="19050">
            <a:solidFill>
              <a:srgbClr val="0090FF"/>
            </a:solidFill>
            <a:prstDash val="solid"/>
            <a:headEnd type="none"/>
            <a:tailEnd type="arrow"/>
          </a:ln>
        </p:spPr>
      </p:sp>
      <p:sp>
        <p:nvSpPr>
          <p:cNvPr id="59" name="Shape 15">
            <a:extLst>
              <a:ext uri="{FF2B5EF4-FFF2-40B4-BE49-F238E27FC236}">
                <a16:creationId xmlns:a16="http://schemas.microsoft.com/office/drawing/2014/main" id="{203C8736-4127-E54B-B6C1-26A8829BE4F3}"/>
              </a:ext>
            </a:extLst>
          </p:cNvPr>
          <p:cNvSpPr/>
          <p:nvPr/>
        </p:nvSpPr>
        <p:spPr>
          <a:xfrm>
            <a:off x="569634" y="6120639"/>
            <a:ext cx="2252739" cy="45720"/>
          </a:xfrm>
          <a:custGeom>
            <a:avLst/>
            <a:gdLst/>
            <a:ahLst/>
            <a:cxnLst/>
            <a:rect l="l" t="t" r="r" b="b"/>
            <a:pathLst>
              <a:path w="2252739" h="45720">
                <a:moveTo>
                  <a:pt x="0" y="0"/>
                </a:moveTo>
                <a:moveTo>
                  <a:pt x="0" y="0"/>
                </a:moveTo>
                <a:lnTo>
                  <a:pt x="2252739" y="0"/>
                </a:lnTo>
              </a:path>
            </a:pathLst>
          </a:custGeom>
          <a:noFill/>
          <a:ln w="76200">
            <a:solidFill>
              <a:srgbClr val="0090FF"/>
            </a:solidFill>
            <a:prstDash val="solid"/>
            <a:headEnd type="none"/>
            <a:tailEnd type="none"/>
          </a:ln>
        </p:spPr>
      </p:sp>
      <p:sp>
        <p:nvSpPr>
          <p:cNvPr id="60" name="Text 16">
            <a:extLst>
              <a:ext uri="{FF2B5EF4-FFF2-40B4-BE49-F238E27FC236}">
                <a16:creationId xmlns:a16="http://schemas.microsoft.com/office/drawing/2014/main" id="{2CB06F26-988A-984C-83D8-9677D29E53C0}"/>
              </a:ext>
            </a:extLst>
          </p:cNvPr>
          <p:cNvSpPr/>
          <p:nvPr/>
        </p:nvSpPr>
        <p:spPr>
          <a:xfrm>
            <a:off x="7619172" y="5272815"/>
            <a:ext cx="1305989" cy="850392"/>
          </a:xfrm>
          <a:prstGeom prst="rect">
            <a:avLst/>
          </a:prstGeom>
          <a:noFill/>
          <a:ln/>
        </p:spPr>
        <p:txBody>
          <a:bodyPr wrap="square" lIns="91440" tIns="91440" rIns="91440" bIns="91440" rtlCol="0" anchor="t">
            <a:spAutoFit/>
          </a:bodyPr>
          <a:lstStyle/>
          <a:p>
            <a:pPr marL="0" indent="0" algn="ctr">
              <a:lnSpc>
                <a:spcPct val="112000"/>
              </a:lnSpc>
              <a:spcBef>
                <a:spcPts val="360"/>
              </a:spcBef>
              <a:buNone/>
            </a:pPr>
            <a:r>
              <a:rPr lang="en-US" sz="3744" b="1" i="1" dirty="0">
                <a:solidFill>
                  <a:srgbClr val="0090FF"/>
                </a:solidFill>
                <a:latin typeface="Trebuchet MS" pitchFamily="34" charset="0"/>
                <a:ea typeface="Trebuchet MS" pitchFamily="34" charset="-122"/>
                <a:cs typeface="Trebuchet MS" pitchFamily="34" charset="-120"/>
              </a:rPr>
              <a:t>4</a:t>
            </a:r>
            <a:endParaRPr lang="en-US" sz="1440" dirty="0"/>
          </a:p>
        </p:txBody>
      </p:sp>
      <p:sp>
        <p:nvSpPr>
          <p:cNvPr id="61" name="Text 17">
            <a:extLst>
              <a:ext uri="{FF2B5EF4-FFF2-40B4-BE49-F238E27FC236}">
                <a16:creationId xmlns:a16="http://schemas.microsoft.com/office/drawing/2014/main" id="{F75981B0-ED18-1148-98F4-3920E851C7BC}"/>
              </a:ext>
            </a:extLst>
          </p:cNvPr>
          <p:cNvSpPr/>
          <p:nvPr/>
        </p:nvSpPr>
        <p:spPr>
          <a:xfrm>
            <a:off x="549783" y="1152829"/>
            <a:ext cx="2315110" cy="532957"/>
          </a:xfrm>
          <a:prstGeom prst="rect">
            <a:avLst/>
          </a:prstGeom>
          <a:noFill/>
          <a:ln/>
        </p:spPr>
        <p:txBody>
          <a:bodyPr wrap="square" lIns="91440" tIns="91440" rIns="91440" bIns="91440" rtlCol="0" anchor="ctr"/>
          <a:lstStyle/>
          <a:p>
            <a:pPr marL="0" indent="0" algn="ctr">
              <a:lnSpc>
                <a:spcPct val="102222"/>
              </a:lnSpc>
              <a:spcBef>
                <a:spcPts val="360"/>
              </a:spcBef>
              <a:buNone/>
            </a:pPr>
            <a:r>
              <a:rPr lang="en-US" sz="1296" b="1" dirty="0">
                <a:solidFill>
                  <a:srgbClr val="FFFFFF"/>
                </a:solidFill>
                <a:latin typeface="Trebuchet MS" pitchFamily="34" charset="0"/>
                <a:ea typeface="Trebuchet MS" pitchFamily="34" charset="-122"/>
                <a:cs typeface="Trebuchet MS" pitchFamily="34" charset="-120"/>
              </a:rPr>
              <a:t>死锁的基本概念</a:t>
            </a:r>
            <a:endParaRPr lang="en-US" sz="1440" dirty="0"/>
          </a:p>
        </p:txBody>
      </p:sp>
      <p:sp>
        <p:nvSpPr>
          <p:cNvPr id="62" name="Text 18">
            <a:extLst>
              <a:ext uri="{FF2B5EF4-FFF2-40B4-BE49-F238E27FC236}">
                <a16:creationId xmlns:a16="http://schemas.microsoft.com/office/drawing/2014/main" id="{B4CF73D8-5B3C-5A47-893C-6DF40CC93B52}"/>
              </a:ext>
            </a:extLst>
          </p:cNvPr>
          <p:cNvSpPr/>
          <p:nvPr/>
        </p:nvSpPr>
        <p:spPr>
          <a:xfrm>
            <a:off x="2917686" y="1117556"/>
            <a:ext cx="5161619" cy="796115"/>
          </a:xfrm>
          <a:prstGeom prst="rect">
            <a:avLst/>
          </a:prstGeom>
          <a:noFill/>
          <a:ln/>
        </p:spPr>
        <p:txBody>
          <a:bodyPr wrap="square" lIns="91440" tIns="91440" rIns="91440" bIns="91440" rtlCol="0" anchor="t">
            <a:spAutoFit/>
          </a:bodyPr>
          <a:lstStyle/>
          <a:p>
            <a:pPr marL="0" indent="0">
              <a:lnSpc>
                <a:spcPct val="131429"/>
              </a:lnSpc>
              <a:spcBef>
                <a:spcPts val="360"/>
              </a:spcBef>
              <a:buNone/>
            </a:pPr>
            <a:r>
              <a:rPr lang="en-US" sz="1600" dirty="0">
                <a:solidFill>
                  <a:srgbClr val="000000"/>
                </a:solidFill>
                <a:latin typeface="Trebuchet MS" pitchFamily="34" charset="0"/>
                <a:ea typeface="Trebuchet MS" pitchFamily="34" charset="-122"/>
                <a:cs typeface="Trebuchet MS" pitchFamily="34" charset="-120"/>
              </a:rPr>
              <a:t>死锁指多个进程因竞争资源陷入僵局，若无外力干预，所有进程都无法继续执行，形成永久阻塞状态。</a:t>
            </a:r>
            <a:endParaRPr lang="en-US" sz="1600" dirty="0"/>
          </a:p>
        </p:txBody>
      </p:sp>
      <p:sp>
        <p:nvSpPr>
          <p:cNvPr id="63" name="Text 19">
            <a:extLst>
              <a:ext uri="{FF2B5EF4-FFF2-40B4-BE49-F238E27FC236}">
                <a16:creationId xmlns:a16="http://schemas.microsoft.com/office/drawing/2014/main" id="{2FAEACA7-4969-E144-B6EA-5ABAA5A66640}"/>
              </a:ext>
            </a:extLst>
          </p:cNvPr>
          <p:cNvSpPr/>
          <p:nvPr/>
        </p:nvSpPr>
        <p:spPr>
          <a:xfrm>
            <a:off x="570939" y="2524095"/>
            <a:ext cx="2315110" cy="532957"/>
          </a:xfrm>
          <a:prstGeom prst="rect">
            <a:avLst/>
          </a:prstGeom>
          <a:noFill/>
          <a:ln/>
        </p:spPr>
        <p:txBody>
          <a:bodyPr wrap="square" lIns="91440" tIns="91440" rIns="91440" bIns="91440" rtlCol="0" anchor="ctr"/>
          <a:lstStyle/>
          <a:p>
            <a:pPr marL="0" indent="0" algn="ctr">
              <a:lnSpc>
                <a:spcPct val="102222"/>
              </a:lnSpc>
              <a:spcBef>
                <a:spcPts val="360"/>
              </a:spcBef>
              <a:buNone/>
            </a:pPr>
            <a:r>
              <a:rPr lang="en-US" sz="1600" b="1" dirty="0">
                <a:solidFill>
                  <a:srgbClr val="FFFFFF"/>
                </a:solidFill>
                <a:latin typeface="Trebuchet MS" pitchFamily="34" charset="0"/>
                <a:ea typeface="Trebuchet MS" pitchFamily="34" charset="-122"/>
                <a:cs typeface="Trebuchet MS" pitchFamily="34" charset="-120"/>
              </a:rPr>
              <a:t>死锁的产生条件</a:t>
            </a:r>
            <a:endParaRPr lang="en-US" sz="1600" dirty="0"/>
          </a:p>
        </p:txBody>
      </p:sp>
      <p:sp>
        <p:nvSpPr>
          <p:cNvPr id="64" name="Text 20">
            <a:extLst>
              <a:ext uri="{FF2B5EF4-FFF2-40B4-BE49-F238E27FC236}">
                <a16:creationId xmlns:a16="http://schemas.microsoft.com/office/drawing/2014/main" id="{C0A8A8C8-30B9-FB46-913C-14DF10286F75}"/>
              </a:ext>
            </a:extLst>
          </p:cNvPr>
          <p:cNvSpPr/>
          <p:nvPr/>
        </p:nvSpPr>
        <p:spPr>
          <a:xfrm>
            <a:off x="2967569" y="2488822"/>
            <a:ext cx="5161619" cy="796115"/>
          </a:xfrm>
          <a:prstGeom prst="rect">
            <a:avLst/>
          </a:prstGeom>
          <a:noFill/>
          <a:ln/>
        </p:spPr>
        <p:txBody>
          <a:bodyPr wrap="square" lIns="91440" tIns="91440" rIns="91440" bIns="91440" rtlCol="0" anchor="t">
            <a:spAutoFit/>
          </a:bodyPr>
          <a:lstStyle/>
          <a:p>
            <a:pPr marL="0" indent="0">
              <a:lnSpc>
                <a:spcPct val="131429"/>
              </a:lnSpc>
              <a:spcBef>
                <a:spcPts val="360"/>
              </a:spcBef>
              <a:buNone/>
            </a:pPr>
            <a:r>
              <a:rPr lang="en-US" sz="1600" dirty="0">
                <a:solidFill>
                  <a:srgbClr val="000000"/>
                </a:solidFill>
                <a:latin typeface="Trebuchet MS" pitchFamily="34" charset="0"/>
                <a:ea typeface="Trebuchet MS" pitchFamily="34" charset="-122"/>
                <a:cs typeface="Trebuchet MS" pitchFamily="34" charset="-120"/>
              </a:rPr>
              <a:t>死锁需满足互斥、请求保持、非剥夺和循环等待四个必要条件，缺一则无法形成死锁现象。</a:t>
            </a:r>
            <a:endParaRPr lang="en-US" sz="1600" dirty="0"/>
          </a:p>
        </p:txBody>
      </p:sp>
      <p:sp>
        <p:nvSpPr>
          <p:cNvPr id="65" name="Text 21">
            <a:extLst>
              <a:ext uri="{FF2B5EF4-FFF2-40B4-BE49-F238E27FC236}">
                <a16:creationId xmlns:a16="http://schemas.microsoft.com/office/drawing/2014/main" id="{BB6672E7-B4EA-644B-8829-A8892B6AC565}"/>
              </a:ext>
            </a:extLst>
          </p:cNvPr>
          <p:cNvSpPr/>
          <p:nvPr/>
        </p:nvSpPr>
        <p:spPr>
          <a:xfrm>
            <a:off x="521056" y="3961181"/>
            <a:ext cx="2315110" cy="532957"/>
          </a:xfrm>
          <a:prstGeom prst="rect">
            <a:avLst/>
          </a:prstGeom>
          <a:noFill/>
          <a:ln/>
        </p:spPr>
        <p:txBody>
          <a:bodyPr wrap="square" lIns="91440" tIns="91440" rIns="91440" bIns="91440" rtlCol="0" anchor="ctr"/>
          <a:lstStyle/>
          <a:p>
            <a:pPr marL="0" indent="0" algn="ctr">
              <a:lnSpc>
                <a:spcPct val="102222"/>
              </a:lnSpc>
              <a:spcBef>
                <a:spcPts val="360"/>
              </a:spcBef>
              <a:buNone/>
            </a:pPr>
            <a:r>
              <a:rPr lang="en-US" sz="1296" b="1" dirty="0">
                <a:solidFill>
                  <a:srgbClr val="FFFFFF"/>
                </a:solidFill>
                <a:latin typeface="Trebuchet MS" pitchFamily="34" charset="0"/>
                <a:ea typeface="Trebuchet MS" pitchFamily="34" charset="-122"/>
                <a:cs typeface="Trebuchet MS" pitchFamily="34" charset="-120"/>
              </a:rPr>
              <a:t>死锁的预防策略</a:t>
            </a:r>
            <a:endParaRPr lang="en-US" sz="1440" dirty="0"/>
          </a:p>
        </p:txBody>
      </p:sp>
      <p:sp>
        <p:nvSpPr>
          <p:cNvPr id="66" name="Text 22">
            <a:extLst>
              <a:ext uri="{FF2B5EF4-FFF2-40B4-BE49-F238E27FC236}">
                <a16:creationId xmlns:a16="http://schemas.microsoft.com/office/drawing/2014/main" id="{8E4FC8CA-F465-3943-8D18-43B2569E5706}"/>
              </a:ext>
            </a:extLst>
          </p:cNvPr>
          <p:cNvSpPr/>
          <p:nvPr/>
        </p:nvSpPr>
        <p:spPr>
          <a:xfrm>
            <a:off x="2917686" y="3925908"/>
            <a:ext cx="5161619" cy="689228"/>
          </a:xfrm>
          <a:prstGeom prst="rect">
            <a:avLst/>
          </a:prstGeom>
          <a:noFill/>
          <a:ln/>
        </p:spPr>
        <p:txBody>
          <a:bodyPr wrap="square" lIns="91440" tIns="91440" rIns="91440" bIns="91440" rtlCol="0" anchor="t">
            <a:spAutoFit/>
          </a:bodyPr>
          <a:lstStyle/>
          <a:p>
            <a:pPr marL="0" indent="0">
              <a:lnSpc>
                <a:spcPct val="131429"/>
              </a:lnSpc>
              <a:spcBef>
                <a:spcPts val="360"/>
              </a:spcBef>
              <a:buNone/>
            </a:pPr>
            <a:r>
              <a:rPr lang="en-US" sz="1600" dirty="0">
                <a:solidFill>
                  <a:srgbClr val="000000"/>
                </a:solidFill>
                <a:latin typeface="Trebuchet MS" pitchFamily="34" charset="0"/>
                <a:ea typeface="Trebuchet MS" pitchFamily="34" charset="-122"/>
                <a:cs typeface="Trebuchet MS" pitchFamily="34" charset="-120"/>
              </a:rPr>
              <a:t>通过破坏死锁的四个必要条件之一来预防死锁</a:t>
            </a:r>
            <a:r>
              <a:rPr lang="en-US" sz="1008" dirty="0">
                <a:solidFill>
                  <a:srgbClr val="000000"/>
                </a:solidFill>
                <a:latin typeface="Trebuchet MS" pitchFamily="34" charset="0"/>
                <a:ea typeface="Trebuchet MS" pitchFamily="34" charset="-122"/>
                <a:cs typeface="Trebuchet MS" pitchFamily="34" charset="-120"/>
              </a:rPr>
              <a:t>，例如资源预分配或强制资源有序申请。</a:t>
            </a:r>
            <a:endParaRPr lang="en-US" sz="1440" dirty="0"/>
          </a:p>
        </p:txBody>
      </p:sp>
      <p:sp>
        <p:nvSpPr>
          <p:cNvPr id="67" name="Text 23">
            <a:extLst>
              <a:ext uri="{FF2B5EF4-FFF2-40B4-BE49-F238E27FC236}">
                <a16:creationId xmlns:a16="http://schemas.microsoft.com/office/drawing/2014/main" id="{B98A69EC-D54A-8F4A-A13A-9C90BAC61782}"/>
              </a:ext>
            </a:extLst>
          </p:cNvPr>
          <p:cNvSpPr/>
          <p:nvPr/>
        </p:nvSpPr>
        <p:spPr>
          <a:xfrm>
            <a:off x="492329" y="5434820"/>
            <a:ext cx="2315110" cy="532957"/>
          </a:xfrm>
          <a:prstGeom prst="rect">
            <a:avLst/>
          </a:prstGeom>
          <a:noFill/>
          <a:ln/>
        </p:spPr>
        <p:txBody>
          <a:bodyPr wrap="square" lIns="91440" tIns="91440" rIns="91440" bIns="91440" rtlCol="0" anchor="ctr"/>
          <a:lstStyle/>
          <a:p>
            <a:pPr marL="0" indent="0" algn="ctr">
              <a:lnSpc>
                <a:spcPct val="102222"/>
              </a:lnSpc>
              <a:spcBef>
                <a:spcPts val="360"/>
              </a:spcBef>
              <a:buNone/>
            </a:pPr>
            <a:r>
              <a:rPr lang="en-US" sz="1600" b="1" dirty="0">
                <a:solidFill>
                  <a:srgbClr val="FFFFFF"/>
                </a:solidFill>
                <a:latin typeface="Trebuchet MS" pitchFamily="34" charset="0"/>
                <a:ea typeface="Trebuchet MS" pitchFamily="34" charset="-122"/>
                <a:cs typeface="Trebuchet MS" pitchFamily="34" charset="-120"/>
              </a:rPr>
              <a:t>死锁的避免方法</a:t>
            </a:r>
            <a:endParaRPr lang="en-US" sz="1600" dirty="0"/>
          </a:p>
        </p:txBody>
      </p:sp>
      <p:sp>
        <p:nvSpPr>
          <p:cNvPr id="68" name="Text 24">
            <a:extLst>
              <a:ext uri="{FF2B5EF4-FFF2-40B4-BE49-F238E27FC236}">
                <a16:creationId xmlns:a16="http://schemas.microsoft.com/office/drawing/2014/main" id="{ABF393C1-89C1-354B-8DB3-07D93A8E81DC}"/>
              </a:ext>
            </a:extLst>
          </p:cNvPr>
          <p:cNvSpPr/>
          <p:nvPr/>
        </p:nvSpPr>
        <p:spPr>
          <a:xfrm>
            <a:off x="2917686" y="5399547"/>
            <a:ext cx="5161619" cy="796115"/>
          </a:xfrm>
          <a:prstGeom prst="rect">
            <a:avLst/>
          </a:prstGeom>
          <a:noFill/>
          <a:ln/>
        </p:spPr>
        <p:txBody>
          <a:bodyPr wrap="square" lIns="91440" tIns="91440" rIns="91440" bIns="91440" rtlCol="0" anchor="t">
            <a:spAutoFit/>
          </a:bodyPr>
          <a:lstStyle/>
          <a:p>
            <a:pPr marL="0" indent="0">
              <a:lnSpc>
                <a:spcPct val="131429"/>
              </a:lnSpc>
              <a:spcBef>
                <a:spcPts val="360"/>
              </a:spcBef>
              <a:buNone/>
            </a:pPr>
            <a:r>
              <a:rPr lang="en-US" sz="1600" dirty="0">
                <a:solidFill>
                  <a:srgbClr val="000000"/>
                </a:solidFill>
                <a:latin typeface="Trebuchet MS" pitchFamily="34" charset="0"/>
                <a:ea typeface="Trebuchet MS" pitchFamily="34" charset="-122"/>
                <a:cs typeface="Trebuchet MS" pitchFamily="34" charset="-120"/>
              </a:rPr>
              <a:t>银行家算法通过动态检测系统安全状态，确保资源分配后系统仍处于安全状态，避免死锁发生。</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1506" name="Picture 2" descr="无标题-4">
            <a:extLst>
              <a:ext uri="{FF2B5EF4-FFF2-40B4-BE49-F238E27FC236}">
                <a16:creationId xmlns:a16="http://schemas.microsoft.com/office/drawing/2014/main" id="{6A0A4F2E-A61C-3946-BCC3-53AC336788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74483" t="25751"/>
          <a:stretch>
            <a:fillRect/>
          </a:stretch>
        </p:blipFill>
        <p:spPr bwMode="auto">
          <a:xfrm>
            <a:off x="8353425" y="4294188"/>
            <a:ext cx="790575"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7" name="Picture 3" descr="无标题-4">
            <a:extLst>
              <a:ext uri="{FF2B5EF4-FFF2-40B4-BE49-F238E27FC236}">
                <a16:creationId xmlns:a16="http://schemas.microsoft.com/office/drawing/2014/main" id="{DDFC05BF-C6D0-034B-BBDB-EAF4C18AD7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4483" t="25751"/>
          <a:stretch>
            <a:fillRect/>
          </a:stretch>
        </p:blipFill>
        <p:spPr bwMode="auto">
          <a:xfrm>
            <a:off x="7759700" y="4725988"/>
            <a:ext cx="59372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8" name="Picture 4" descr="无标题-4">
            <a:extLst>
              <a:ext uri="{FF2B5EF4-FFF2-40B4-BE49-F238E27FC236}">
                <a16:creationId xmlns:a16="http://schemas.microsoft.com/office/drawing/2014/main" id="{7023F0D3-8F07-3F4D-A126-30459DEDEC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4483" t="25751"/>
          <a:stretch>
            <a:fillRect/>
          </a:stretch>
        </p:blipFill>
        <p:spPr bwMode="auto">
          <a:xfrm>
            <a:off x="444500" y="4725988"/>
            <a:ext cx="59372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9" name="Picture 5" descr="无标题-4">
            <a:extLst>
              <a:ext uri="{FF2B5EF4-FFF2-40B4-BE49-F238E27FC236}">
                <a16:creationId xmlns:a16="http://schemas.microsoft.com/office/drawing/2014/main" id="{A7CB59B0-8290-D941-BB11-A720AA254A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74483" t="25751"/>
          <a:stretch>
            <a:fillRect/>
          </a:stretch>
        </p:blipFill>
        <p:spPr bwMode="auto">
          <a:xfrm>
            <a:off x="49213" y="4510088"/>
            <a:ext cx="692150"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0" name="Text Box 6">
            <a:extLst>
              <a:ext uri="{FF2B5EF4-FFF2-40B4-BE49-F238E27FC236}">
                <a16:creationId xmlns:a16="http://schemas.microsoft.com/office/drawing/2014/main" id="{1B3994D7-7EBB-A74C-979B-7E5217AB9275}"/>
              </a:ext>
            </a:extLst>
          </p:cNvPr>
          <p:cNvSpPr txBox="1">
            <a:spLocks noChangeArrowheads="1"/>
          </p:cNvSpPr>
          <p:nvPr/>
        </p:nvSpPr>
        <p:spPr bwMode="auto">
          <a:xfrm>
            <a:off x="3327400" y="409575"/>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a:p>
        </p:txBody>
      </p:sp>
      <p:sp>
        <p:nvSpPr>
          <p:cNvPr id="8" name="Rectangle 7">
            <a:extLst>
              <a:ext uri="{FF2B5EF4-FFF2-40B4-BE49-F238E27FC236}">
                <a16:creationId xmlns:a16="http://schemas.microsoft.com/office/drawing/2014/main" id="{D4DB0C07-30C0-F44D-8D0D-9A84388CD8E7}"/>
              </a:ext>
            </a:extLst>
          </p:cNvPr>
          <p:cNvSpPr>
            <a:spLocks noGrp="1" noChangeArrowheads="1"/>
          </p:cNvSpPr>
          <p:nvPr>
            <p:ph type="title" idx="4294967295"/>
          </p:nvPr>
        </p:nvSpPr>
        <p:spPr/>
        <p:txBody>
          <a:bodyPr/>
          <a:lstStyle/>
          <a:p>
            <a:pPr eaLnBrk="1" hangingPunct="1"/>
            <a:r>
              <a:rPr lang="zh-CN" altLang="en-US" b="1"/>
              <a:t>死锁简介</a:t>
            </a:r>
          </a:p>
        </p:txBody>
      </p:sp>
      <p:pic>
        <p:nvPicPr>
          <p:cNvPr id="21512" name="Picture 8" descr="无标题-1">
            <a:extLst>
              <a:ext uri="{FF2B5EF4-FFF2-40B4-BE49-F238E27FC236}">
                <a16:creationId xmlns:a16="http://schemas.microsoft.com/office/drawing/2014/main" id="{52CBA010-04FF-3A49-A590-D441BF4EB7A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0928" b="38338"/>
          <a:stretch>
            <a:fillRect/>
          </a:stretch>
        </p:blipFill>
        <p:spPr bwMode="auto">
          <a:xfrm>
            <a:off x="0" y="6022975"/>
            <a:ext cx="9150350"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9">
            <a:extLst>
              <a:ext uri="{FF2B5EF4-FFF2-40B4-BE49-F238E27FC236}">
                <a16:creationId xmlns:a16="http://schemas.microsoft.com/office/drawing/2014/main" id="{164B3A55-4836-B848-8498-839602A42445}"/>
              </a:ext>
            </a:extLst>
          </p:cNvPr>
          <p:cNvSpPr txBox="1">
            <a:spLocks noChangeArrowheads="1"/>
          </p:cNvSpPr>
          <p:nvPr/>
        </p:nvSpPr>
        <p:spPr bwMode="auto">
          <a:xfrm>
            <a:off x="457200" y="1419225"/>
            <a:ext cx="8229600" cy="477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60000"/>
              </a:lnSpc>
            </a:pPr>
            <a:r>
              <a:rPr lang="zh-CN" altLang="en-US" sz="2400">
                <a:ea typeface="黑体" panose="02010609060101010101" pitchFamily="49" charset="-122"/>
                <a:sym typeface="宋体" panose="02010600030101010101" pitchFamily="2" charset="-122"/>
              </a:rPr>
              <a:t>死锁(Deadlock)，这里指的是进程死锁。它是操作系统或软件运行的一种状态：在多任务系统下，当一个或多个进程等待系统资源，而资源又被进程本身或其他进程占用时，就形成了死锁。</a:t>
            </a:r>
          </a:p>
          <a:p>
            <a:pPr>
              <a:lnSpc>
                <a:spcPct val="160000"/>
              </a:lnSpc>
            </a:pPr>
            <a:r>
              <a:rPr lang="zh-CN" altLang="en-US" sz="2400">
                <a:ea typeface="黑体" panose="02010609060101010101" pitchFamily="49" charset="-122"/>
                <a:sym typeface="宋体" panose="02010600030101010101" pitchFamily="2" charset="-122"/>
              </a:rPr>
              <a:t>之所以发生这种情况，是因为操作系统追求尽可能充分地利用系统中所有的资源和尽可能让更多的进程投入运行以提高系统中资源的利用率，提高系统的吞吐量而造成“资源相对短缺”的情形。</a:t>
            </a:r>
          </a:p>
        </p:txBody>
      </p:sp>
      <p:pic>
        <p:nvPicPr>
          <p:cNvPr id="21514" name="Picture 3" descr="无标题-5">
            <a:extLst>
              <a:ext uri="{FF2B5EF4-FFF2-40B4-BE49-F238E27FC236}">
                <a16:creationId xmlns:a16="http://schemas.microsoft.com/office/drawing/2014/main" id="{E2AF6C3D-C95B-034C-8F6B-D712C604B99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5738" y="-319088"/>
            <a:ext cx="2447926" cy="1835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5" presetClass="entr" presetSubtype="0" fill="hold" grpId="2"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strVal val="#ppt_w*0.70"/>
                                          </p:val>
                                        </p:tav>
                                        <p:tav tm="100000">
                                          <p:val>
                                            <p:strVal val="#ppt_w"/>
                                          </p:val>
                                        </p:tav>
                                      </p:tavLst>
                                    </p:anim>
                                    <p:anim calcmode="lin" valueType="num">
                                      <p:cBhvr>
                                        <p:cTn id="8" dur="1000" fill="hold"/>
                                        <p:tgtEl>
                                          <p:spTgt spid="8"/>
                                        </p:tgtEl>
                                        <p:attrNameLst>
                                          <p:attrName>ppt_h</p:attrName>
                                        </p:attrNameLst>
                                      </p:cBhvr>
                                      <p:tavLst>
                                        <p:tav tm="0">
                                          <p:val>
                                            <p:strVal val="#ppt_h"/>
                                          </p:val>
                                        </p:tav>
                                        <p:tav tm="100000">
                                          <p:val>
                                            <p:strVal val="#ppt_h"/>
                                          </p:val>
                                        </p:tav>
                                      </p:tavLst>
                                    </p:anim>
                                    <p:animEffect transition="in" filter="fade">
                                      <p:cBhvr>
                                        <p:cTn id="9" dur="1000"/>
                                        <p:tgtEl>
                                          <p:spTgt spid="8"/>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up)">
                                      <p:cBhvr>
                                        <p:cTn id="1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p:bldP spid="8" grpId="1" bldLvl="0"/>
      <p:bldP spid="8" grpId="2" bldLvl="0"/>
      <p:bldP spid="10" grpId="0" bldLvl="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8CD139BC-99FE-4F4F-B037-240BE3526B3C}"/>
              </a:ext>
            </a:extLst>
          </p:cNvPr>
          <p:cNvSpPr>
            <a:spLocks noGrp="1" noChangeArrowheads="1"/>
          </p:cNvSpPr>
          <p:nvPr>
            <p:ph idx="4294967295"/>
          </p:nvPr>
        </p:nvSpPr>
        <p:spPr>
          <a:xfrm>
            <a:off x="449263" y="1755775"/>
            <a:ext cx="8694737" cy="4527550"/>
          </a:xfrm>
        </p:spPr>
        <p:txBody>
          <a:bodyPr/>
          <a:lstStyle/>
          <a:p>
            <a:pPr marL="457200" indent="-457200"/>
            <a:r>
              <a:rPr lang="zh-CN" altLang="en-US" sz="2800"/>
              <a:t>所谓死锁，是指多个进程循环等待它方占有的资源而无限期地僵持下去的局面。</a:t>
            </a:r>
          </a:p>
          <a:p>
            <a:pPr marL="457200" indent="-457200"/>
            <a:r>
              <a:rPr lang="zh-CN" altLang="en-US" sz="2800"/>
              <a:t>计算机系统产生死锁的根本原因就是资源有限且进程间推进顺序不当，如图</a:t>
            </a:r>
            <a:r>
              <a:rPr lang="en-US" altLang="zh-CN" sz="2800"/>
              <a:t>4-1</a:t>
            </a:r>
            <a:r>
              <a:rPr lang="zh-CN" altLang="en-US" sz="2800"/>
              <a:t>所示。</a:t>
            </a:r>
          </a:p>
        </p:txBody>
      </p:sp>
      <p:pic>
        <p:nvPicPr>
          <p:cNvPr id="22531" name="Picture 3" descr="无标题-5">
            <a:extLst>
              <a:ext uri="{FF2B5EF4-FFF2-40B4-BE49-F238E27FC236}">
                <a16:creationId xmlns:a16="http://schemas.microsoft.com/office/drawing/2014/main" id="{B31B4B54-3F52-7A49-9830-0369C52BA6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标题 5">
            <a:extLst>
              <a:ext uri="{FF2B5EF4-FFF2-40B4-BE49-F238E27FC236}">
                <a16:creationId xmlns:a16="http://schemas.microsoft.com/office/drawing/2014/main" id="{CD6AB577-B685-F64A-A6B5-4E840E6DD1A5}"/>
              </a:ext>
            </a:extLst>
          </p:cNvPr>
          <p:cNvSpPr>
            <a:spLocks noGrp="1" noChangeArrowheads="1"/>
          </p:cNvSpPr>
          <p:nvPr>
            <p:ph type="title" idx="4294967295"/>
          </p:nvPr>
        </p:nvSpPr>
        <p:spPr>
          <a:xfrm>
            <a:off x="179388" y="557213"/>
            <a:ext cx="8229600" cy="1143000"/>
          </a:xfrm>
        </p:spPr>
        <p:txBody>
          <a:bodyPr/>
          <a:lstStyle/>
          <a:p>
            <a:r>
              <a:rPr lang="en-US" altLang="zh-CN" dirty="0"/>
              <a:t>1.1 </a:t>
            </a:r>
            <a:r>
              <a:rPr lang="zh-CN" altLang="en-US" dirty="0"/>
              <a:t>死锁 </a:t>
            </a:r>
          </a:p>
        </p:txBody>
      </p:sp>
      <p:pic>
        <p:nvPicPr>
          <p:cNvPr id="6" name="图片 5">
            <a:extLst>
              <a:ext uri="{FF2B5EF4-FFF2-40B4-BE49-F238E27FC236}">
                <a16:creationId xmlns:a16="http://schemas.microsoft.com/office/drawing/2014/main" id="{6BD0A0D5-88B7-BB45-92CE-925904BFBA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0750" y="3644900"/>
            <a:ext cx="7488238" cy="308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down)">
                                      <p:cBhvr>
                                        <p:cTn id="12" dur="500"/>
                                        <p:tgtEl>
                                          <p:spTgt spid="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edge">
                                      <p:cBhvr>
                                        <p:cTn id="1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741D4BBC-8F4A-3642-97E7-E3FBDA7FE1DA}"/>
              </a:ext>
            </a:extLst>
          </p:cNvPr>
          <p:cNvSpPr>
            <a:spLocks noGrp="1" noChangeArrowheads="1"/>
          </p:cNvSpPr>
          <p:nvPr>
            <p:ph idx="4294967295"/>
          </p:nvPr>
        </p:nvSpPr>
        <p:spPr>
          <a:xfrm>
            <a:off x="212725" y="1755775"/>
            <a:ext cx="8931275" cy="4527550"/>
          </a:xfrm>
        </p:spPr>
        <p:txBody>
          <a:bodyPr/>
          <a:lstStyle/>
          <a:p>
            <a:pPr marL="457200" indent="-457200"/>
            <a:r>
              <a:rPr lang="zh-CN" altLang="en-US" sz="2800"/>
              <a:t>死锁的起因是并发进程的资源竞争。</a:t>
            </a:r>
          </a:p>
          <a:p>
            <a:pPr marL="457200" indent="-457200"/>
            <a:r>
              <a:rPr lang="zh-CN" altLang="en-US" sz="2800"/>
              <a:t>产生死锁的根本原因在于系统提供的资源个数少于并发进程所要求的该类资源数。</a:t>
            </a:r>
          </a:p>
          <a:p>
            <a:pPr marL="457200" indent="-457200"/>
            <a:r>
              <a:rPr lang="zh-CN" altLang="en-US" sz="2800"/>
              <a:t>显然，由于资源的有限性，我们不可能为所有要求资源的进程无限制地提供资源。</a:t>
            </a:r>
          </a:p>
          <a:p>
            <a:pPr marL="457200" indent="-457200"/>
            <a:r>
              <a:rPr lang="zh-CN" altLang="en-US" sz="2800"/>
              <a:t>但是，我们可以采用适当的资源分配算法，以达到消除死锁的目的。</a:t>
            </a:r>
          </a:p>
        </p:txBody>
      </p:sp>
      <p:pic>
        <p:nvPicPr>
          <p:cNvPr id="23555" name="Picture 3" descr="无标题-5">
            <a:extLst>
              <a:ext uri="{FF2B5EF4-FFF2-40B4-BE49-F238E27FC236}">
                <a16:creationId xmlns:a16="http://schemas.microsoft.com/office/drawing/2014/main" id="{98764BDA-8AA3-B947-B5B5-78A22CF604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6" name="标题 5">
            <a:extLst>
              <a:ext uri="{FF2B5EF4-FFF2-40B4-BE49-F238E27FC236}">
                <a16:creationId xmlns:a16="http://schemas.microsoft.com/office/drawing/2014/main" id="{87098A28-AC7D-1344-945B-50929FE4EA4B}"/>
              </a:ext>
            </a:extLst>
          </p:cNvPr>
          <p:cNvSpPr>
            <a:spLocks noGrp="1" noChangeArrowheads="1"/>
          </p:cNvSpPr>
          <p:nvPr>
            <p:ph type="title" idx="4294967295"/>
          </p:nvPr>
        </p:nvSpPr>
        <p:spPr>
          <a:xfrm>
            <a:off x="179388" y="557213"/>
            <a:ext cx="8229600" cy="1143000"/>
          </a:xfrm>
        </p:spPr>
        <p:txBody>
          <a:bodyPr/>
          <a:lstStyle/>
          <a:p>
            <a:r>
              <a:rPr lang="en-US" altLang="zh-CN" dirty="0"/>
              <a:t>1.2 </a:t>
            </a:r>
            <a:r>
              <a:rPr lang="zh-CN" altLang="en-US" dirty="0"/>
              <a:t>死锁的起因</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2">
                                            <p:txEl>
                                              <p:pRg st="0" end="0"/>
                                            </p:txEl>
                                          </p:spTgt>
                                        </p:tgtEl>
                                        <p:attrNameLst>
                                          <p:attrName>style.visibility</p:attrName>
                                        </p:attrNameLst>
                                      </p:cBhvr>
                                      <p:to>
                                        <p:strVal val="visible"/>
                                      </p:to>
                                    </p:set>
                                    <p:anim calcmode="discrete" valueType="clr">
                                      <p:cBhvr override="childStyle">
                                        <p:cTn id="7" dur="80"/>
                                        <p:tgtEl>
                                          <p:spTgt spid="2">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2">
                                            <p:txEl>
                                              <p:pRg st="0" end="0"/>
                                            </p:txEl>
                                          </p:spTgt>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2">
                                            <p:txEl>
                                              <p:pRg st="1" end="1"/>
                                            </p:txEl>
                                          </p:spTgt>
                                        </p:tgtEl>
                                        <p:attrNameLst>
                                          <p:attrName>style.visibility</p:attrName>
                                        </p:attrNameLst>
                                      </p:cBhvr>
                                      <p:to>
                                        <p:strVal val="visible"/>
                                      </p:to>
                                    </p:set>
                                    <p:anim calcmode="discrete" valueType="clr">
                                      <p:cBhvr override="childStyle">
                                        <p:cTn id="14" dur="80"/>
                                        <p:tgtEl>
                                          <p:spTgt spid="2">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2">
                                            <p:txEl>
                                              <p:pRg st="1" end="1"/>
                                            </p:txEl>
                                          </p:spTgt>
                                        </p:tgtEl>
                                        <p:attrNameLst>
                                          <p:attrName>fill.type</p:attrName>
                                        </p:attrNameLst>
                                      </p:cBhvr>
                                      <p:to>
                                        <p:strVal val="solid"/>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7" presetClass="entr" presetSubtype="0" fill="hold" nodeType="clickEffect">
                                  <p:stCondLst>
                                    <p:cond delay="0"/>
                                  </p:stCondLst>
                                  <p:iterate type="lt">
                                    <p:tmPct val="50000"/>
                                  </p:iterate>
                                  <p:childTnLst>
                                    <p:set>
                                      <p:cBhvr>
                                        <p:cTn id="20" dur="1" fill="hold">
                                          <p:stCondLst>
                                            <p:cond delay="0"/>
                                          </p:stCondLst>
                                        </p:cTn>
                                        <p:tgtEl>
                                          <p:spTgt spid="2">
                                            <p:txEl>
                                              <p:pRg st="2" end="2"/>
                                            </p:txEl>
                                          </p:spTgt>
                                        </p:tgtEl>
                                        <p:attrNameLst>
                                          <p:attrName>style.visibility</p:attrName>
                                        </p:attrNameLst>
                                      </p:cBhvr>
                                      <p:to>
                                        <p:strVal val="visible"/>
                                      </p:to>
                                    </p:set>
                                    <p:anim calcmode="discrete" valueType="clr">
                                      <p:cBhvr override="childStyle">
                                        <p:cTn id="21" dur="80"/>
                                        <p:tgtEl>
                                          <p:spTgt spid="2">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2">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2">
                                            <p:txEl>
                                              <p:pRg st="2" end="2"/>
                                            </p:txEl>
                                          </p:spTgt>
                                        </p:tgtEl>
                                        <p:attrNameLst>
                                          <p:attrName>fill.type</p:attrName>
                                        </p:attrNameLst>
                                      </p:cBhvr>
                                      <p:to>
                                        <p:strVal val="solid"/>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27" presetClass="entr" presetSubtype="0" fill="hold" nodeType="clickEffect">
                                  <p:stCondLst>
                                    <p:cond delay="0"/>
                                  </p:stCondLst>
                                  <p:iterate type="lt">
                                    <p:tmPct val="50000"/>
                                  </p:iterate>
                                  <p:childTnLst>
                                    <p:set>
                                      <p:cBhvr>
                                        <p:cTn id="27" dur="1" fill="hold">
                                          <p:stCondLst>
                                            <p:cond delay="0"/>
                                          </p:stCondLst>
                                        </p:cTn>
                                        <p:tgtEl>
                                          <p:spTgt spid="2">
                                            <p:txEl>
                                              <p:pRg st="3" end="3"/>
                                            </p:txEl>
                                          </p:spTgt>
                                        </p:tgtEl>
                                        <p:attrNameLst>
                                          <p:attrName>style.visibility</p:attrName>
                                        </p:attrNameLst>
                                      </p:cBhvr>
                                      <p:to>
                                        <p:strVal val="visible"/>
                                      </p:to>
                                    </p:set>
                                    <p:anim calcmode="discrete" valueType="clr">
                                      <p:cBhvr override="childStyle">
                                        <p:cTn id="28" dur="80"/>
                                        <p:tgtEl>
                                          <p:spTgt spid="2">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2">
                                            <p:txEl>
                                              <p:pRg st="3" end="3"/>
                                            </p:txEl>
                                          </p:spTgt>
                                        </p:tgtEl>
                                        <p:attrNameLst>
                                          <p:attrName>fillcolor</p:attrName>
                                        </p:attrNameLst>
                                      </p:cBhvr>
                                      <p:tavLst>
                                        <p:tav tm="0">
                                          <p:val>
                                            <p:clrVal>
                                              <a:schemeClr val="accent2"/>
                                            </p:clrVal>
                                          </p:val>
                                        </p:tav>
                                        <p:tav tm="50000">
                                          <p:val>
                                            <p:clrVal>
                                              <a:schemeClr val="hlink"/>
                                            </p:clrVal>
                                          </p:val>
                                        </p:tav>
                                      </p:tavLst>
                                    </p:anim>
                                    <p:set>
                                      <p:cBhvr>
                                        <p:cTn id="30" dur="80"/>
                                        <p:tgtEl>
                                          <p:spTgt spid="2">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FAA22D23-B810-0C40-84DF-6EDC24FA9C06}"/>
              </a:ext>
            </a:extLst>
          </p:cNvPr>
          <p:cNvSpPr>
            <a:spLocks noGrp="1" noChangeArrowheads="1"/>
          </p:cNvSpPr>
          <p:nvPr>
            <p:ph idx="4294967295"/>
          </p:nvPr>
        </p:nvSpPr>
        <p:spPr>
          <a:xfrm>
            <a:off x="212725" y="1755775"/>
            <a:ext cx="8931275" cy="4527550"/>
          </a:xfrm>
        </p:spPr>
        <p:txBody>
          <a:bodyPr/>
          <a:lstStyle/>
          <a:p>
            <a:pPr marL="457200" indent="-457200">
              <a:lnSpc>
                <a:spcPct val="90000"/>
              </a:lnSpc>
              <a:buFontTx/>
              <a:buNone/>
            </a:pPr>
            <a:r>
              <a:rPr lang="zh-CN" altLang="en-US" sz="2400"/>
              <a:t>只有</a:t>
            </a:r>
            <a:r>
              <a:rPr lang="en-US" altLang="zh-CN" sz="2400"/>
              <a:t>4</a:t>
            </a:r>
            <a:r>
              <a:rPr lang="zh-CN" altLang="en-US" sz="2400"/>
              <a:t>个条件都满足时，才会出现死锁。</a:t>
            </a:r>
          </a:p>
          <a:p>
            <a:pPr marL="457200" indent="-457200">
              <a:lnSpc>
                <a:spcPct val="90000"/>
              </a:lnSpc>
              <a:buFontTx/>
              <a:buNone/>
            </a:pPr>
            <a:r>
              <a:rPr lang="en-US" altLang="zh-CN" sz="2400"/>
              <a:t>1</a:t>
            </a:r>
            <a:r>
              <a:rPr lang="zh-CN" altLang="en-US" sz="2400"/>
              <a:t>互斥条件</a:t>
            </a:r>
          </a:p>
          <a:p>
            <a:pPr marL="457200" indent="-457200">
              <a:lnSpc>
                <a:spcPct val="90000"/>
              </a:lnSpc>
              <a:buFontTx/>
              <a:buNone/>
            </a:pPr>
            <a:r>
              <a:rPr lang="zh-CN" altLang="en-US" sz="2400"/>
              <a:t>    即某个资源在一段时间内只能由一个进程占有，不能同时被两个或两个以上的进程占有。</a:t>
            </a:r>
          </a:p>
          <a:p>
            <a:pPr marL="457200" indent="-457200">
              <a:lnSpc>
                <a:spcPct val="90000"/>
              </a:lnSpc>
              <a:buFontTx/>
              <a:buNone/>
            </a:pPr>
            <a:r>
              <a:rPr lang="en-US" altLang="zh-CN" sz="2400"/>
              <a:t>2</a:t>
            </a:r>
            <a:r>
              <a:rPr lang="zh-CN" altLang="en-US" sz="2400"/>
              <a:t>不剥夺条件</a:t>
            </a:r>
          </a:p>
          <a:p>
            <a:pPr marL="457200" indent="-457200">
              <a:lnSpc>
                <a:spcPct val="90000"/>
              </a:lnSpc>
              <a:buFontTx/>
              <a:buNone/>
            </a:pPr>
            <a:r>
              <a:rPr lang="zh-CN" altLang="en-US" sz="2400"/>
              <a:t>    进程所获得的资源在未使用完毕之前，资源申请者不能强行地从资源占有者手中夺取资源，而只能由该资源的占有者进程自行释放。</a:t>
            </a:r>
          </a:p>
          <a:p>
            <a:pPr marL="457200" indent="-457200">
              <a:lnSpc>
                <a:spcPct val="90000"/>
              </a:lnSpc>
              <a:buFontTx/>
              <a:buNone/>
            </a:pPr>
            <a:r>
              <a:rPr lang="en-US" altLang="zh-CN" sz="2400"/>
              <a:t>3</a:t>
            </a:r>
            <a:r>
              <a:rPr lang="zh-CN" altLang="en-US" sz="2400"/>
              <a:t>请求和保持条件</a:t>
            </a:r>
          </a:p>
          <a:p>
            <a:pPr marL="457200" indent="-457200">
              <a:lnSpc>
                <a:spcPct val="90000"/>
              </a:lnSpc>
              <a:buFontTx/>
              <a:buNone/>
            </a:pPr>
            <a:r>
              <a:rPr lang="zh-CN" altLang="en-US" sz="2400"/>
              <a:t>    进程至少已经占有一个资源，但又申请新的资源；由于该资源已被另外进程占有，此时该进程阻塞；但是，它在等待新资源之时，仍继续占用已占有的资源。</a:t>
            </a:r>
          </a:p>
          <a:p>
            <a:pPr marL="457200" indent="-457200">
              <a:lnSpc>
                <a:spcPct val="90000"/>
              </a:lnSpc>
              <a:buFontTx/>
              <a:buNone/>
            </a:pPr>
            <a:r>
              <a:rPr lang="en-US" altLang="zh-CN" sz="2400"/>
              <a:t>4</a:t>
            </a:r>
            <a:r>
              <a:rPr lang="zh-CN" altLang="en-US" sz="2400"/>
              <a:t>环路条件</a:t>
            </a:r>
          </a:p>
        </p:txBody>
      </p:sp>
      <p:pic>
        <p:nvPicPr>
          <p:cNvPr id="24579" name="Picture 3" descr="无标题-5">
            <a:extLst>
              <a:ext uri="{FF2B5EF4-FFF2-40B4-BE49-F238E27FC236}">
                <a16:creationId xmlns:a16="http://schemas.microsoft.com/office/drawing/2014/main" id="{A79C75E5-9F84-1C42-8E3C-9E150802D4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0" name="标题 5">
            <a:extLst>
              <a:ext uri="{FF2B5EF4-FFF2-40B4-BE49-F238E27FC236}">
                <a16:creationId xmlns:a16="http://schemas.microsoft.com/office/drawing/2014/main" id="{04097232-E81A-E24D-B6C2-348A8B56A800}"/>
              </a:ext>
            </a:extLst>
          </p:cNvPr>
          <p:cNvSpPr>
            <a:spLocks noGrp="1" noChangeArrowheads="1"/>
          </p:cNvSpPr>
          <p:nvPr>
            <p:ph type="title" idx="4294967295"/>
          </p:nvPr>
        </p:nvSpPr>
        <p:spPr>
          <a:xfrm>
            <a:off x="179388" y="557213"/>
            <a:ext cx="8229600" cy="1143000"/>
          </a:xfrm>
        </p:spPr>
        <p:txBody>
          <a:bodyPr/>
          <a:lstStyle/>
          <a:p>
            <a:r>
              <a:rPr lang="en-US" altLang="zh-CN" dirty="0"/>
              <a:t>1.3 </a:t>
            </a:r>
            <a:r>
              <a:rPr lang="zh-CN" altLang="en-US" dirty="0"/>
              <a:t>产生死锁的必要条件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2">
                                            <p:txEl>
                                              <p:pRg st="0" end="0"/>
                                            </p:txEl>
                                          </p:spTgt>
                                        </p:tgtEl>
                                        <p:attrNameLst>
                                          <p:attrName>style.visibility</p:attrName>
                                        </p:attrNameLst>
                                      </p:cBhvr>
                                      <p:to>
                                        <p:strVal val="visible"/>
                                      </p:to>
                                    </p:set>
                                    <p:anim calcmode="discrete" valueType="clr">
                                      <p:cBhvr override="childStyle">
                                        <p:cTn id="7" dur="80"/>
                                        <p:tgtEl>
                                          <p:spTgt spid="2">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2">
                                            <p:txEl>
                                              <p:pRg st="0" end="0"/>
                                            </p:txEl>
                                          </p:spTgt>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2">
                                            <p:txEl>
                                              <p:pRg st="1" end="1"/>
                                            </p:txEl>
                                          </p:spTgt>
                                        </p:tgtEl>
                                        <p:attrNameLst>
                                          <p:attrName>style.visibility</p:attrName>
                                        </p:attrNameLst>
                                      </p:cBhvr>
                                      <p:to>
                                        <p:strVal val="visible"/>
                                      </p:to>
                                    </p:set>
                                    <p:anim calcmode="discrete" valueType="clr">
                                      <p:cBhvr override="childStyle">
                                        <p:cTn id="14" dur="80"/>
                                        <p:tgtEl>
                                          <p:spTgt spid="2">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2">
                                            <p:txEl>
                                              <p:pRg st="1" end="1"/>
                                            </p:txEl>
                                          </p:spTgt>
                                        </p:tgtEl>
                                        <p:attrNameLst>
                                          <p:attrName>fill.type</p:attrName>
                                        </p:attrNameLst>
                                      </p:cBhvr>
                                      <p:to>
                                        <p:strVal val="solid"/>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7" presetClass="entr" presetSubtype="0" fill="hold" nodeType="clickEffect">
                                  <p:stCondLst>
                                    <p:cond delay="0"/>
                                  </p:stCondLst>
                                  <p:iterate type="lt">
                                    <p:tmPct val="50000"/>
                                  </p:iterate>
                                  <p:childTnLst>
                                    <p:set>
                                      <p:cBhvr>
                                        <p:cTn id="20" dur="1" fill="hold">
                                          <p:stCondLst>
                                            <p:cond delay="0"/>
                                          </p:stCondLst>
                                        </p:cTn>
                                        <p:tgtEl>
                                          <p:spTgt spid="2">
                                            <p:txEl>
                                              <p:pRg st="2" end="2"/>
                                            </p:txEl>
                                          </p:spTgt>
                                        </p:tgtEl>
                                        <p:attrNameLst>
                                          <p:attrName>style.visibility</p:attrName>
                                        </p:attrNameLst>
                                      </p:cBhvr>
                                      <p:to>
                                        <p:strVal val="visible"/>
                                      </p:to>
                                    </p:set>
                                    <p:anim calcmode="discrete" valueType="clr">
                                      <p:cBhvr override="childStyle">
                                        <p:cTn id="21" dur="80"/>
                                        <p:tgtEl>
                                          <p:spTgt spid="2">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2">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2">
                                            <p:txEl>
                                              <p:pRg st="2" end="2"/>
                                            </p:txEl>
                                          </p:spTgt>
                                        </p:tgtEl>
                                        <p:attrNameLst>
                                          <p:attrName>fill.type</p:attrName>
                                        </p:attrNameLst>
                                      </p:cBhvr>
                                      <p:to>
                                        <p:strVal val="solid"/>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27" presetClass="entr" presetSubtype="0" fill="hold" nodeType="clickEffect">
                                  <p:stCondLst>
                                    <p:cond delay="0"/>
                                  </p:stCondLst>
                                  <p:iterate type="lt">
                                    <p:tmPct val="50000"/>
                                  </p:iterate>
                                  <p:childTnLst>
                                    <p:set>
                                      <p:cBhvr>
                                        <p:cTn id="27" dur="1" fill="hold">
                                          <p:stCondLst>
                                            <p:cond delay="0"/>
                                          </p:stCondLst>
                                        </p:cTn>
                                        <p:tgtEl>
                                          <p:spTgt spid="2">
                                            <p:txEl>
                                              <p:pRg st="3" end="3"/>
                                            </p:txEl>
                                          </p:spTgt>
                                        </p:tgtEl>
                                        <p:attrNameLst>
                                          <p:attrName>style.visibility</p:attrName>
                                        </p:attrNameLst>
                                      </p:cBhvr>
                                      <p:to>
                                        <p:strVal val="visible"/>
                                      </p:to>
                                    </p:set>
                                    <p:anim calcmode="discrete" valueType="clr">
                                      <p:cBhvr override="childStyle">
                                        <p:cTn id="28" dur="80"/>
                                        <p:tgtEl>
                                          <p:spTgt spid="2">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2">
                                            <p:txEl>
                                              <p:pRg st="3" end="3"/>
                                            </p:txEl>
                                          </p:spTgt>
                                        </p:tgtEl>
                                        <p:attrNameLst>
                                          <p:attrName>fillcolor</p:attrName>
                                        </p:attrNameLst>
                                      </p:cBhvr>
                                      <p:tavLst>
                                        <p:tav tm="0">
                                          <p:val>
                                            <p:clrVal>
                                              <a:schemeClr val="accent2"/>
                                            </p:clrVal>
                                          </p:val>
                                        </p:tav>
                                        <p:tav tm="50000">
                                          <p:val>
                                            <p:clrVal>
                                              <a:schemeClr val="hlink"/>
                                            </p:clrVal>
                                          </p:val>
                                        </p:tav>
                                      </p:tavLst>
                                    </p:anim>
                                    <p:set>
                                      <p:cBhvr>
                                        <p:cTn id="30" dur="80"/>
                                        <p:tgtEl>
                                          <p:spTgt spid="2">
                                            <p:txEl>
                                              <p:pRg st="3" end="3"/>
                                            </p:txEl>
                                          </p:spTgt>
                                        </p:tgtEl>
                                        <p:attrNameLst>
                                          <p:attrName>fill.type</p:attrName>
                                        </p:attrNameLst>
                                      </p:cBhvr>
                                      <p:to>
                                        <p:strVal val="solid"/>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27" presetClass="entr" presetSubtype="0" fill="hold" nodeType="clickEffect">
                                  <p:stCondLst>
                                    <p:cond delay="0"/>
                                  </p:stCondLst>
                                  <p:iterate type="lt">
                                    <p:tmPct val="50000"/>
                                  </p:iterate>
                                  <p:childTnLst>
                                    <p:set>
                                      <p:cBhvr>
                                        <p:cTn id="34" dur="1" fill="hold">
                                          <p:stCondLst>
                                            <p:cond delay="0"/>
                                          </p:stCondLst>
                                        </p:cTn>
                                        <p:tgtEl>
                                          <p:spTgt spid="2">
                                            <p:txEl>
                                              <p:pRg st="4" end="4"/>
                                            </p:txEl>
                                          </p:spTgt>
                                        </p:tgtEl>
                                        <p:attrNameLst>
                                          <p:attrName>style.visibility</p:attrName>
                                        </p:attrNameLst>
                                      </p:cBhvr>
                                      <p:to>
                                        <p:strVal val="visible"/>
                                      </p:to>
                                    </p:set>
                                    <p:anim calcmode="discrete" valueType="clr">
                                      <p:cBhvr override="childStyle">
                                        <p:cTn id="35" dur="80"/>
                                        <p:tgtEl>
                                          <p:spTgt spid="2">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6" dur="80"/>
                                        <p:tgtEl>
                                          <p:spTgt spid="2">
                                            <p:txEl>
                                              <p:pRg st="4" end="4"/>
                                            </p:txEl>
                                          </p:spTgt>
                                        </p:tgtEl>
                                        <p:attrNameLst>
                                          <p:attrName>fillcolor</p:attrName>
                                        </p:attrNameLst>
                                      </p:cBhvr>
                                      <p:tavLst>
                                        <p:tav tm="0">
                                          <p:val>
                                            <p:clrVal>
                                              <a:schemeClr val="accent2"/>
                                            </p:clrVal>
                                          </p:val>
                                        </p:tav>
                                        <p:tav tm="50000">
                                          <p:val>
                                            <p:clrVal>
                                              <a:schemeClr val="hlink"/>
                                            </p:clrVal>
                                          </p:val>
                                        </p:tav>
                                      </p:tavLst>
                                    </p:anim>
                                    <p:set>
                                      <p:cBhvr>
                                        <p:cTn id="37" dur="80"/>
                                        <p:tgtEl>
                                          <p:spTgt spid="2">
                                            <p:txEl>
                                              <p:pRg st="4" end="4"/>
                                            </p:txEl>
                                          </p:spTgt>
                                        </p:tgtEl>
                                        <p:attrNameLst>
                                          <p:attrName>fill.type</p:attrName>
                                        </p:attrNameLst>
                                      </p:cBhvr>
                                      <p:to>
                                        <p:strVal val="solid"/>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27" presetClass="entr" presetSubtype="0" fill="hold" nodeType="clickEffect">
                                  <p:stCondLst>
                                    <p:cond delay="0"/>
                                  </p:stCondLst>
                                  <p:iterate type="lt">
                                    <p:tmPct val="50000"/>
                                  </p:iterate>
                                  <p:childTnLst>
                                    <p:set>
                                      <p:cBhvr>
                                        <p:cTn id="41" dur="1" fill="hold">
                                          <p:stCondLst>
                                            <p:cond delay="0"/>
                                          </p:stCondLst>
                                        </p:cTn>
                                        <p:tgtEl>
                                          <p:spTgt spid="2">
                                            <p:txEl>
                                              <p:pRg st="5" end="5"/>
                                            </p:txEl>
                                          </p:spTgt>
                                        </p:tgtEl>
                                        <p:attrNameLst>
                                          <p:attrName>style.visibility</p:attrName>
                                        </p:attrNameLst>
                                      </p:cBhvr>
                                      <p:to>
                                        <p:strVal val="visible"/>
                                      </p:to>
                                    </p:set>
                                    <p:anim calcmode="discrete" valueType="clr">
                                      <p:cBhvr override="childStyle">
                                        <p:cTn id="42" dur="80"/>
                                        <p:tgtEl>
                                          <p:spTgt spid="2">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3" dur="80"/>
                                        <p:tgtEl>
                                          <p:spTgt spid="2">
                                            <p:txEl>
                                              <p:pRg st="5" end="5"/>
                                            </p:txEl>
                                          </p:spTgt>
                                        </p:tgtEl>
                                        <p:attrNameLst>
                                          <p:attrName>fillcolor</p:attrName>
                                        </p:attrNameLst>
                                      </p:cBhvr>
                                      <p:tavLst>
                                        <p:tav tm="0">
                                          <p:val>
                                            <p:clrVal>
                                              <a:schemeClr val="accent2"/>
                                            </p:clrVal>
                                          </p:val>
                                        </p:tav>
                                        <p:tav tm="50000">
                                          <p:val>
                                            <p:clrVal>
                                              <a:schemeClr val="hlink"/>
                                            </p:clrVal>
                                          </p:val>
                                        </p:tav>
                                      </p:tavLst>
                                    </p:anim>
                                    <p:set>
                                      <p:cBhvr>
                                        <p:cTn id="44" dur="80"/>
                                        <p:tgtEl>
                                          <p:spTgt spid="2">
                                            <p:txEl>
                                              <p:pRg st="5" end="5"/>
                                            </p:txEl>
                                          </p:spTgt>
                                        </p:tgtEl>
                                        <p:attrNameLst>
                                          <p:attrName>fill.type</p:attrName>
                                        </p:attrNameLst>
                                      </p:cBhvr>
                                      <p:to>
                                        <p:strVal val="solid"/>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27" presetClass="entr" presetSubtype="0" fill="hold" nodeType="clickEffect">
                                  <p:stCondLst>
                                    <p:cond delay="0"/>
                                  </p:stCondLst>
                                  <p:iterate type="lt">
                                    <p:tmPct val="50000"/>
                                  </p:iterate>
                                  <p:childTnLst>
                                    <p:set>
                                      <p:cBhvr>
                                        <p:cTn id="48" dur="1" fill="hold">
                                          <p:stCondLst>
                                            <p:cond delay="0"/>
                                          </p:stCondLst>
                                        </p:cTn>
                                        <p:tgtEl>
                                          <p:spTgt spid="2">
                                            <p:txEl>
                                              <p:pRg st="6" end="6"/>
                                            </p:txEl>
                                          </p:spTgt>
                                        </p:tgtEl>
                                        <p:attrNameLst>
                                          <p:attrName>style.visibility</p:attrName>
                                        </p:attrNameLst>
                                      </p:cBhvr>
                                      <p:to>
                                        <p:strVal val="visible"/>
                                      </p:to>
                                    </p:set>
                                    <p:anim calcmode="discrete" valueType="clr">
                                      <p:cBhvr override="childStyle">
                                        <p:cTn id="49" dur="80"/>
                                        <p:tgtEl>
                                          <p:spTgt spid="2">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0" dur="80"/>
                                        <p:tgtEl>
                                          <p:spTgt spid="2">
                                            <p:txEl>
                                              <p:pRg st="6" end="6"/>
                                            </p:txEl>
                                          </p:spTgt>
                                        </p:tgtEl>
                                        <p:attrNameLst>
                                          <p:attrName>fillcolor</p:attrName>
                                        </p:attrNameLst>
                                      </p:cBhvr>
                                      <p:tavLst>
                                        <p:tav tm="0">
                                          <p:val>
                                            <p:clrVal>
                                              <a:schemeClr val="accent2"/>
                                            </p:clrVal>
                                          </p:val>
                                        </p:tav>
                                        <p:tav tm="50000">
                                          <p:val>
                                            <p:clrVal>
                                              <a:schemeClr val="hlink"/>
                                            </p:clrVal>
                                          </p:val>
                                        </p:tav>
                                      </p:tavLst>
                                    </p:anim>
                                    <p:set>
                                      <p:cBhvr>
                                        <p:cTn id="51" dur="80"/>
                                        <p:tgtEl>
                                          <p:spTgt spid="2">
                                            <p:txEl>
                                              <p:pRg st="6" end="6"/>
                                            </p:txEl>
                                          </p:spTgt>
                                        </p:tgtEl>
                                        <p:attrNameLst>
                                          <p:attrName>fill.type</p:attrName>
                                        </p:attrNameLst>
                                      </p:cBhvr>
                                      <p:to>
                                        <p:strVal val="solid"/>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27" presetClass="entr" presetSubtype="0" fill="hold" nodeType="clickEffect">
                                  <p:stCondLst>
                                    <p:cond delay="0"/>
                                  </p:stCondLst>
                                  <p:iterate type="lt">
                                    <p:tmPct val="50000"/>
                                  </p:iterate>
                                  <p:childTnLst>
                                    <p:set>
                                      <p:cBhvr>
                                        <p:cTn id="55" dur="1" fill="hold">
                                          <p:stCondLst>
                                            <p:cond delay="0"/>
                                          </p:stCondLst>
                                        </p:cTn>
                                        <p:tgtEl>
                                          <p:spTgt spid="2">
                                            <p:txEl>
                                              <p:pRg st="7" end="7"/>
                                            </p:txEl>
                                          </p:spTgt>
                                        </p:tgtEl>
                                        <p:attrNameLst>
                                          <p:attrName>style.visibility</p:attrName>
                                        </p:attrNameLst>
                                      </p:cBhvr>
                                      <p:to>
                                        <p:strVal val="visible"/>
                                      </p:to>
                                    </p:set>
                                    <p:anim calcmode="discrete" valueType="clr">
                                      <p:cBhvr override="childStyle">
                                        <p:cTn id="56" dur="80"/>
                                        <p:tgtEl>
                                          <p:spTgt spid="2">
                                            <p:txEl>
                                              <p:pRg st="7" end="7"/>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7" dur="80"/>
                                        <p:tgtEl>
                                          <p:spTgt spid="2">
                                            <p:txEl>
                                              <p:pRg st="7" end="7"/>
                                            </p:txEl>
                                          </p:spTgt>
                                        </p:tgtEl>
                                        <p:attrNameLst>
                                          <p:attrName>fillcolor</p:attrName>
                                        </p:attrNameLst>
                                      </p:cBhvr>
                                      <p:tavLst>
                                        <p:tav tm="0">
                                          <p:val>
                                            <p:clrVal>
                                              <a:schemeClr val="accent2"/>
                                            </p:clrVal>
                                          </p:val>
                                        </p:tav>
                                        <p:tav tm="50000">
                                          <p:val>
                                            <p:clrVal>
                                              <a:schemeClr val="hlink"/>
                                            </p:clrVal>
                                          </p:val>
                                        </p:tav>
                                      </p:tavLst>
                                    </p:anim>
                                    <p:set>
                                      <p:cBhvr>
                                        <p:cTn id="58" dur="80"/>
                                        <p:tgtEl>
                                          <p:spTgt spid="2">
                                            <p:txEl>
                                              <p:pRg st="7" end="7"/>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Image 0" descr="preencoded.png">
            <a:extLst>
              <a:ext uri="{FF2B5EF4-FFF2-40B4-BE49-F238E27FC236}">
                <a16:creationId xmlns:a16="http://schemas.microsoft.com/office/drawing/2014/main" id="{34AAB2A4-C31F-2440-A83C-D30773E51A76}"/>
              </a:ext>
            </a:extLst>
          </p:cNvPr>
          <p:cNvPicPr>
            <a:picLocks noChangeAspect="1"/>
          </p:cNvPicPr>
          <p:nvPr/>
        </p:nvPicPr>
        <p:blipFill>
          <a:blip r:embed="rId2"/>
          <a:stretch>
            <a:fillRect/>
          </a:stretch>
        </p:blipFill>
        <p:spPr>
          <a:xfrm rot="554302">
            <a:off x="431601" y="331164"/>
            <a:ext cx="274320" cy="202082"/>
          </a:xfrm>
          <a:prstGeom prst="rect">
            <a:avLst/>
          </a:prstGeom>
        </p:spPr>
      </p:pic>
      <p:pic>
        <p:nvPicPr>
          <p:cNvPr id="24" name="Image 1" descr="preencoded.png">
            <a:extLst>
              <a:ext uri="{FF2B5EF4-FFF2-40B4-BE49-F238E27FC236}">
                <a16:creationId xmlns:a16="http://schemas.microsoft.com/office/drawing/2014/main" id="{1ADC9276-5C7E-9E4E-8AB2-55118B68FB1C}"/>
              </a:ext>
            </a:extLst>
          </p:cNvPr>
          <p:cNvPicPr>
            <a:picLocks noChangeAspect="1"/>
          </p:cNvPicPr>
          <p:nvPr/>
        </p:nvPicPr>
        <p:blipFill>
          <a:blip r:embed="rId2"/>
          <a:stretch>
            <a:fillRect/>
          </a:stretch>
        </p:blipFill>
        <p:spPr>
          <a:xfrm rot="554302">
            <a:off x="431601" y="471202"/>
            <a:ext cx="274320" cy="202082"/>
          </a:xfrm>
          <a:prstGeom prst="rect">
            <a:avLst/>
          </a:prstGeom>
        </p:spPr>
      </p:pic>
      <p:pic>
        <p:nvPicPr>
          <p:cNvPr id="25" name="Image 2" descr="preencoded.png">
            <a:extLst>
              <a:ext uri="{FF2B5EF4-FFF2-40B4-BE49-F238E27FC236}">
                <a16:creationId xmlns:a16="http://schemas.microsoft.com/office/drawing/2014/main" id="{9D7CBF68-13C3-C348-AE5F-AC164BA475DB}"/>
              </a:ext>
            </a:extLst>
          </p:cNvPr>
          <p:cNvPicPr>
            <a:picLocks noChangeAspect="1"/>
          </p:cNvPicPr>
          <p:nvPr/>
        </p:nvPicPr>
        <p:blipFill>
          <a:blip r:embed="rId2"/>
          <a:stretch>
            <a:fillRect/>
          </a:stretch>
        </p:blipFill>
        <p:spPr>
          <a:xfrm rot="554302">
            <a:off x="298287" y="312876"/>
            <a:ext cx="274320" cy="202082"/>
          </a:xfrm>
          <a:prstGeom prst="rect">
            <a:avLst/>
          </a:prstGeom>
        </p:spPr>
      </p:pic>
      <p:pic>
        <p:nvPicPr>
          <p:cNvPr id="26" name="Image 3" descr="preencoded.png">
            <a:extLst>
              <a:ext uri="{FF2B5EF4-FFF2-40B4-BE49-F238E27FC236}">
                <a16:creationId xmlns:a16="http://schemas.microsoft.com/office/drawing/2014/main" id="{955B3A5F-DF91-8A46-AB84-862AC8C60EE9}"/>
              </a:ext>
            </a:extLst>
          </p:cNvPr>
          <p:cNvPicPr>
            <a:picLocks noChangeAspect="1"/>
          </p:cNvPicPr>
          <p:nvPr/>
        </p:nvPicPr>
        <p:blipFill>
          <a:blip r:embed="rId2"/>
          <a:stretch>
            <a:fillRect/>
          </a:stretch>
        </p:blipFill>
        <p:spPr>
          <a:xfrm rot="554302">
            <a:off x="298287" y="452914"/>
            <a:ext cx="274320" cy="202082"/>
          </a:xfrm>
          <a:prstGeom prst="rect">
            <a:avLst/>
          </a:prstGeom>
        </p:spPr>
      </p:pic>
      <p:sp>
        <p:nvSpPr>
          <p:cNvPr id="27" name="Text 0">
            <a:extLst>
              <a:ext uri="{FF2B5EF4-FFF2-40B4-BE49-F238E27FC236}">
                <a16:creationId xmlns:a16="http://schemas.microsoft.com/office/drawing/2014/main" id="{19F839FF-7B9B-024B-92CC-45E9C079D727}"/>
              </a:ext>
            </a:extLst>
          </p:cNvPr>
          <p:cNvSpPr/>
          <p:nvPr/>
        </p:nvSpPr>
        <p:spPr>
          <a:xfrm>
            <a:off x="756939" y="156192"/>
            <a:ext cx="8268500" cy="667512"/>
          </a:xfrm>
          <a:prstGeom prst="rect">
            <a:avLst/>
          </a:prstGeom>
          <a:noFill/>
          <a:ln/>
        </p:spPr>
        <p:txBody>
          <a:bodyPr wrap="square" lIns="91440" tIns="91440" rIns="91440" bIns="91440" rtlCol="0" anchor="t">
            <a:spAutoFit/>
          </a:bodyPr>
          <a:lstStyle/>
          <a:p>
            <a:pPr fontAlgn="auto">
              <a:lnSpc>
                <a:spcPct val="120000"/>
              </a:lnSpc>
              <a:spcBef>
                <a:spcPts val="360"/>
              </a:spcBef>
              <a:spcAft>
                <a:spcPts val="0"/>
              </a:spcAft>
              <a:buFontTx/>
              <a:buNone/>
            </a:pPr>
            <a:r>
              <a:rPr lang="en-US" sz="2448" b="1" dirty="0">
                <a:solidFill>
                  <a:srgbClr val="000000"/>
                </a:solidFill>
                <a:latin typeface="Microsoft Yahei" pitchFamily="34" charset="0"/>
                <a:ea typeface="Microsoft Yahei" pitchFamily="34" charset="-122"/>
                <a:cs typeface="Microsoft Yahei" pitchFamily="34" charset="-120"/>
              </a:rPr>
              <a:t>请求保持条件</a:t>
            </a:r>
            <a:endParaRPr lang="en-US" sz="1440" dirty="0">
              <a:solidFill>
                <a:prstClr val="black"/>
              </a:solidFill>
              <a:latin typeface="Calibri" panose="020F0502020204030204"/>
              <a:ea typeface="+mn-ea"/>
            </a:endParaRPr>
          </a:p>
        </p:txBody>
      </p:sp>
      <p:sp>
        <p:nvSpPr>
          <p:cNvPr id="28" name="Shape 1">
            <a:extLst>
              <a:ext uri="{FF2B5EF4-FFF2-40B4-BE49-F238E27FC236}">
                <a16:creationId xmlns:a16="http://schemas.microsoft.com/office/drawing/2014/main" id="{4D55DD03-C210-3645-9757-CAB460B9F7E2}"/>
              </a:ext>
            </a:extLst>
          </p:cNvPr>
          <p:cNvSpPr/>
          <p:nvPr/>
        </p:nvSpPr>
        <p:spPr>
          <a:xfrm>
            <a:off x="3308701" y="2230127"/>
            <a:ext cx="1234570" cy="1234570"/>
          </a:xfrm>
          <a:custGeom>
            <a:avLst/>
            <a:gdLst/>
            <a:ahLst/>
            <a:cxnLst/>
            <a:rect l="l" t="t" r="r" b="b"/>
            <a:pathLst>
              <a:path w="1234570" h="1234570">
                <a:moveTo>
                  <a:pt x="154321" y="0"/>
                </a:moveTo>
                <a:moveTo>
                  <a:pt x="154321" y="0"/>
                </a:moveTo>
                <a:lnTo>
                  <a:pt x="1080248" y="0"/>
                </a:lnTo>
                <a:quadBezTo>
                  <a:pt x="1234570" y="0"/>
                  <a:pt x="1234570" y="154321"/>
                </a:quadBezTo>
                <a:lnTo>
                  <a:pt x="1234570" y="1080248"/>
                </a:lnTo>
                <a:quadBezTo>
                  <a:pt x="1234570" y="1234570"/>
                  <a:pt x="1080248" y="1234570"/>
                </a:quadBezTo>
                <a:lnTo>
                  <a:pt x="154321" y="1234570"/>
                </a:lnTo>
                <a:quadBezTo>
                  <a:pt x="0" y="1234570"/>
                  <a:pt x="0" y="1080248"/>
                </a:quadBezTo>
                <a:lnTo>
                  <a:pt x="0" y="154321"/>
                </a:lnTo>
                <a:quadBezTo>
                  <a:pt x="0" y="0"/>
                  <a:pt x="154321" y="0"/>
                </a:quadBezTo>
                <a:close/>
              </a:path>
            </a:pathLst>
          </a:custGeom>
          <a:solidFill>
            <a:srgbClr val="0F3558"/>
          </a:solidFill>
          <a:ln/>
        </p:spPr>
      </p:sp>
      <p:sp>
        <p:nvSpPr>
          <p:cNvPr id="29" name="Shape 2">
            <a:extLst>
              <a:ext uri="{FF2B5EF4-FFF2-40B4-BE49-F238E27FC236}">
                <a16:creationId xmlns:a16="http://schemas.microsoft.com/office/drawing/2014/main" id="{2B282808-2441-D743-B4D3-CCFACDBE63AE}"/>
              </a:ext>
            </a:extLst>
          </p:cNvPr>
          <p:cNvSpPr/>
          <p:nvPr/>
        </p:nvSpPr>
        <p:spPr>
          <a:xfrm>
            <a:off x="4709715" y="2230127"/>
            <a:ext cx="1234570" cy="1234570"/>
          </a:xfrm>
          <a:custGeom>
            <a:avLst/>
            <a:gdLst/>
            <a:ahLst/>
            <a:cxnLst/>
            <a:rect l="l" t="t" r="r" b="b"/>
            <a:pathLst>
              <a:path w="1234570" h="1234570">
                <a:moveTo>
                  <a:pt x="154321" y="0"/>
                </a:moveTo>
                <a:moveTo>
                  <a:pt x="154321" y="0"/>
                </a:moveTo>
                <a:lnTo>
                  <a:pt x="1080248" y="0"/>
                </a:lnTo>
                <a:quadBezTo>
                  <a:pt x="1234570" y="0"/>
                  <a:pt x="1234570" y="154321"/>
                </a:quadBezTo>
                <a:lnTo>
                  <a:pt x="1234570" y="1080248"/>
                </a:lnTo>
                <a:quadBezTo>
                  <a:pt x="1234570" y="1234570"/>
                  <a:pt x="1080248" y="1234570"/>
                </a:quadBezTo>
                <a:lnTo>
                  <a:pt x="154321" y="1234570"/>
                </a:lnTo>
                <a:quadBezTo>
                  <a:pt x="0" y="1234570"/>
                  <a:pt x="0" y="1080248"/>
                </a:quadBezTo>
                <a:lnTo>
                  <a:pt x="0" y="154321"/>
                </a:lnTo>
                <a:quadBezTo>
                  <a:pt x="0" y="0"/>
                  <a:pt x="154321" y="0"/>
                </a:quadBezTo>
                <a:close/>
              </a:path>
            </a:pathLst>
          </a:custGeom>
          <a:solidFill>
            <a:srgbClr val="0090FF"/>
          </a:solidFill>
          <a:ln/>
        </p:spPr>
      </p:sp>
      <p:sp>
        <p:nvSpPr>
          <p:cNvPr id="30" name="Shape 3">
            <a:extLst>
              <a:ext uri="{FF2B5EF4-FFF2-40B4-BE49-F238E27FC236}">
                <a16:creationId xmlns:a16="http://schemas.microsoft.com/office/drawing/2014/main" id="{F0DAD096-D48E-F44F-AA28-45D0FF4B68BF}"/>
              </a:ext>
            </a:extLst>
          </p:cNvPr>
          <p:cNvSpPr/>
          <p:nvPr/>
        </p:nvSpPr>
        <p:spPr>
          <a:xfrm>
            <a:off x="3308701" y="3615885"/>
            <a:ext cx="1234570" cy="1234570"/>
          </a:xfrm>
          <a:custGeom>
            <a:avLst/>
            <a:gdLst/>
            <a:ahLst/>
            <a:cxnLst/>
            <a:rect l="l" t="t" r="r" b="b"/>
            <a:pathLst>
              <a:path w="1234570" h="1234570">
                <a:moveTo>
                  <a:pt x="154321" y="0"/>
                </a:moveTo>
                <a:moveTo>
                  <a:pt x="154321" y="0"/>
                </a:moveTo>
                <a:lnTo>
                  <a:pt x="1080248" y="0"/>
                </a:lnTo>
                <a:quadBezTo>
                  <a:pt x="1234570" y="0"/>
                  <a:pt x="1234570" y="154321"/>
                </a:quadBezTo>
                <a:lnTo>
                  <a:pt x="1234570" y="1080248"/>
                </a:lnTo>
                <a:quadBezTo>
                  <a:pt x="1234570" y="1234570"/>
                  <a:pt x="1080248" y="1234570"/>
                </a:quadBezTo>
                <a:lnTo>
                  <a:pt x="154321" y="1234570"/>
                </a:lnTo>
                <a:quadBezTo>
                  <a:pt x="0" y="1234570"/>
                  <a:pt x="0" y="1080248"/>
                </a:quadBezTo>
                <a:lnTo>
                  <a:pt x="0" y="154321"/>
                </a:lnTo>
                <a:quadBezTo>
                  <a:pt x="0" y="0"/>
                  <a:pt x="154321" y="0"/>
                </a:quadBezTo>
                <a:close/>
              </a:path>
            </a:pathLst>
          </a:custGeom>
          <a:solidFill>
            <a:srgbClr val="0090FF"/>
          </a:solidFill>
          <a:ln/>
        </p:spPr>
      </p:sp>
      <p:sp>
        <p:nvSpPr>
          <p:cNvPr id="31" name="Shape 4">
            <a:extLst>
              <a:ext uri="{FF2B5EF4-FFF2-40B4-BE49-F238E27FC236}">
                <a16:creationId xmlns:a16="http://schemas.microsoft.com/office/drawing/2014/main" id="{45D4723A-33C4-E94B-B50F-F04679A06894}"/>
              </a:ext>
            </a:extLst>
          </p:cNvPr>
          <p:cNvSpPr/>
          <p:nvPr/>
        </p:nvSpPr>
        <p:spPr>
          <a:xfrm>
            <a:off x="4709715" y="3615885"/>
            <a:ext cx="1234570" cy="1234570"/>
          </a:xfrm>
          <a:custGeom>
            <a:avLst/>
            <a:gdLst/>
            <a:ahLst/>
            <a:cxnLst/>
            <a:rect l="l" t="t" r="r" b="b"/>
            <a:pathLst>
              <a:path w="1234570" h="1234570">
                <a:moveTo>
                  <a:pt x="154321" y="0"/>
                </a:moveTo>
                <a:moveTo>
                  <a:pt x="154321" y="0"/>
                </a:moveTo>
                <a:lnTo>
                  <a:pt x="1080248" y="0"/>
                </a:lnTo>
                <a:quadBezTo>
                  <a:pt x="1234570" y="0"/>
                  <a:pt x="1234570" y="154321"/>
                </a:quadBezTo>
                <a:lnTo>
                  <a:pt x="1234570" y="1080248"/>
                </a:lnTo>
                <a:quadBezTo>
                  <a:pt x="1234570" y="1234570"/>
                  <a:pt x="1080248" y="1234570"/>
                </a:quadBezTo>
                <a:lnTo>
                  <a:pt x="154321" y="1234570"/>
                </a:lnTo>
                <a:quadBezTo>
                  <a:pt x="0" y="1234570"/>
                  <a:pt x="0" y="1080248"/>
                </a:quadBezTo>
                <a:lnTo>
                  <a:pt x="0" y="154321"/>
                </a:lnTo>
                <a:quadBezTo>
                  <a:pt x="0" y="0"/>
                  <a:pt x="154321" y="0"/>
                </a:quadBezTo>
                <a:close/>
              </a:path>
            </a:pathLst>
          </a:custGeom>
          <a:solidFill>
            <a:srgbClr val="0F3558"/>
          </a:solidFill>
          <a:ln/>
        </p:spPr>
      </p:sp>
      <p:pic>
        <p:nvPicPr>
          <p:cNvPr id="32" name="Image 4" descr="preencoded.png">
            <a:extLst>
              <a:ext uri="{FF2B5EF4-FFF2-40B4-BE49-F238E27FC236}">
                <a16:creationId xmlns:a16="http://schemas.microsoft.com/office/drawing/2014/main" id="{ED148825-FE3F-9D4C-AD4F-FFBBD17E3295}"/>
              </a:ext>
            </a:extLst>
          </p:cNvPr>
          <p:cNvPicPr>
            <a:picLocks noChangeAspect="1"/>
          </p:cNvPicPr>
          <p:nvPr/>
        </p:nvPicPr>
        <p:blipFill>
          <a:blip r:embed="rId3"/>
          <a:stretch>
            <a:fillRect/>
          </a:stretch>
        </p:blipFill>
        <p:spPr>
          <a:xfrm>
            <a:off x="4996245" y="2539255"/>
            <a:ext cx="661510" cy="616314"/>
          </a:xfrm>
          <a:prstGeom prst="rect">
            <a:avLst/>
          </a:prstGeom>
        </p:spPr>
      </p:pic>
      <p:pic>
        <p:nvPicPr>
          <p:cNvPr id="33" name="Image 5" descr="preencoded.png">
            <a:extLst>
              <a:ext uri="{FF2B5EF4-FFF2-40B4-BE49-F238E27FC236}">
                <a16:creationId xmlns:a16="http://schemas.microsoft.com/office/drawing/2014/main" id="{98BF1204-CC6B-BD4E-A250-A35B31D431DA}"/>
              </a:ext>
            </a:extLst>
          </p:cNvPr>
          <p:cNvPicPr>
            <a:picLocks noChangeAspect="1"/>
          </p:cNvPicPr>
          <p:nvPr/>
        </p:nvPicPr>
        <p:blipFill>
          <a:blip r:embed="rId4"/>
          <a:stretch>
            <a:fillRect/>
          </a:stretch>
        </p:blipFill>
        <p:spPr>
          <a:xfrm>
            <a:off x="3612640" y="3919823"/>
            <a:ext cx="626693" cy="626693"/>
          </a:xfrm>
          <a:prstGeom prst="rect">
            <a:avLst/>
          </a:prstGeom>
        </p:spPr>
      </p:pic>
      <p:pic>
        <p:nvPicPr>
          <p:cNvPr id="34" name="Image 6" descr="preencoded.png">
            <a:extLst>
              <a:ext uri="{FF2B5EF4-FFF2-40B4-BE49-F238E27FC236}">
                <a16:creationId xmlns:a16="http://schemas.microsoft.com/office/drawing/2014/main" id="{3DED291E-5DB5-3444-B3DA-4302CDDEC211}"/>
              </a:ext>
            </a:extLst>
          </p:cNvPr>
          <p:cNvPicPr>
            <a:picLocks noChangeAspect="1"/>
          </p:cNvPicPr>
          <p:nvPr/>
        </p:nvPicPr>
        <p:blipFill>
          <a:blip r:embed="rId5"/>
          <a:stretch>
            <a:fillRect/>
          </a:stretch>
        </p:blipFill>
        <p:spPr>
          <a:xfrm>
            <a:off x="4980251" y="3886421"/>
            <a:ext cx="693498" cy="693498"/>
          </a:xfrm>
          <a:prstGeom prst="rect">
            <a:avLst/>
          </a:prstGeom>
        </p:spPr>
      </p:pic>
      <p:pic>
        <p:nvPicPr>
          <p:cNvPr id="35" name="Image 7" descr="preencoded.png">
            <a:extLst>
              <a:ext uri="{FF2B5EF4-FFF2-40B4-BE49-F238E27FC236}">
                <a16:creationId xmlns:a16="http://schemas.microsoft.com/office/drawing/2014/main" id="{D50D369C-B449-FA42-8CFD-83A2AA970654}"/>
              </a:ext>
            </a:extLst>
          </p:cNvPr>
          <p:cNvPicPr>
            <a:picLocks noChangeAspect="1"/>
          </p:cNvPicPr>
          <p:nvPr/>
        </p:nvPicPr>
        <p:blipFill>
          <a:blip r:embed="rId6"/>
          <a:stretch>
            <a:fillRect/>
          </a:stretch>
        </p:blipFill>
        <p:spPr>
          <a:xfrm>
            <a:off x="3619808" y="2541552"/>
            <a:ext cx="612357" cy="611720"/>
          </a:xfrm>
          <a:prstGeom prst="rect">
            <a:avLst/>
          </a:prstGeom>
        </p:spPr>
      </p:pic>
      <p:sp>
        <p:nvSpPr>
          <p:cNvPr id="36" name="Text 5">
            <a:extLst>
              <a:ext uri="{FF2B5EF4-FFF2-40B4-BE49-F238E27FC236}">
                <a16:creationId xmlns:a16="http://schemas.microsoft.com/office/drawing/2014/main" id="{22492CF4-4A7E-4548-B8D5-BCF874496B6C}"/>
              </a:ext>
            </a:extLst>
          </p:cNvPr>
          <p:cNvSpPr/>
          <p:nvPr/>
        </p:nvSpPr>
        <p:spPr>
          <a:xfrm>
            <a:off x="373080" y="1412776"/>
            <a:ext cx="2833736" cy="461665"/>
          </a:xfrm>
          <a:prstGeom prst="rect">
            <a:avLst/>
          </a:prstGeom>
          <a:noFill/>
          <a:ln/>
        </p:spPr>
        <p:txBody>
          <a:bodyPr wrap="square" lIns="91440" tIns="91440" rIns="91440" bIns="91440" rtlCol="0" anchor="t">
            <a:spAutoFit/>
          </a:bodyPr>
          <a:lstStyle/>
          <a:p>
            <a:pPr algn="r" fontAlgn="auto">
              <a:spcBef>
                <a:spcPts val="360"/>
              </a:spcBef>
              <a:spcAft>
                <a:spcPts val="0"/>
              </a:spcAft>
              <a:buFontTx/>
              <a:buNone/>
            </a:pPr>
            <a:r>
              <a:rPr lang="en-US" b="1" dirty="0">
                <a:solidFill>
                  <a:srgbClr val="0F3558"/>
                </a:solidFill>
                <a:latin typeface="Trebuchet MS" pitchFamily="34" charset="0"/>
                <a:ea typeface="Trebuchet MS" pitchFamily="34" charset="-122"/>
                <a:cs typeface="Trebuchet MS" pitchFamily="34" charset="-120"/>
              </a:rPr>
              <a:t>死锁的基本概念</a:t>
            </a:r>
            <a:endParaRPr lang="en-US" dirty="0">
              <a:solidFill>
                <a:prstClr val="black"/>
              </a:solidFill>
              <a:latin typeface="Calibri" panose="020F0502020204030204"/>
              <a:ea typeface="+mn-ea"/>
            </a:endParaRPr>
          </a:p>
        </p:txBody>
      </p:sp>
      <p:sp>
        <p:nvSpPr>
          <p:cNvPr id="37" name="Text 6">
            <a:extLst>
              <a:ext uri="{FF2B5EF4-FFF2-40B4-BE49-F238E27FC236}">
                <a16:creationId xmlns:a16="http://schemas.microsoft.com/office/drawing/2014/main" id="{363FD906-943A-2148-BBD6-CEB1EE27DD8D}"/>
              </a:ext>
            </a:extLst>
          </p:cNvPr>
          <p:cNvSpPr/>
          <p:nvPr/>
        </p:nvSpPr>
        <p:spPr>
          <a:xfrm>
            <a:off x="367924" y="1880949"/>
            <a:ext cx="2838893" cy="1756956"/>
          </a:xfrm>
          <a:prstGeom prst="rect">
            <a:avLst/>
          </a:prstGeom>
          <a:noFill/>
          <a:ln/>
        </p:spPr>
        <p:txBody>
          <a:bodyPr wrap="square" lIns="91440" tIns="91440" rIns="91440" bIns="91440" rtlCol="0" anchor="t">
            <a:spAutoFit/>
          </a:bodyPr>
          <a:lstStyle/>
          <a:p>
            <a:pPr algn="r" fontAlgn="auto">
              <a:lnSpc>
                <a:spcPct val="115000"/>
              </a:lnSpc>
              <a:spcBef>
                <a:spcPts val="0"/>
              </a:spcBef>
              <a:spcAft>
                <a:spcPts val="0"/>
              </a:spcAft>
              <a:buFontTx/>
              <a:buNone/>
            </a:pPr>
            <a:r>
              <a:rPr lang="en-US" dirty="0">
                <a:solidFill>
                  <a:srgbClr val="000000"/>
                </a:solidFill>
                <a:latin typeface="Trebuchet MS" pitchFamily="34" charset="0"/>
                <a:ea typeface="Trebuchet MS" pitchFamily="34" charset="-122"/>
                <a:cs typeface="Trebuchet MS" pitchFamily="34" charset="-120"/>
              </a:rPr>
              <a:t>死锁指多个进程因竞争资源陷入僵局，若无外力干预将无法推进，典型表现为循环等待对方释放资源。</a:t>
            </a:r>
            <a:endParaRPr lang="en-US" dirty="0">
              <a:solidFill>
                <a:prstClr val="black"/>
              </a:solidFill>
              <a:latin typeface="Calibri" panose="020F0502020204030204"/>
              <a:ea typeface="+mn-ea"/>
            </a:endParaRPr>
          </a:p>
        </p:txBody>
      </p:sp>
      <p:sp>
        <p:nvSpPr>
          <p:cNvPr id="38" name="Text 7">
            <a:extLst>
              <a:ext uri="{FF2B5EF4-FFF2-40B4-BE49-F238E27FC236}">
                <a16:creationId xmlns:a16="http://schemas.microsoft.com/office/drawing/2014/main" id="{3DA50818-3412-2D42-9B64-7AAFD786C777}"/>
              </a:ext>
            </a:extLst>
          </p:cNvPr>
          <p:cNvSpPr/>
          <p:nvPr/>
        </p:nvSpPr>
        <p:spPr>
          <a:xfrm>
            <a:off x="6117253" y="1412776"/>
            <a:ext cx="2874389" cy="461665"/>
          </a:xfrm>
          <a:prstGeom prst="rect">
            <a:avLst/>
          </a:prstGeom>
          <a:noFill/>
          <a:ln/>
        </p:spPr>
        <p:txBody>
          <a:bodyPr wrap="square" lIns="91440" tIns="91440" rIns="91440" bIns="91440" rtlCol="0" anchor="t">
            <a:spAutoFit/>
          </a:bodyPr>
          <a:lstStyle/>
          <a:p>
            <a:pPr fontAlgn="auto">
              <a:spcBef>
                <a:spcPts val="360"/>
              </a:spcBef>
              <a:spcAft>
                <a:spcPts val="0"/>
              </a:spcAft>
              <a:buFontTx/>
              <a:buNone/>
            </a:pPr>
            <a:r>
              <a:rPr lang="en-US" b="1" dirty="0">
                <a:solidFill>
                  <a:srgbClr val="0F3558"/>
                </a:solidFill>
                <a:latin typeface="Trebuchet MS" pitchFamily="34" charset="0"/>
                <a:ea typeface="Trebuchet MS" pitchFamily="34" charset="-122"/>
                <a:cs typeface="Trebuchet MS" pitchFamily="34" charset="-120"/>
              </a:rPr>
              <a:t>死锁产生的必要条件</a:t>
            </a:r>
            <a:endParaRPr lang="en-US" dirty="0">
              <a:solidFill>
                <a:prstClr val="black"/>
              </a:solidFill>
              <a:latin typeface="Calibri" panose="020F0502020204030204"/>
              <a:ea typeface="+mn-ea"/>
            </a:endParaRPr>
          </a:p>
        </p:txBody>
      </p:sp>
      <p:sp>
        <p:nvSpPr>
          <p:cNvPr id="39" name="Text 8">
            <a:extLst>
              <a:ext uri="{FF2B5EF4-FFF2-40B4-BE49-F238E27FC236}">
                <a16:creationId xmlns:a16="http://schemas.microsoft.com/office/drawing/2014/main" id="{07A93DED-316F-A547-951E-81B5526FE09E}"/>
              </a:ext>
            </a:extLst>
          </p:cNvPr>
          <p:cNvSpPr/>
          <p:nvPr/>
        </p:nvSpPr>
        <p:spPr>
          <a:xfrm>
            <a:off x="6117253" y="1880927"/>
            <a:ext cx="2869730" cy="1438407"/>
          </a:xfrm>
          <a:prstGeom prst="rect">
            <a:avLst/>
          </a:prstGeom>
          <a:noFill/>
          <a:ln/>
        </p:spPr>
        <p:txBody>
          <a:bodyPr wrap="square" lIns="91440" tIns="91440" rIns="91440" bIns="91440" rtlCol="0" anchor="t">
            <a:spAutoFit/>
          </a:bodyPr>
          <a:lstStyle/>
          <a:p>
            <a:pPr fontAlgn="auto">
              <a:lnSpc>
                <a:spcPct val="115000"/>
              </a:lnSpc>
              <a:spcBef>
                <a:spcPts val="360"/>
              </a:spcBef>
              <a:spcAft>
                <a:spcPts val="0"/>
              </a:spcAft>
              <a:buFontTx/>
              <a:buNone/>
            </a:pPr>
            <a:r>
              <a:rPr lang="en-US" dirty="0">
                <a:solidFill>
                  <a:srgbClr val="000000"/>
                </a:solidFill>
                <a:latin typeface="Trebuchet MS" pitchFamily="34" charset="0"/>
                <a:ea typeface="Trebuchet MS" pitchFamily="34" charset="-122"/>
                <a:cs typeface="Trebuchet MS" pitchFamily="34" charset="-120"/>
              </a:rPr>
              <a:t>死锁需满足互斥、请求保持、非剥夺和循环等待四个条件，破坏任一条件即可预防死锁发生。</a:t>
            </a:r>
            <a:endParaRPr lang="en-US" dirty="0">
              <a:solidFill>
                <a:prstClr val="black"/>
              </a:solidFill>
              <a:latin typeface="Calibri" panose="020F0502020204030204"/>
              <a:ea typeface="+mn-ea"/>
            </a:endParaRPr>
          </a:p>
        </p:txBody>
      </p:sp>
      <p:sp>
        <p:nvSpPr>
          <p:cNvPr id="40" name="Text 9">
            <a:extLst>
              <a:ext uri="{FF2B5EF4-FFF2-40B4-BE49-F238E27FC236}">
                <a16:creationId xmlns:a16="http://schemas.microsoft.com/office/drawing/2014/main" id="{BFCFB13A-BDEB-FE40-B5E0-6854C44C215C}"/>
              </a:ext>
            </a:extLst>
          </p:cNvPr>
          <p:cNvSpPr/>
          <p:nvPr/>
        </p:nvSpPr>
        <p:spPr>
          <a:xfrm>
            <a:off x="373080" y="3644826"/>
            <a:ext cx="2833736" cy="461665"/>
          </a:xfrm>
          <a:prstGeom prst="rect">
            <a:avLst/>
          </a:prstGeom>
          <a:noFill/>
          <a:ln/>
        </p:spPr>
        <p:txBody>
          <a:bodyPr wrap="square" lIns="91440" tIns="91440" rIns="91440" bIns="91440" rtlCol="0" anchor="t">
            <a:spAutoFit/>
          </a:bodyPr>
          <a:lstStyle/>
          <a:p>
            <a:pPr algn="r" fontAlgn="auto">
              <a:spcBef>
                <a:spcPts val="360"/>
              </a:spcBef>
              <a:spcAft>
                <a:spcPts val="0"/>
              </a:spcAft>
              <a:buFontTx/>
              <a:buNone/>
            </a:pPr>
            <a:r>
              <a:rPr lang="en-US" b="1" dirty="0">
                <a:solidFill>
                  <a:srgbClr val="0F3558"/>
                </a:solidFill>
                <a:latin typeface="Trebuchet MS" pitchFamily="34" charset="0"/>
                <a:ea typeface="Trebuchet MS" pitchFamily="34" charset="-122"/>
                <a:cs typeface="Trebuchet MS" pitchFamily="34" charset="-120"/>
              </a:rPr>
              <a:t>处理死锁的基本方法</a:t>
            </a:r>
            <a:endParaRPr lang="en-US" dirty="0">
              <a:solidFill>
                <a:prstClr val="black"/>
              </a:solidFill>
              <a:latin typeface="Calibri" panose="020F0502020204030204"/>
              <a:ea typeface="+mn-ea"/>
            </a:endParaRPr>
          </a:p>
        </p:txBody>
      </p:sp>
      <p:sp>
        <p:nvSpPr>
          <p:cNvPr id="41" name="Text 10">
            <a:extLst>
              <a:ext uri="{FF2B5EF4-FFF2-40B4-BE49-F238E27FC236}">
                <a16:creationId xmlns:a16="http://schemas.microsoft.com/office/drawing/2014/main" id="{699653E9-4F58-7841-AB29-101BF7F15473}"/>
              </a:ext>
            </a:extLst>
          </p:cNvPr>
          <p:cNvSpPr/>
          <p:nvPr/>
        </p:nvSpPr>
        <p:spPr>
          <a:xfrm>
            <a:off x="367924" y="4105684"/>
            <a:ext cx="2838893" cy="1756956"/>
          </a:xfrm>
          <a:prstGeom prst="rect">
            <a:avLst/>
          </a:prstGeom>
          <a:noFill/>
          <a:ln/>
        </p:spPr>
        <p:txBody>
          <a:bodyPr wrap="square" lIns="91440" tIns="91440" rIns="91440" bIns="91440" rtlCol="0" anchor="t">
            <a:spAutoFit/>
          </a:bodyPr>
          <a:lstStyle/>
          <a:p>
            <a:pPr algn="r" fontAlgn="auto">
              <a:lnSpc>
                <a:spcPct val="115000"/>
              </a:lnSpc>
              <a:spcBef>
                <a:spcPts val="360"/>
              </a:spcBef>
              <a:spcAft>
                <a:spcPts val="0"/>
              </a:spcAft>
              <a:buFontTx/>
              <a:buNone/>
            </a:pPr>
            <a:r>
              <a:rPr lang="en-US" dirty="0">
                <a:solidFill>
                  <a:srgbClr val="000000"/>
                </a:solidFill>
                <a:latin typeface="Trebuchet MS" pitchFamily="34" charset="0"/>
                <a:ea typeface="Trebuchet MS" pitchFamily="34" charset="-122"/>
                <a:cs typeface="Trebuchet MS" pitchFamily="34" charset="-120"/>
              </a:rPr>
              <a:t>解决死锁有预防、避免、检测和解除四种策略，分别通过破坏条件、动态分配、监控及资源回收实现。</a:t>
            </a:r>
            <a:endParaRPr lang="en-US" dirty="0">
              <a:solidFill>
                <a:prstClr val="black"/>
              </a:solidFill>
              <a:latin typeface="Calibri" panose="020F0502020204030204"/>
              <a:ea typeface="+mn-ea"/>
            </a:endParaRPr>
          </a:p>
        </p:txBody>
      </p:sp>
      <p:sp>
        <p:nvSpPr>
          <p:cNvPr id="42" name="Text 11">
            <a:extLst>
              <a:ext uri="{FF2B5EF4-FFF2-40B4-BE49-F238E27FC236}">
                <a16:creationId xmlns:a16="http://schemas.microsoft.com/office/drawing/2014/main" id="{1F4D2C16-7A76-E447-954A-E6297FC40791}"/>
              </a:ext>
            </a:extLst>
          </p:cNvPr>
          <p:cNvSpPr/>
          <p:nvPr/>
        </p:nvSpPr>
        <p:spPr>
          <a:xfrm>
            <a:off x="6117253" y="3644804"/>
            <a:ext cx="2874389" cy="461665"/>
          </a:xfrm>
          <a:prstGeom prst="rect">
            <a:avLst/>
          </a:prstGeom>
          <a:noFill/>
          <a:ln/>
        </p:spPr>
        <p:txBody>
          <a:bodyPr wrap="square" lIns="91440" tIns="91440" rIns="91440" bIns="91440" rtlCol="0" anchor="t">
            <a:spAutoFit/>
          </a:bodyPr>
          <a:lstStyle/>
          <a:p>
            <a:pPr fontAlgn="auto">
              <a:spcBef>
                <a:spcPts val="360"/>
              </a:spcBef>
              <a:spcAft>
                <a:spcPts val="0"/>
              </a:spcAft>
              <a:buFontTx/>
              <a:buNone/>
            </a:pPr>
            <a:r>
              <a:rPr lang="en-US" b="1" dirty="0">
                <a:solidFill>
                  <a:srgbClr val="0F3558"/>
                </a:solidFill>
                <a:latin typeface="Trebuchet MS" pitchFamily="34" charset="0"/>
                <a:ea typeface="Trebuchet MS" pitchFamily="34" charset="-122"/>
                <a:cs typeface="Trebuchet MS" pitchFamily="34" charset="-120"/>
              </a:rPr>
              <a:t>死锁的预防策略</a:t>
            </a:r>
            <a:endParaRPr lang="en-US" dirty="0">
              <a:solidFill>
                <a:prstClr val="black"/>
              </a:solidFill>
              <a:latin typeface="Calibri" panose="020F0502020204030204"/>
              <a:ea typeface="+mn-ea"/>
            </a:endParaRPr>
          </a:p>
        </p:txBody>
      </p:sp>
      <p:sp>
        <p:nvSpPr>
          <p:cNvPr id="43" name="Text 12">
            <a:extLst>
              <a:ext uri="{FF2B5EF4-FFF2-40B4-BE49-F238E27FC236}">
                <a16:creationId xmlns:a16="http://schemas.microsoft.com/office/drawing/2014/main" id="{55C5BE9F-0D41-7A4D-95A8-250AA104452A}"/>
              </a:ext>
            </a:extLst>
          </p:cNvPr>
          <p:cNvSpPr/>
          <p:nvPr/>
        </p:nvSpPr>
        <p:spPr>
          <a:xfrm>
            <a:off x="6117253" y="4105684"/>
            <a:ext cx="2869730" cy="1438407"/>
          </a:xfrm>
          <a:prstGeom prst="rect">
            <a:avLst/>
          </a:prstGeom>
          <a:noFill/>
          <a:ln/>
        </p:spPr>
        <p:txBody>
          <a:bodyPr wrap="square" lIns="91440" tIns="91440" rIns="91440" bIns="91440" rtlCol="0" anchor="t">
            <a:spAutoFit/>
          </a:bodyPr>
          <a:lstStyle/>
          <a:p>
            <a:pPr fontAlgn="auto">
              <a:lnSpc>
                <a:spcPct val="115000"/>
              </a:lnSpc>
              <a:spcBef>
                <a:spcPts val="360"/>
              </a:spcBef>
              <a:spcAft>
                <a:spcPts val="0"/>
              </a:spcAft>
              <a:buFontTx/>
              <a:buNone/>
            </a:pPr>
            <a:r>
              <a:rPr lang="en-US" dirty="0">
                <a:solidFill>
                  <a:srgbClr val="000000"/>
                </a:solidFill>
                <a:latin typeface="Trebuchet MS" pitchFamily="34" charset="0"/>
                <a:ea typeface="Trebuchet MS" pitchFamily="34" charset="-122"/>
                <a:cs typeface="Trebuchet MS" pitchFamily="34" charset="-120"/>
              </a:rPr>
              <a:t>通过预先分配、强制剥夺或有序分配资源，破坏死锁的必要条件，但可能降低系统资源利用率。</a:t>
            </a:r>
            <a:endParaRPr lang="en-US" dirty="0">
              <a:solidFill>
                <a:prstClr val="black"/>
              </a:solidFill>
              <a:latin typeface="Calibri" panose="020F0502020204030204"/>
              <a:ea typeface="+mn-ea"/>
            </a:endParaRPr>
          </a:p>
        </p:txBody>
      </p:sp>
    </p:spTree>
    <p:extLst>
      <p:ext uri="{BB962C8B-B14F-4D97-AF65-F5344CB8AC3E}">
        <p14:creationId xmlns:p14="http://schemas.microsoft.com/office/powerpoint/2010/main" val="33629271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Image 0" descr="preencoded.png">
            <a:extLst>
              <a:ext uri="{FF2B5EF4-FFF2-40B4-BE49-F238E27FC236}">
                <a16:creationId xmlns:a16="http://schemas.microsoft.com/office/drawing/2014/main" id="{00626D2E-A4AC-F64A-BDB6-B4F0D888C7D6}"/>
              </a:ext>
            </a:extLst>
          </p:cNvPr>
          <p:cNvPicPr>
            <a:picLocks noChangeAspect="1"/>
          </p:cNvPicPr>
          <p:nvPr/>
        </p:nvPicPr>
        <p:blipFill>
          <a:blip r:embed="rId2"/>
          <a:stretch>
            <a:fillRect/>
          </a:stretch>
        </p:blipFill>
        <p:spPr>
          <a:xfrm rot="554302">
            <a:off x="431601" y="331164"/>
            <a:ext cx="274320" cy="202082"/>
          </a:xfrm>
          <a:prstGeom prst="rect">
            <a:avLst/>
          </a:prstGeom>
        </p:spPr>
      </p:pic>
      <p:pic>
        <p:nvPicPr>
          <p:cNvPr id="26" name="Image 1" descr="preencoded.png">
            <a:extLst>
              <a:ext uri="{FF2B5EF4-FFF2-40B4-BE49-F238E27FC236}">
                <a16:creationId xmlns:a16="http://schemas.microsoft.com/office/drawing/2014/main" id="{E0D5874C-9165-0E40-86E1-8721AE618F11}"/>
              </a:ext>
            </a:extLst>
          </p:cNvPr>
          <p:cNvPicPr>
            <a:picLocks noChangeAspect="1"/>
          </p:cNvPicPr>
          <p:nvPr/>
        </p:nvPicPr>
        <p:blipFill>
          <a:blip r:embed="rId2"/>
          <a:stretch>
            <a:fillRect/>
          </a:stretch>
        </p:blipFill>
        <p:spPr>
          <a:xfrm rot="554302">
            <a:off x="431601" y="471202"/>
            <a:ext cx="274320" cy="202082"/>
          </a:xfrm>
          <a:prstGeom prst="rect">
            <a:avLst/>
          </a:prstGeom>
        </p:spPr>
      </p:pic>
      <p:pic>
        <p:nvPicPr>
          <p:cNvPr id="27" name="Image 2" descr="preencoded.png">
            <a:extLst>
              <a:ext uri="{FF2B5EF4-FFF2-40B4-BE49-F238E27FC236}">
                <a16:creationId xmlns:a16="http://schemas.microsoft.com/office/drawing/2014/main" id="{053B416D-23A1-4144-9699-BE1A4E12FD19}"/>
              </a:ext>
            </a:extLst>
          </p:cNvPr>
          <p:cNvPicPr>
            <a:picLocks noChangeAspect="1"/>
          </p:cNvPicPr>
          <p:nvPr/>
        </p:nvPicPr>
        <p:blipFill>
          <a:blip r:embed="rId2"/>
          <a:stretch>
            <a:fillRect/>
          </a:stretch>
        </p:blipFill>
        <p:spPr>
          <a:xfrm rot="554302">
            <a:off x="298287" y="312876"/>
            <a:ext cx="274320" cy="202082"/>
          </a:xfrm>
          <a:prstGeom prst="rect">
            <a:avLst/>
          </a:prstGeom>
        </p:spPr>
      </p:pic>
      <p:pic>
        <p:nvPicPr>
          <p:cNvPr id="28" name="Image 3" descr="preencoded.png">
            <a:extLst>
              <a:ext uri="{FF2B5EF4-FFF2-40B4-BE49-F238E27FC236}">
                <a16:creationId xmlns:a16="http://schemas.microsoft.com/office/drawing/2014/main" id="{7D8F9C3B-9671-8644-B9E6-A639D53C73B6}"/>
              </a:ext>
            </a:extLst>
          </p:cNvPr>
          <p:cNvPicPr>
            <a:picLocks noChangeAspect="1"/>
          </p:cNvPicPr>
          <p:nvPr/>
        </p:nvPicPr>
        <p:blipFill>
          <a:blip r:embed="rId2"/>
          <a:stretch>
            <a:fillRect/>
          </a:stretch>
        </p:blipFill>
        <p:spPr>
          <a:xfrm rot="554302">
            <a:off x="298287" y="452914"/>
            <a:ext cx="274320" cy="202082"/>
          </a:xfrm>
          <a:prstGeom prst="rect">
            <a:avLst/>
          </a:prstGeom>
        </p:spPr>
      </p:pic>
      <p:sp>
        <p:nvSpPr>
          <p:cNvPr id="29" name="Text 0">
            <a:extLst>
              <a:ext uri="{FF2B5EF4-FFF2-40B4-BE49-F238E27FC236}">
                <a16:creationId xmlns:a16="http://schemas.microsoft.com/office/drawing/2014/main" id="{CAED08A8-296F-334C-B849-163ADD43DCA0}"/>
              </a:ext>
            </a:extLst>
          </p:cNvPr>
          <p:cNvSpPr/>
          <p:nvPr/>
        </p:nvSpPr>
        <p:spPr>
          <a:xfrm>
            <a:off x="756939" y="156192"/>
            <a:ext cx="8268500" cy="667512"/>
          </a:xfrm>
          <a:prstGeom prst="rect">
            <a:avLst/>
          </a:prstGeom>
          <a:noFill/>
          <a:ln/>
        </p:spPr>
        <p:txBody>
          <a:bodyPr wrap="square" lIns="91440" tIns="91440" rIns="91440" bIns="91440" rtlCol="0" anchor="t">
            <a:spAutoFit/>
          </a:bodyPr>
          <a:lstStyle/>
          <a:p>
            <a:pPr fontAlgn="auto">
              <a:lnSpc>
                <a:spcPct val="120000"/>
              </a:lnSpc>
              <a:spcBef>
                <a:spcPts val="360"/>
              </a:spcBef>
              <a:spcAft>
                <a:spcPts val="0"/>
              </a:spcAft>
              <a:buFontTx/>
              <a:buNone/>
            </a:pPr>
            <a:r>
              <a:rPr lang="en-US" sz="2448" b="1" dirty="0">
                <a:solidFill>
                  <a:srgbClr val="000000"/>
                </a:solidFill>
                <a:latin typeface="Microsoft Yahei" pitchFamily="34" charset="0"/>
                <a:ea typeface="Microsoft Yahei" pitchFamily="34" charset="-122"/>
                <a:cs typeface="Microsoft Yahei" pitchFamily="34" charset="-120"/>
              </a:rPr>
              <a:t>非剥夺条件</a:t>
            </a:r>
            <a:endParaRPr lang="en-US" sz="1440" dirty="0">
              <a:solidFill>
                <a:prstClr val="black"/>
              </a:solidFill>
              <a:latin typeface="Calibri" panose="020F0502020204030204"/>
              <a:ea typeface="+mn-ea"/>
            </a:endParaRPr>
          </a:p>
        </p:txBody>
      </p:sp>
      <p:sp>
        <p:nvSpPr>
          <p:cNvPr id="30" name="Shape 1">
            <a:extLst>
              <a:ext uri="{FF2B5EF4-FFF2-40B4-BE49-F238E27FC236}">
                <a16:creationId xmlns:a16="http://schemas.microsoft.com/office/drawing/2014/main" id="{EFBB0DA0-0BA4-1B4D-8E1E-C9AF8C064121}"/>
              </a:ext>
            </a:extLst>
          </p:cNvPr>
          <p:cNvSpPr/>
          <p:nvPr/>
        </p:nvSpPr>
        <p:spPr>
          <a:xfrm>
            <a:off x="1841977" y="1126130"/>
            <a:ext cx="648669" cy="648669"/>
          </a:xfrm>
          <a:custGeom>
            <a:avLst/>
            <a:gdLst/>
            <a:ahLst/>
            <a:cxnLst/>
            <a:rect l="l" t="t" r="r" b="b"/>
            <a:pathLst>
              <a:path w="648669" h="648669">
                <a:moveTo>
                  <a:pt x="324335" y="0"/>
                </a:moveTo>
                <a:moveTo>
                  <a:pt x="324335" y="0"/>
                </a:moveTo>
                <a:cubicBezTo>
                  <a:pt x="503340" y="0"/>
                  <a:pt x="648669" y="145329"/>
                  <a:pt x="648669" y="324335"/>
                </a:cubicBezTo>
                <a:cubicBezTo>
                  <a:pt x="648669" y="503340"/>
                  <a:pt x="503340" y="648669"/>
                  <a:pt x="324335" y="648669"/>
                </a:cubicBezTo>
                <a:cubicBezTo>
                  <a:pt x="145329" y="648669"/>
                  <a:pt x="0" y="503340"/>
                  <a:pt x="0" y="324335"/>
                </a:cubicBezTo>
                <a:cubicBezTo>
                  <a:pt x="0" y="145329"/>
                  <a:pt x="145329" y="0"/>
                  <a:pt x="324335" y="0"/>
                </a:cubicBezTo>
                <a:close/>
              </a:path>
            </a:pathLst>
          </a:custGeom>
          <a:solidFill>
            <a:srgbClr val="00B050"/>
          </a:solidFill>
          <a:ln/>
        </p:spPr>
      </p:sp>
      <p:sp>
        <p:nvSpPr>
          <p:cNvPr id="31" name="Text 2">
            <a:extLst>
              <a:ext uri="{FF2B5EF4-FFF2-40B4-BE49-F238E27FC236}">
                <a16:creationId xmlns:a16="http://schemas.microsoft.com/office/drawing/2014/main" id="{BBDA167C-1E28-2C4B-80FC-29479ABB56CB}"/>
              </a:ext>
            </a:extLst>
          </p:cNvPr>
          <p:cNvSpPr/>
          <p:nvPr/>
        </p:nvSpPr>
        <p:spPr>
          <a:xfrm>
            <a:off x="1763688" y="1189271"/>
            <a:ext cx="805245" cy="493212"/>
          </a:xfrm>
          <a:prstGeom prst="rect">
            <a:avLst/>
          </a:prstGeom>
          <a:noFill/>
          <a:ln/>
        </p:spPr>
        <p:txBody>
          <a:bodyPr wrap="square" lIns="91440" tIns="91440" rIns="91440" bIns="91440" rtlCol="0" anchor="t">
            <a:spAutoFit/>
          </a:bodyPr>
          <a:lstStyle/>
          <a:p>
            <a:pPr algn="ctr" fontAlgn="auto">
              <a:lnSpc>
                <a:spcPct val="120000"/>
              </a:lnSpc>
              <a:spcBef>
                <a:spcPts val="360"/>
              </a:spcBef>
              <a:spcAft>
                <a:spcPts val="0"/>
              </a:spcAft>
              <a:buFontTx/>
              <a:buNone/>
            </a:pPr>
            <a:r>
              <a:rPr lang="en-US" b="1" dirty="0">
                <a:solidFill>
                  <a:srgbClr val="FFFFFF"/>
                </a:solidFill>
                <a:latin typeface="Trebuchet MS" pitchFamily="34" charset="0"/>
                <a:ea typeface="Trebuchet MS" pitchFamily="34" charset="-122"/>
                <a:cs typeface="Trebuchet MS" pitchFamily="34" charset="-120"/>
              </a:rPr>
              <a:t>1</a:t>
            </a:r>
            <a:endParaRPr lang="en-US" dirty="0">
              <a:solidFill>
                <a:prstClr val="black"/>
              </a:solidFill>
              <a:latin typeface="Calibri" panose="020F0502020204030204"/>
              <a:ea typeface="+mn-ea"/>
            </a:endParaRPr>
          </a:p>
        </p:txBody>
      </p:sp>
      <p:sp>
        <p:nvSpPr>
          <p:cNvPr id="32" name="Shape 3">
            <a:extLst>
              <a:ext uri="{FF2B5EF4-FFF2-40B4-BE49-F238E27FC236}">
                <a16:creationId xmlns:a16="http://schemas.microsoft.com/office/drawing/2014/main" id="{DC165F06-C68B-6C42-963B-E6EDE99D5BC7}"/>
              </a:ext>
            </a:extLst>
          </p:cNvPr>
          <p:cNvSpPr/>
          <p:nvPr/>
        </p:nvSpPr>
        <p:spPr>
          <a:xfrm>
            <a:off x="3164965" y="2177772"/>
            <a:ext cx="648669" cy="648669"/>
          </a:xfrm>
          <a:custGeom>
            <a:avLst/>
            <a:gdLst/>
            <a:ahLst/>
            <a:cxnLst/>
            <a:rect l="l" t="t" r="r" b="b"/>
            <a:pathLst>
              <a:path w="648669" h="648669">
                <a:moveTo>
                  <a:pt x="324335" y="0"/>
                </a:moveTo>
                <a:moveTo>
                  <a:pt x="324335" y="0"/>
                </a:moveTo>
                <a:cubicBezTo>
                  <a:pt x="503340" y="0"/>
                  <a:pt x="648669" y="145329"/>
                  <a:pt x="648669" y="324335"/>
                </a:cubicBezTo>
                <a:cubicBezTo>
                  <a:pt x="648669" y="503340"/>
                  <a:pt x="503340" y="648669"/>
                  <a:pt x="324335" y="648669"/>
                </a:cubicBezTo>
                <a:cubicBezTo>
                  <a:pt x="145329" y="648669"/>
                  <a:pt x="0" y="503340"/>
                  <a:pt x="0" y="324335"/>
                </a:cubicBezTo>
                <a:cubicBezTo>
                  <a:pt x="0" y="145329"/>
                  <a:pt x="145329" y="0"/>
                  <a:pt x="324335" y="0"/>
                </a:cubicBezTo>
                <a:close/>
              </a:path>
            </a:pathLst>
          </a:custGeom>
          <a:solidFill>
            <a:srgbClr val="00B050"/>
          </a:solidFill>
          <a:ln/>
        </p:spPr>
      </p:sp>
      <p:sp>
        <p:nvSpPr>
          <p:cNvPr id="33" name="Text 4">
            <a:extLst>
              <a:ext uri="{FF2B5EF4-FFF2-40B4-BE49-F238E27FC236}">
                <a16:creationId xmlns:a16="http://schemas.microsoft.com/office/drawing/2014/main" id="{7AB6827A-D027-3A4B-AABD-2782EB4462C9}"/>
              </a:ext>
            </a:extLst>
          </p:cNvPr>
          <p:cNvSpPr/>
          <p:nvPr/>
        </p:nvSpPr>
        <p:spPr>
          <a:xfrm>
            <a:off x="3110594" y="2220584"/>
            <a:ext cx="805245" cy="493212"/>
          </a:xfrm>
          <a:prstGeom prst="rect">
            <a:avLst/>
          </a:prstGeom>
          <a:noFill/>
          <a:ln/>
        </p:spPr>
        <p:txBody>
          <a:bodyPr wrap="square" lIns="91440" tIns="91440" rIns="91440" bIns="91440" rtlCol="0" anchor="t">
            <a:spAutoFit/>
          </a:bodyPr>
          <a:lstStyle/>
          <a:p>
            <a:pPr algn="ctr" fontAlgn="auto">
              <a:lnSpc>
                <a:spcPct val="120000"/>
              </a:lnSpc>
              <a:spcBef>
                <a:spcPts val="360"/>
              </a:spcBef>
              <a:spcAft>
                <a:spcPts val="0"/>
              </a:spcAft>
              <a:buFontTx/>
              <a:buNone/>
            </a:pPr>
            <a:r>
              <a:rPr lang="en-US" b="1" dirty="0">
                <a:solidFill>
                  <a:srgbClr val="FFFFFF"/>
                </a:solidFill>
                <a:latin typeface="Trebuchet MS" pitchFamily="34" charset="0"/>
                <a:ea typeface="Trebuchet MS" pitchFamily="34" charset="-122"/>
                <a:cs typeface="Trebuchet MS" pitchFamily="34" charset="-120"/>
              </a:rPr>
              <a:t>2</a:t>
            </a:r>
            <a:endParaRPr lang="en-US" dirty="0">
              <a:solidFill>
                <a:prstClr val="black"/>
              </a:solidFill>
              <a:latin typeface="Calibri" panose="020F0502020204030204"/>
              <a:ea typeface="+mn-ea"/>
            </a:endParaRPr>
          </a:p>
        </p:txBody>
      </p:sp>
      <p:sp>
        <p:nvSpPr>
          <p:cNvPr id="34" name="Shape 5">
            <a:extLst>
              <a:ext uri="{FF2B5EF4-FFF2-40B4-BE49-F238E27FC236}">
                <a16:creationId xmlns:a16="http://schemas.microsoft.com/office/drawing/2014/main" id="{246885DF-D8C8-8142-9CBD-3D4DF0FC83ED}"/>
              </a:ext>
            </a:extLst>
          </p:cNvPr>
          <p:cNvSpPr/>
          <p:nvPr/>
        </p:nvSpPr>
        <p:spPr>
          <a:xfrm>
            <a:off x="3207231" y="3678066"/>
            <a:ext cx="648669" cy="648669"/>
          </a:xfrm>
          <a:custGeom>
            <a:avLst/>
            <a:gdLst/>
            <a:ahLst/>
            <a:cxnLst/>
            <a:rect l="l" t="t" r="r" b="b"/>
            <a:pathLst>
              <a:path w="648669" h="648669">
                <a:moveTo>
                  <a:pt x="324335" y="0"/>
                </a:moveTo>
                <a:moveTo>
                  <a:pt x="324335" y="0"/>
                </a:moveTo>
                <a:cubicBezTo>
                  <a:pt x="503340" y="0"/>
                  <a:pt x="648669" y="145329"/>
                  <a:pt x="648669" y="324335"/>
                </a:cubicBezTo>
                <a:cubicBezTo>
                  <a:pt x="648669" y="503340"/>
                  <a:pt x="503340" y="648669"/>
                  <a:pt x="324335" y="648669"/>
                </a:cubicBezTo>
                <a:cubicBezTo>
                  <a:pt x="145329" y="648669"/>
                  <a:pt x="0" y="503340"/>
                  <a:pt x="0" y="324335"/>
                </a:cubicBezTo>
                <a:cubicBezTo>
                  <a:pt x="0" y="145329"/>
                  <a:pt x="145329" y="0"/>
                  <a:pt x="324335" y="0"/>
                </a:cubicBezTo>
                <a:close/>
              </a:path>
            </a:pathLst>
          </a:custGeom>
          <a:solidFill>
            <a:srgbClr val="00B050"/>
          </a:solidFill>
          <a:ln/>
        </p:spPr>
      </p:sp>
      <p:sp>
        <p:nvSpPr>
          <p:cNvPr id="35" name="Text 6">
            <a:extLst>
              <a:ext uri="{FF2B5EF4-FFF2-40B4-BE49-F238E27FC236}">
                <a16:creationId xmlns:a16="http://schemas.microsoft.com/office/drawing/2014/main" id="{B1EAA8E5-B8C3-324D-8188-4EBC6CD55B75}"/>
              </a:ext>
            </a:extLst>
          </p:cNvPr>
          <p:cNvSpPr/>
          <p:nvPr/>
        </p:nvSpPr>
        <p:spPr>
          <a:xfrm>
            <a:off x="3128943" y="3664072"/>
            <a:ext cx="805245" cy="493212"/>
          </a:xfrm>
          <a:prstGeom prst="rect">
            <a:avLst/>
          </a:prstGeom>
          <a:noFill/>
          <a:ln/>
        </p:spPr>
        <p:txBody>
          <a:bodyPr wrap="square" lIns="91440" tIns="91440" rIns="91440" bIns="91440" rtlCol="0" anchor="t">
            <a:spAutoFit/>
          </a:bodyPr>
          <a:lstStyle/>
          <a:p>
            <a:pPr algn="ctr" fontAlgn="auto">
              <a:lnSpc>
                <a:spcPct val="120000"/>
              </a:lnSpc>
              <a:spcBef>
                <a:spcPts val="360"/>
              </a:spcBef>
              <a:spcAft>
                <a:spcPts val="0"/>
              </a:spcAft>
              <a:buFontTx/>
              <a:buNone/>
            </a:pPr>
            <a:r>
              <a:rPr lang="en-US" b="1" dirty="0">
                <a:solidFill>
                  <a:srgbClr val="FFFFFF"/>
                </a:solidFill>
                <a:latin typeface="Trebuchet MS" pitchFamily="34" charset="0"/>
                <a:ea typeface="Trebuchet MS" pitchFamily="34" charset="-122"/>
                <a:cs typeface="Trebuchet MS" pitchFamily="34" charset="-120"/>
              </a:rPr>
              <a:t>3</a:t>
            </a:r>
            <a:endParaRPr lang="en-US" dirty="0">
              <a:solidFill>
                <a:prstClr val="black"/>
              </a:solidFill>
              <a:latin typeface="Calibri" panose="020F0502020204030204"/>
              <a:ea typeface="+mn-ea"/>
            </a:endParaRPr>
          </a:p>
        </p:txBody>
      </p:sp>
      <p:sp>
        <p:nvSpPr>
          <p:cNvPr id="36" name="Shape 7">
            <a:extLst>
              <a:ext uri="{FF2B5EF4-FFF2-40B4-BE49-F238E27FC236}">
                <a16:creationId xmlns:a16="http://schemas.microsoft.com/office/drawing/2014/main" id="{ED91484F-D986-7D42-AC0A-6A55DA1E4303}"/>
              </a:ext>
            </a:extLst>
          </p:cNvPr>
          <p:cNvSpPr/>
          <p:nvPr/>
        </p:nvSpPr>
        <p:spPr>
          <a:xfrm>
            <a:off x="2103694" y="5036792"/>
            <a:ext cx="648669" cy="648669"/>
          </a:xfrm>
          <a:custGeom>
            <a:avLst/>
            <a:gdLst/>
            <a:ahLst/>
            <a:cxnLst/>
            <a:rect l="l" t="t" r="r" b="b"/>
            <a:pathLst>
              <a:path w="648669" h="648669">
                <a:moveTo>
                  <a:pt x="324335" y="0"/>
                </a:moveTo>
                <a:moveTo>
                  <a:pt x="324335" y="0"/>
                </a:moveTo>
                <a:cubicBezTo>
                  <a:pt x="503340" y="0"/>
                  <a:pt x="648669" y="145329"/>
                  <a:pt x="648669" y="324335"/>
                </a:cubicBezTo>
                <a:cubicBezTo>
                  <a:pt x="648669" y="503340"/>
                  <a:pt x="503340" y="648669"/>
                  <a:pt x="324335" y="648669"/>
                </a:cubicBezTo>
                <a:cubicBezTo>
                  <a:pt x="145329" y="648669"/>
                  <a:pt x="0" y="503340"/>
                  <a:pt x="0" y="324335"/>
                </a:cubicBezTo>
                <a:cubicBezTo>
                  <a:pt x="0" y="145329"/>
                  <a:pt x="145329" y="0"/>
                  <a:pt x="324335" y="0"/>
                </a:cubicBezTo>
                <a:close/>
              </a:path>
            </a:pathLst>
          </a:custGeom>
          <a:solidFill>
            <a:srgbClr val="00B050"/>
          </a:solidFill>
          <a:ln/>
        </p:spPr>
      </p:sp>
      <p:sp>
        <p:nvSpPr>
          <p:cNvPr id="37" name="Text 8">
            <a:extLst>
              <a:ext uri="{FF2B5EF4-FFF2-40B4-BE49-F238E27FC236}">
                <a16:creationId xmlns:a16="http://schemas.microsoft.com/office/drawing/2014/main" id="{72BAE8FB-49CF-254A-9CD1-1A71B01CE7F5}"/>
              </a:ext>
            </a:extLst>
          </p:cNvPr>
          <p:cNvSpPr/>
          <p:nvPr/>
        </p:nvSpPr>
        <p:spPr>
          <a:xfrm>
            <a:off x="2036519" y="5114520"/>
            <a:ext cx="805245" cy="493212"/>
          </a:xfrm>
          <a:prstGeom prst="rect">
            <a:avLst/>
          </a:prstGeom>
          <a:noFill/>
          <a:ln/>
        </p:spPr>
        <p:txBody>
          <a:bodyPr wrap="square" lIns="91440" tIns="91440" rIns="91440" bIns="91440" rtlCol="0" anchor="t">
            <a:spAutoFit/>
          </a:bodyPr>
          <a:lstStyle/>
          <a:p>
            <a:pPr algn="ctr" fontAlgn="auto">
              <a:lnSpc>
                <a:spcPct val="120000"/>
              </a:lnSpc>
              <a:spcBef>
                <a:spcPts val="360"/>
              </a:spcBef>
              <a:spcAft>
                <a:spcPts val="0"/>
              </a:spcAft>
              <a:buFontTx/>
              <a:buNone/>
            </a:pPr>
            <a:r>
              <a:rPr lang="en-US" b="1" dirty="0">
                <a:solidFill>
                  <a:srgbClr val="FFFFFF"/>
                </a:solidFill>
                <a:latin typeface="Trebuchet MS" pitchFamily="34" charset="0"/>
                <a:ea typeface="Trebuchet MS" pitchFamily="34" charset="-122"/>
                <a:cs typeface="Trebuchet MS" pitchFamily="34" charset="-120"/>
              </a:rPr>
              <a:t>4</a:t>
            </a:r>
            <a:endParaRPr lang="en-US" dirty="0">
              <a:solidFill>
                <a:prstClr val="black"/>
              </a:solidFill>
              <a:latin typeface="Calibri" panose="020F0502020204030204"/>
              <a:ea typeface="+mn-ea"/>
            </a:endParaRPr>
          </a:p>
        </p:txBody>
      </p:sp>
      <p:pic>
        <p:nvPicPr>
          <p:cNvPr id="38" name="Image 4" descr="preencoded.png">
            <a:extLst>
              <a:ext uri="{FF2B5EF4-FFF2-40B4-BE49-F238E27FC236}">
                <a16:creationId xmlns:a16="http://schemas.microsoft.com/office/drawing/2014/main" id="{CC6BAC6F-F3FD-4D47-8007-7CB567207EB8}"/>
              </a:ext>
            </a:extLst>
          </p:cNvPr>
          <p:cNvPicPr>
            <a:picLocks noChangeAspect="1"/>
          </p:cNvPicPr>
          <p:nvPr/>
        </p:nvPicPr>
        <p:blipFill>
          <a:blip r:embed="rId3"/>
          <a:stretch>
            <a:fillRect/>
          </a:stretch>
        </p:blipFill>
        <p:spPr>
          <a:xfrm>
            <a:off x="-123468" y="1953197"/>
            <a:ext cx="3216748" cy="3250300"/>
          </a:xfrm>
          <a:prstGeom prst="rect">
            <a:avLst/>
          </a:prstGeom>
        </p:spPr>
      </p:pic>
      <p:sp>
        <p:nvSpPr>
          <p:cNvPr id="39" name="Text 9">
            <a:extLst>
              <a:ext uri="{FF2B5EF4-FFF2-40B4-BE49-F238E27FC236}">
                <a16:creationId xmlns:a16="http://schemas.microsoft.com/office/drawing/2014/main" id="{65A8ECA9-302A-2E40-BD8F-723575214F63}"/>
              </a:ext>
            </a:extLst>
          </p:cNvPr>
          <p:cNvSpPr/>
          <p:nvPr/>
        </p:nvSpPr>
        <p:spPr>
          <a:xfrm>
            <a:off x="2857027" y="733917"/>
            <a:ext cx="4315724" cy="493148"/>
          </a:xfrm>
          <a:prstGeom prst="rect">
            <a:avLst/>
          </a:prstGeom>
          <a:noFill/>
          <a:ln/>
        </p:spPr>
        <p:txBody>
          <a:bodyPr wrap="square" lIns="91440" tIns="91440" rIns="91440" bIns="91440" rtlCol="0" anchor="t">
            <a:spAutoFit/>
          </a:bodyPr>
          <a:lstStyle/>
          <a:p>
            <a:pPr fontAlgn="auto">
              <a:lnSpc>
                <a:spcPct val="120000"/>
              </a:lnSpc>
              <a:spcBef>
                <a:spcPts val="360"/>
              </a:spcBef>
              <a:spcAft>
                <a:spcPts val="0"/>
              </a:spcAft>
              <a:buFontTx/>
              <a:buNone/>
            </a:pPr>
            <a:r>
              <a:rPr lang="en-US" b="1" dirty="0">
                <a:solidFill>
                  <a:srgbClr val="0F3558"/>
                </a:solidFill>
                <a:latin typeface="Trebuchet MS" pitchFamily="34" charset="0"/>
                <a:ea typeface="Trebuchet MS" pitchFamily="34" charset="-122"/>
                <a:cs typeface="Trebuchet MS" pitchFamily="34" charset="-120"/>
              </a:rPr>
              <a:t>非剥夺条件的定义</a:t>
            </a:r>
            <a:endParaRPr lang="en-US" dirty="0">
              <a:solidFill>
                <a:prstClr val="black"/>
              </a:solidFill>
              <a:latin typeface="Calibri" panose="020F0502020204030204"/>
              <a:ea typeface="+mn-ea"/>
            </a:endParaRPr>
          </a:p>
        </p:txBody>
      </p:sp>
      <p:pic>
        <p:nvPicPr>
          <p:cNvPr id="40" name="Image 5" descr="https://sgw-dx.xf-yun.com/api/v1/sparkdesk/_1756867031894ef012bd75a8b44c6a68b65894f1fd6ce.jpg?authorization=c2ltcGxlLWp3dCBhaz1zcGFya2Rlc2s4MDAwMDAwMDAwMDE7ZXhwPTMzMzM2NjcwMzE7YWxnbz1obWFjLXNoYTI1NjtzaWc9dTVMY0NTMnlUU1pPQTRpSmE2YU5Bdi9udW1OZlRWTXhzbFBxbU02QjIrND0=&amp;x_location=7YfmxI7B7uKO7jlRxIftd6UaeLD=">
            <a:extLst>
              <a:ext uri="{FF2B5EF4-FFF2-40B4-BE49-F238E27FC236}">
                <a16:creationId xmlns:a16="http://schemas.microsoft.com/office/drawing/2014/main" id="{E94A689F-38B6-124A-A2F3-1B7C1BC706FC}"/>
              </a:ext>
            </a:extLst>
          </p:cNvPr>
          <p:cNvPicPr>
            <a:picLocks noChangeAspect="1"/>
          </p:cNvPicPr>
          <p:nvPr/>
        </p:nvPicPr>
        <p:blipFill>
          <a:blip r:embed="rId4"/>
          <a:srcRect l="21910" r="21910"/>
          <a:stretch/>
        </p:blipFill>
        <p:spPr>
          <a:xfrm>
            <a:off x="225968" y="2301724"/>
            <a:ext cx="2631059" cy="2631059"/>
          </a:xfrm>
          <a:prstGeom prst="ellipse">
            <a:avLst/>
          </a:prstGeom>
        </p:spPr>
      </p:pic>
      <p:sp>
        <p:nvSpPr>
          <p:cNvPr id="41" name="Text 10">
            <a:extLst>
              <a:ext uri="{FF2B5EF4-FFF2-40B4-BE49-F238E27FC236}">
                <a16:creationId xmlns:a16="http://schemas.microsoft.com/office/drawing/2014/main" id="{E4C0F61F-5E95-3944-8439-861E31A96019}"/>
              </a:ext>
            </a:extLst>
          </p:cNvPr>
          <p:cNvSpPr/>
          <p:nvPr/>
        </p:nvSpPr>
        <p:spPr>
          <a:xfrm>
            <a:off x="2830652" y="1174319"/>
            <a:ext cx="5595396" cy="878895"/>
          </a:xfrm>
          <a:prstGeom prst="rect">
            <a:avLst/>
          </a:prstGeom>
          <a:noFill/>
          <a:ln/>
        </p:spPr>
        <p:txBody>
          <a:bodyPr wrap="square" lIns="91440" tIns="91440" rIns="91440" bIns="91440" rtlCol="0" anchor="t">
            <a:spAutoFit/>
          </a:bodyPr>
          <a:lstStyle/>
          <a:p>
            <a:pPr fontAlgn="auto">
              <a:lnSpc>
                <a:spcPct val="131429"/>
              </a:lnSpc>
              <a:spcBef>
                <a:spcPts val="0"/>
              </a:spcBef>
              <a:spcAft>
                <a:spcPts val="0"/>
              </a:spcAft>
              <a:buFontTx/>
              <a:buNone/>
            </a:pPr>
            <a:r>
              <a:rPr lang="en-US" dirty="0">
                <a:solidFill>
                  <a:srgbClr val="000000"/>
                </a:solidFill>
                <a:latin typeface="Trebuchet MS" pitchFamily="34" charset="0"/>
                <a:ea typeface="Trebuchet MS" pitchFamily="34" charset="-122"/>
                <a:cs typeface="Trebuchet MS" pitchFamily="34" charset="-120"/>
              </a:rPr>
              <a:t>非剥夺条件指进程已获得的资源在未使用完毕前，不能被其他进程强行夺走，只能由进程自身释放。</a:t>
            </a:r>
            <a:endParaRPr lang="en-US" dirty="0">
              <a:solidFill>
                <a:prstClr val="black"/>
              </a:solidFill>
              <a:latin typeface="Calibri" panose="020F0502020204030204"/>
              <a:ea typeface="+mn-ea"/>
            </a:endParaRPr>
          </a:p>
        </p:txBody>
      </p:sp>
      <p:sp>
        <p:nvSpPr>
          <p:cNvPr id="42" name="Text 11">
            <a:extLst>
              <a:ext uri="{FF2B5EF4-FFF2-40B4-BE49-F238E27FC236}">
                <a16:creationId xmlns:a16="http://schemas.microsoft.com/office/drawing/2014/main" id="{BF4E55B4-EF46-BE47-847D-3E165F4152C3}"/>
              </a:ext>
            </a:extLst>
          </p:cNvPr>
          <p:cNvSpPr/>
          <p:nvPr/>
        </p:nvSpPr>
        <p:spPr>
          <a:xfrm>
            <a:off x="3934188" y="2059537"/>
            <a:ext cx="4315724" cy="493148"/>
          </a:xfrm>
          <a:prstGeom prst="rect">
            <a:avLst/>
          </a:prstGeom>
          <a:noFill/>
          <a:ln/>
        </p:spPr>
        <p:txBody>
          <a:bodyPr wrap="square" lIns="91440" tIns="91440" rIns="91440" bIns="91440" rtlCol="0" anchor="t">
            <a:spAutoFit/>
          </a:bodyPr>
          <a:lstStyle/>
          <a:p>
            <a:pPr fontAlgn="auto">
              <a:lnSpc>
                <a:spcPct val="120000"/>
              </a:lnSpc>
              <a:spcBef>
                <a:spcPts val="360"/>
              </a:spcBef>
              <a:spcAft>
                <a:spcPts val="0"/>
              </a:spcAft>
              <a:buFontTx/>
              <a:buNone/>
            </a:pPr>
            <a:r>
              <a:rPr lang="en-US" b="1" dirty="0">
                <a:solidFill>
                  <a:srgbClr val="0F3558"/>
                </a:solidFill>
                <a:latin typeface="Trebuchet MS" pitchFamily="34" charset="0"/>
                <a:ea typeface="Trebuchet MS" pitchFamily="34" charset="-122"/>
                <a:cs typeface="Trebuchet MS" pitchFamily="34" charset="-120"/>
              </a:rPr>
              <a:t>非剥夺条件与死锁的关系</a:t>
            </a:r>
            <a:endParaRPr lang="en-US" dirty="0">
              <a:solidFill>
                <a:prstClr val="black"/>
              </a:solidFill>
              <a:latin typeface="Calibri" panose="020F0502020204030204"/>
              <a:ea typeface="+mn-ea"/>
            </a:endParaRPr>
          </a:p>
        </p:txBody>
      </p:sp>
      <p:sp>
        <p:nvSpPr>
          <p:cNvPr id="43" name="Text 12">
            <a:extLst>
              <a:ext uri="{FF2B5EF4-FFF2-40B4-BE49-F238E27FC236}">
                <a16:creationId xmlns:a16="http://schemas.microsoft.com/office/drawing/2014/main" id="{1E8741EC-960E-F746-8391-6EA7FDA5065A}"/>
              </a:ext>
            </a:extLst>
          </p:cNvPr>
          <p:cNvSpPr/>
          <p:nvPr/>
        </p:nvSpPr>
        <p:spPr>
          <a:xfrm>
            <a:off x="3934188" y="2332028"/>
            <a:ext cx="4707233" cy="1241750"/>
          </a:xfrm>
          <a:prstGeom prst="rect">
            <a:avLst/>
          </a:prstGeom>
          <a:noFill/>
          <a:ln/>
        </p:spPr>
        <p:txBody>
          <a:bodyPr wrap="square" lIns="91440" tIns="91440" rIns="91440" bIns="91440" rtlCol="0" anchor="t">
            <a:spAutoFit/>
          </a:bodyPr>
          <a:lstStyle/>
          <a:p>
            <a:pPr fontAlgn="auto">
              <a:lnSpc>
                <a:spcPct val="131429"/>
              </a:lnSpc>
              <a:spcBef>
                <a:spcPts val="360"/>
              </a:spcBef>
              <a:spcAft>
                <a:spcPts val="0"/>
              </a:spcAft>
              <a:buFontTx/>
              <a:buNone/>
            </a:pPr>
            <a:r>
              <a:rPr lang="en-US" dirty="0">
                <a:solidFill>
                  <a:srgbClr val="000000"/>
                </a:solidFill>
                <a:latin typeface="Trebuchet MS" pitchFamily="34" charset="0"/>
                <a:ea typeface="Trebuchet MS" pitchFamily="34" charset="-122"/>
                <a:cs typeface="Trebuchet MS" pitchFamily="34" charset="-120"/>
              </a:rPr>
              <a:t>该条件是死锁的四大必要条件之一，若系统允许资源强制回收，则可破坏此条件避免死锁。</a:t>
            </a:r>
            <a:endParaRPr lang="en-US" dirty="0">
              <a:solidFill>
                <a:prstClr val="black"/>
              </a:solidFill>
              <a:latin typeface="Calibri" panose="020F0502020204030204"/>
              <a:ea typeface="+mn-ea"/>
            </a:endParaRPr>
          </a:p>
        </p:txBody>
      </p:sp>
      <p:sp>
        <p:nvSpPr>
          <p:cNvPr id="44" name="Text 13">
            <a:extLst>
              <a:ext uri="{FF2B5EF4-FFF2-40B4-BE49-F238E27FC236}">
                <a16:creationId xmlns:a16="http://schemas.microsoft.com/office/drawing/2014/main" id="{E5F15B45-F062-584B-B3DC-B0A728554088}"/>
              </a:ext>
            </a:extLst>
          </p:cNvPr>
          <p:cNvSpPr/>
          <p:nvPr/>
        </p:nvSpPr>
        <p:spPr>
          <a:xfrm>
            <a:off x="3976454" y="3554058"/>
            <a:ext cx="4315724" cy="493148"/>
          </a:xfrm>
          <a:prstGeom prst="rect">
            <a:avLst/>
          </a:prstGeom>
          <a:noFill/>
          <a:ln/>
        </p:spPr>
        <p:txBody>
          <a:bodyPr wrap="square" lIns="91440" tIns="91440" rIns="91440" bIns="91440" rtlCol="0" anchor="t">
            <a:spAutoFit/>
          </a:bodyPr>
          <a:lstStyle/>
          <a:p>
            <a:pPr fontAlgn="auto">
              <a:lnSpc>
                <a:spcPct val="120000"/>
              </a:lnSpc>
              <a:spcBef>
                <a:spcPts val="360"/>
              </a:spcBef>
              <a:spcAft>
                <a:spcPts val="0"/>
              </a:spcAft>
              <a:buFontTx/>
              <a:buNone/>
            </a:pPr>
            <a:r>
              <a:rPr lang="en-US" b="1" dirty="0">
                <a:solidFill>
                  <a:srgbClr val="0F3558"/>
                </a:solidFill>
                <a:latin typeface="Trebuchet MS" pitchFamily="34" charset="0"/>
                <a:ea typeface="Trebuchet MS" pitchFamily="34" charset="-122"/>
                <a:cs typeface="Trebuchet MS" pitchFamily="34" charset="-120"/>
              </a:rPr>
              <a:t>破坏非剥夺条件的方案</a:t>
            </a:r>
            <a:endParaRPr lang="en-US" dirty="0">
              <a:solidFill>
                <a:prstClr val="black"/>
              </a:solidFill>
              <a:latin typeface="Calibri" panose="020F0502020204030204"/>
              <a:ea typeface="+mn-ea"/>
            </a:endParaRPr>
          </a:p>
        </p:txBody>
      </p:sp>
      <p:sp>
        <p:nvSpPr>
          <p:cNvPr id="45" name="Text 14">
            <a:extLst>
              <a:ext uri="{FF2B5EF4-FFF2-40B4-BE49-F238E27FC236}">
                <a16:creationId xmlns:a16="http://schemas.microsoft.com/office/drawing/2014/main" id="{AE3F9896-B6AD-1C49-BB76-187F93339ECC}"/>
              </a:ext>
            </a:extLst>
          </p:cNvPr>
          <p:cNvSpPr/>
          <p:nvPr/>
        </p:nvSpPr>
        <p:spPr>
          <a:xfrm>
            <a:off x="3976454" y="3819807"/>
            <a:ext cx="4707233" cy="878895"/>
          </a:xfrm>
          <a:prstGeom prst="rect">
            <a:avLst/>
          </a:prstGeom>
          <a:noFill/>
          <a:ln/>
        </p:spPr>
        <p:txBody>
          <a:bodyPr wrap="square" lIns="91440" tIns="91440" rIns="91440" bIns="91440" rtlCol="0" anchor="t">
            <a:spAutoFit/>
          </a:bodyPr>
          <a:lstStyle/>
          <a:p>
            <a:pPr fontAlgn="auto">
              <a:lnSpc>
                <a:spcPct val="131429"/>
              </a:lnSpc>
              <a:spcBef>
                <a:spcPts val="360"/>
              </a:spcBef>
              <a:spcAft>
                <a:spcPts val="0"/>
              </a:spcAft>
              <a:buFontTx/>
              <a:buNone/>
            </a:pPr>
            <a:r>
              <a:rPr lang="en-US" dirty="0">
                <a:solidFill>
                  <a:srgbClr val="000000"/>
                </a:solidFill>
                <a:latin typeface="Trebuchet MS" pitchFamily="34" charset="0"/>
                <a:ea typeface="Trebuchet MS" pitchFamily="34" charset="-122"/>
                <a:cs typeface="Trebuchet MS" pitchFamily="34" charset="-120"/>
              </a:rPr>
              <a:t>当进程请求新资源被拒时，系统可强制回收其已占用的全部资源，打破资源独占僵局。</a:t>
            </a:r>
            <a:endParaRPr lang="en-US" dirty="0">
              <a:solidFill>
                <a:prstClr val="black"/>
              </a:solidFill>
              <a:latin typeface="Calibri" panose="020F0502020204030204"/>
              <a:ea typeface="+mn-ea"/>
            </a:endParaRPr>
          </a:p>
        </p:txBody>
      </p:sp>
      <p:sp>
        <p:nvSpPr>
          <p:cNvPr id="46" name="Text 15">
            <a:extLst>
              <a:ext uri="{FF2B5EF4-FFF2-40B4-BE49-F238E27FC236}">
                <a16:creationId xmlns:a16="http://schemas.microsoft.com/office/drawing/2014/main" id="{C0107DE1-53A6-6044-A992-F31E92CE524C}"/>
              </a:ext>
            </a:extLst>
          </p:cNvPr>
          <p:cNvSpPr/>
          <p:nvPr/>
        </p:nvSpPr>
        <p:spPr>
          <a:xfrm>
            <a:off x="2830651" y="4915824"/>
            <a:ext cx="4315724" cy="493148"/>
          </a:xfrm>
          <a:prstGeom prst="rect">
            <a:avLst/>
          </a:prstGeom>
          <a:noFill/>
          <a:ln/>
        </p:spPr>
        <p:txBody>
          <a:bodyPr wrap="square" lIns="91440" tIns="91440" rIns="91440" bIns="91440" rtlCol="0" anchor="t">
            <a:spAutoFit/>
          </a:bodyPr>
          <a:lstStyle/>
          <a:p>
            <a:pPr fontAlgn="auto">
              <a:lnSpc>
                <a:spcPct val="120000"/>
              </a:lnSpc>
              <a:spcBef>
                <a:spcPts val="360"/>
              </a:spcBef>
              <a:spcAft>
                <a:spcPts val="0"/>
              </a:spcAft>
              <a:buFontTx/>
              <a:buNone/>
            </a:pPr>
            <a:r>
              <a:rPr lang="en-US" b="1" dirty="0">
                <a:solidFill>
                  <a:srgbClr val="0F3558"/>
                </a:solidFill>
                <a:latin typeface="Trebuchet MS" pitchFamily="34" charset="0"/>
                <a:ea typeface="Trebuchet MS" pitchFamily="34" charset="-122"/>
                <a:cs typeface="Trebuchet MS" pitchFamily="34" charset="-120"/>
              </a:rPr>
              <a:t>非剥夺条件的应用限制</a:t>
            </a:r>
            <a:endParaRPr lang="en-US" dirty="0">
              <a:solidFill>
                <a:prstClr val="black"/>
              </a:solidFill>
              <a:latin typeface="Calibri" panose="020F0502020204030204"/>
              <a:ea typeface="+mn-ea"/>
            </a:endParaRPr>
          </a:p>
        </p:txBody>
      </p:sp>
      <p:sp>
        <p:nvSpPr>
          <p:cNvPr id="47" name="Text 16">
            <a:extLst>
              <a:ext uri="{FF2B5EF4-FFF2-40B4-BE49-F238E27FC236}">
                <a16:creationId xmlns:a16="http://schemas.microsoft.com/office/drawing/2014/main" id="{7665B868-59FF-DD43-A086-29D8B423AA2A}"/>
              </a:ext>
            </a:extLst>
          </p:cNvPr>
          <p:cNvSpPr/>
          <p:nvPr/>
        </p:nvSpPr>
        <p:spPr>
          <a:xfrm>
            <a:off x="2830651" y="5184636"/>
            <a:ext cx="5595397" cy="878895"/>
          </a:xfrm>
          <a:prstGeom prst="rect">
            <a:avLst/>
          </a:prstGeom>
          <a:noFill/>
          <a:ln/>
        </p:spPr>
        <p:txBody>
          <a:bodyPr wrap="square" lIns="91440" tIns="91440" rIns="91440" bIns="91440" rtlCol="0" anchor="t">
            <a:spAutoFit/>
          </a:bodyPr>
          <a:lstStyle/>
          <a:p>
            <a:pPr fontAlgn="auto">
              <a:lnSpc>
                <a:spcPct val="131429"/>
              </a:lnSpc>
              <a:spcBef>
                <a:spcPts val="360"/>
              </a:spcBef>
              <a:spcAft>
                <a:spcPts val="0"/>
              </a:spcAft>
              <a:buFontTx/>
              <a:buNone/>
            </a:pPr>
            <a:r>
              <a:rPr lang="en-US" dirty="0">
                <a:solidFill>
                  <a:srgbClr val="000000"/>
                </a:solidFill>
                <a:latin typeface="Trebuchet MS" pitchFamily="34" charset="0"/>
                <a:ea typeface="Trebuchet MS" pitchFamily="34" charset="-122"/>
                <a:cs typeface="Trebuchet MS" pitchFamily="34" charset="-120"/>
              </a:rPr>
              <a:t>该条件对CPU或内存等可保存/恢复的资源适用，但打印机等设备强行回收可能导致数据错误。</a:t>
            </a:r>
            <a:endParaRPr lang="en-US" dirty="0">
              <a:solidFill>
                <a:prstClr val="black"/>
              </a:solidFill>
              <a:latin typeface="Calibri" panose="020F0502020204030204"/>
              <a:ea typeface="+mn-ea"/>
            </a:endParaRPr>
          </a:p>
        </p:txBody>
      </p:sp>
    </p:spTree>
    <p:extLst>
      <p:ext uri="{BB962C8B-B14F-4D97-AF65-F5344CB8AC3E}">
        <p14:creationId xmlns:p14="http://schemas.microsoft.com/office/powerpoint/2010/main" val="42320945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Image 0" descr="preencoded.png">
            <a:extLst>
              <a:ext uri="{FF2B5EF4-FFF2-40B4-BE49-F238E27FC236}">
                <a16:creationId xmlns:a16="http://schemas.microsoft.com/office/drawing/2014/main" id="{EA21C85E-FFF9-9340-961F-4CEE93F2C1D8}"/>
              </a:ext>
            </a:extLst>
          </p:cNvPr>
          <p:cNvPicPr>
            <a:picLocks noChangeAspect="1"/>
          </p:cNvPicPr>
          <p:nvPr/>
        </p:nvPicPr>
        <p:blipFill>
          <a:blip r:embed="rId2"/>
          <a:stretch>
            <a:fillRect/>
          </a:stretch>
        </p:blipFill>
        <p:spPr>
          <a:xfrm rot="554302">
            <a:off x="431601" y="331164"/>
            <a:ext cx="274320" cy="202082"/>
          </a:xfrm>
          <a:prstGeom prst="rect">
            <a:avLst/>
          </a:prstGeom>
        </p:spPr>
      </p:pic>
      <p:pic>
        <p:nvPicPr>
          <p:cNvPr id="25" name="Image 1" descr="preencoded.png">
            <a:extLst>
              <a:ext uri="{FF2B5EF4-FFF2-40B4-BE49-F238E27FC236}">
                <a16:creationId xmlns:a16="http://schemas.microsoft.com/office/drawing/2014/main" id="{BCD888CC-7469-C24D-99B8-85F83B38D271}"/>
              </a:ext>
            </a:extLst>
          </p:cNvPr>
          <p:cNvPicPr>
            <a:picLocks noChangeAspect="1"/>
          </p:cNvPicPr>
          <p:nvPr/>
        </p:nvPicPr>
        <p:blipFill>
          <a:blip r:embed="rId2"/>
          <a:stretch>
            <a:fillRect/>
          </a:stretch>
        </p:blipFill>
        <p:spPr>
          <a:xfrm rot="554302">
            <a:off x="431601" y="471202"/>
            <a:ext cx="274320" cy="202082"/>
          </a:xfrm>
          <a:prstGeom prst="rect">
            <a:avLst/>
          </a:prstGeom>
        </p:spPr>
      </p:pic>
      <p:pic>
        <p:nvPicPr>
          <p:cNvPr id="26" name="Image 2" descr="preencoded.png">
            <a:extLst>
              <a:ext uri="{FF2B5EF4-FFF2-40B4-BE49-F238E27FC236}">
                <a16:creationId xmlns:a16="http://schemas.microsoft.com/office/drawing/2014/main" id="{6681D91C-10B0-5D4F-85BC-0C18ABD93DDE}"/>
              </a:ext>
            </a:extLst>
          </p:cNvPr>
          <p:cNvPicPr>
            <a:picLocks noChangeAspect="1"/>
          </p:cNvPicPr>
          <p:nvPr/>
        </p:nvPicPr>
        <p:blipFill>
          <a:blip r:embed="rId2"/>
          <a:stretch>
            <a:fillRect/>
          </a:stretch>
        </p:blipFill>
        <p:spPr>
          <a:xfrm rot="554302">
            <a:off x="298287" y="312876"/>
            <a:ext cx="274320" cy="202082"/>
          </a:xfrm>
          <a:prstGeom prst="rect">
            <a:avLst/>
          </a:prstGeom>
        </p:spPr>
      </p:pic>
      <p:pic>
        <p:nvPicPr>
          <p:cNvPr id="27" name="Image 3" descr="preencoded.png">
            <a:extLst>
              <a:ext uri="{FF2B5EF4-FFF2-40B4-BE49-F238E27FC236}">
                <a16:creationId xmlns:a16="http://schemas.microsoft.com/office/drawing/2014/main" id="{12ECE4C2-51B1-8B4A-AC9C-676B948EF8B0}"/>
              </a:ext>
            </a:extLst>
          </p:cNvPr>
          <p:cNvPicPr>
            <a:picLocks noChangeAspect="1"/>
          </p:cNvPicPr>
          <p:nvPr/>
        </p:nvPicPr>
        <p:blipFill>
          <a:blip r:embed="rId2"/>
          <a:stretch>
            <a:fillRect/>
          </a:stretch>
        </p:blipFill>
        <p:spPr>
          <a:xfrm rot="554302">
            <a:off x="298287" y="452914"/>
            <a:ext cx="274320" cy="202082"/>
          </a:xfrm>
          <a:prstGeom prst="rect">
            <a:avLst/>
          </a:prstGeom>
        </p:spPr>
      </p:pic>
      <p:sp>
        <p:nvSpPr>
          <p:cNvPr id="28" name="Text 0">
            <a:extLst>
              <a:ext uri="{FF2B5EF4-FFF2-40B4-BE49-F238E27FC236}">
                <a16:creationId xmlns:a16="http://schemas.microsoft.com/office/drawing/2014/main" id="{F67DC15D-477E-A84F-A9EE-4A617CD14E47}"/>
              </a:ext>
            </a:extLst>
          </p:cNvPr>
          <p:cNvSpPr/>
          <p:nvPr/>
        </p:nvSpPr>
        <p:spPr>
          <a:xfrm>
            <a:off x="756939" y="156192"/>
            <a:ext cx="8268500" cy="667512"/>
          </a:xfrm>
          <a:prstGeom prst="rect">
            <a:avLst/>
          </a:prstGeom>
          <a:noFill/>
          <a:ln/>
        </p:spPr>
        <p:txBody>
          <a:bodyPr wrap="square" lIns="91440" tIns="91440" rIns="91440" bIns="91440" rtlCol="0" anchor="t">
            <a:spAutoFit/>
          </a:bodyPr>
          <a:lstStyle/>
          <a:p>
            <a:pPr fontAlgn="auto">
              <a:lnSpc>
                <a:spcPct val="120000"/>
              </a:lnSpc>
              <a:spcBef>
                <a:spcPts val="360"/>
              </a:spcBef>
              <a:spcAft>
                <a:spcPts val="0"/>
              </a:spcAft>
              <a:buFontTx/>
              <a:buNone/>
            </a:pPr>
            <a:r>
              <a:rPr lang="en-US" sz="2448" b="1" dirty="0">
                <a:solidFill>
                  <a:srgbClr val="000000"/>
                </a:solidFill>
                <a:latin typeface="Microsoft Yahei" pitchFamily="34" charset="0"/>
                <a:ea typeface="Microsoft Yahei" pitchFamily="34" charset="-122"/>
                <a:cs typeface="Microsoft Yahei" pitchFamily="34" charset="-120"/>
              </a:rPr>
              <a:t>循环等待条件</a:t>
            </a:r>
            <a:endParaRPr lang="en-US" sz="1440" dirty="0">
              <a:solidFill>
                <a:prstClr val="black"/>
              </a:solidFill>
              <a:latin typeface="Calibri" panose="020F0502020204030204"/>
              <a:ea typeface="+mn-ea"/>
            </a:endParaRPr>
          </a:p>
        </p:txBody>
      </p:sp>
      <p:sp>
        <p:nvSpPr>
          <p:cNvPr id="29" name="Shape 1">
            <a:extLst>
              <a:ext uri="{FF2B5EF4-FFF2-40B4-BE49-F238E27FC236}">
                <a16:creationId xmlns:a16="http://schemas.microsoft.com/office/drawing/2014/main" id="{99DA0170-F439-4E4F-BBCF-AFF1F3C53C05}"/>
              </a:ext>
            </a:extLst>
          </p:cNvPr>
          <p:cNvSpPr/>
          <p:nvPr/>
        </p:nvSpPr>
        <p:spPr>
          <a:xfrm>
            <a:off x="1922978" y="2947466"/>
            <a:ext cx="6620780" cy="45720"/>
          </a:xfrm>
          <a:custGeom>
            <a:avLst/>
            <a:gdLst/>
            <a:ahLst/>
            <a:cxnLst/>
            <a:rect l="l" t="t" r="r" b="b"/>
            <a:pathLst>
              <a:path w="6620780" h="45720">
                <a:moveTo>
                  <a:pt x="0" y="0"/>
                </a:moveTo>
                <a:moveTo>
                  <a:pt x="0" y="0"/>
                </a:moveTo>
                <a:lnTo>
                  <a:pt x="6620780" y="0"/>
                </a:lnTo>
              </a:path>
            </a:pathLst>
          </a:custGeom>
          <a:noFill/>
          <a:ln w="16105">
            <a:solidFill>
              <a:srgbClr val="E1E1E1"/>
            </a:solidFill>
            <a:prstDash val="solid"/>
            <a:headEnd type="none"/>
            <a:tailEnd type="none"/>
          </a:ln>
        </p:spPr>
      </p:sp>
      <p:sp>
        <p:nvSpPr>
          <p:cNvPr id="30" name="Shape 2">
            <a:extLst>
              <a:ext uri="{FF2B5EF4-FFF2-40B4-BE49-F238E27FC236}">
                <a16:creationId xmlns:a16="http://schemas.microsoft.com/office/drawing/2014/main" id="{F061130A-716C-5349-A4E4-5C3E61D31BA8}"/>
              </a:ext>
            </a:extLst>
          </p:cNvPr>
          <p:cNvSpPr/>
          <p:nvPr/>
        </p:nvSpPr>
        <p:spPr>
          <a:xfrm>
            <a:off x="2131971" y="3775253"/>
            <a:ext cx="6411786" cy="45720"/>
          </a:xfrm>
          <a:custGeom>
            <a:avLst/>
            <a:gdLst/>
            <a:ahLst/>
            <a:cxnLst/>
            <a:rect l="l" t="t" r="r" b="b"/>
            <a:pathLst>
              <a:path w="6411786" h="45720">
                <a:moveTo>
                  <a:pt x="0" y="0"/>
                </a:moveTo>
                <a:moveTo>
                  <a:pt x="0" y="0"/>
                </a:moveTo>
                <a:lnTo>
                  <a:pt x="6411786" y="0"/>
                </a:lnTo>
              </a:path>
            </a:pathLst>
          </a:custGeom>
          <a:noFill/>
          <a:ln w="16105">
            <a:solidFill>
              <a:srgbClr val="E1E1E1"/>
            </a:solidFill>
            <a:prstDash val="solid"/>
            <a:headEnd type="none"/>
            <a:tailEnd type="none"/>
          </a:ln>
        </p:spPr>
      </p:sp>
      <p:sp>
        <p:nvSpPr>
          <p:cNvPr id="31" name="Shape 3">
            <a:extLst>
              <a:ext uri="{FF2B5EF4-FFF2-40B4-BE49-F238E27FC236}">
                <a16:creationId xmlns:a16="http://schemas.microsoft.com/office/drawing/2014/main" id="{C1E12AB2-A5FE-8F41-8F3E-7E5903D46964}"/>
              </a:ext>
            </a:extLst>
          </p:cNvPr>
          <p:cNvSpPr/>
          <p:nvPr/>
        </p:nvSpPr>
        <p:spPr>
          <a:xfrm>
            <a:off x="2452805" y="4630473"/>
            <a:ext cx="6090953" cy="45720"/>
          </a:xfrm>
          <a:custGeom>
            <a:avLst/>
            <a:gdLst/>
            <a:ahLst/>
            <a:cxnLst/>
            <a:rect l="l" t="t" r="r" b="b"/>
            <a:pathLst>
              <a:path w="6090953" h="45720">
                <a:moveTo>
                  <a:pt x="0" y="0"/>
                </a:moveTo>
                <a:moveTo>
                  <a:pt x="0" y="0"/>
                </a:moveTo>
                <a:lnTo>
                  <a:pt x="6090953" y="0"/>
                </a:lnTo>
              </a:path>
            </a:pathLst>
          </a:custGeom>
          <a:noFill/>
          <a:ln w="16105">
            <a:solidFill>
              <a:srgbClr val="E1E1E1"/>
            </a:solidFill>
            <a:prstDash val="solid"/>
            <a:headEnd type="none"/>
            <a:tailEnd type="none"/>
          </a:ln>
        </p:spPr>
      </p:sp>
      <p:sp>
        <p:nvSpPr>
          <p:cNvPr id="32" name="Shape 4">
            <a:extLst>
              <a:ext uri="{FF2B5EF4-FFF2-40B4-BE49-F238E27FC236}">
                <a16:creationId xmlns:a16="http://schemas.microsoft.com/office/drawing/2014/main" id="{A1458117-8255-2A44-B522-D1ED5FE87914}"/>
              </a:ext>
            </a:extLst>
          </p:cNvPr>
          <p:cNvSpPr/>
          <p:nvPr/>
        </p:nvSpPr>
        <p:spPr>
          <a:xfrm>
            <a:off x="3332036" y="5513124"/>
            <a:ext cx="5211722" cy="45720"/>
          </a:xfrm>
          <a:custGeom>
            <a:avLst/>
            <a:gdLst/>
            <a:ahLst/>
            <a:cxnLst/>
            <a:rect l="l" t="t" r="r" b="b"/>
            <a:pathLst>
              <a:path w="5211722" h="45720">
                <a:moveTo>
                  <a:pt x="0" y="0"/>
                </a:moveTo>
                <a:moveTo>
                  <a:pt x="0" y="0"/>
                </a:moveTo>
                <a:lnTo>
                  <a:pt x="5211722" y="0"/>
                </a:lnTo>
              </a:path>
            </a:pathLst>
          </a:custGeom>
          <a:noFill/>
          <a:ln w="16105">
            <a:solidFill>
              <a:srgbClr val="E1E1E1"/>
            </a:solidFill>
            <a:prstDash val="solid"/>
            <a:headEnd type="none"/>
            <a:tailEnd type="none"/>
          </a:ln>
        </p:spPr>
      </p:sp>
      <p:pic>
        <p:nvPicPr>
          <p:cNvPr id="33" name="Image 4" descr="preencoded.png">
            <a:extLst>
              <a:ext uri="{FF2B5EF4-FFF2-40B4-BE49-F238E27FC236}">
                <a16:creationId xmlns:a16="http://schemas.microsoft.com/office/drawing/2014/main" id="{647D16C7-BE46-154D-86C7-29A35AC620F7}"/>
              </a:ext>
            </a:extLst>
          </p:cNvPr>
          <p:cNvPicPr>
            <a:picLocks noChangeAspect="1"/>
          </p:cNvPicPr>
          <p:nvPr/>
        </p:nvPicPr>
        <p:blipFill>
          <a:blip r:embed="rId3">
            <a:alphaModFix amt="40000"/>
          </a:blip>
          <a:stretch>
            <a:fillRect/>
          </a:stretch>
        </p:blipFill>
        <p:spPr>
          <a:xfrm>
            <a:off x="0" y="1638128"/>
            <a:ext cx="3526203" cy="3921067"/>
          </a:xfrm>
          <a:prstGeom prst="rect">
            <a:avLst/>
          </a:prstGeom>
        </p:spPr>
      </p:pic>
      <p:pic>
        <p:nvPicPr>
          <p:cNvPr id="34" name="Image 5" descr="preencoded.png">
            <a:extLst>
              <a:ext uri="{FF2B5EF4-FFF2-40B4-BE49-F238E27FC236}">
                <a16:creationId xmlns:a16="http://schemas.microsoft.com/office/drawing/2014/main" id="{3D4CE214-D68D-DE48-B4D5-56F8D2434924}"/>
              </a:ext>
            </a:extLst>
          </p:cNvPr>
          <p:cNvPicPr>
            <a:picLocks noChangeAspect="1"/>
          </p:cNvPicPr>
          <p:nvPr/>
        </p:nvPicPr>
        <p:blipFill>
          <a:blip r:embed="rId4">
            <a:alphaModFix amt="60000"/>
          </a:blip>
          <a:stretch>
            <a:fillRect/>
          </a:stretch>
        </p:blipFill>
        <p:spPr>
          <a:xfrm>
            <a:off x="0" y="1622029"/>
            <a:ext cx="3526203" cy="3943937"/>
          </a:xfrm>
          <a:prstGeom prst="rect">
            <a:avLst/>
          </a:prstGeom>
        </p:spPr>
      </p:pic>
      <p:pic>
        <p:nvPicPr>
          <p:cNvPr id="35" name="Image 6" descr="preencoded.png">
            <a:extLst>
              <a:ext uri="{FF2B5EF4-FFF2-40B4-BE49-F238E27FC236}">
                <a16:creationId xmlns:a16="http://schemas.microsoft.com/office/drawing/2014/main" id="{5FD58624-5587-3B4A-8272-71A0CCEF8A4E}"/>
              </a:ext>
            </a:extLst>
          </p:cNvPr>
          <p:cNvPicPr>
            <a:picLocks noChangeAspect="1"/>
          </p:cNvPicPr>
          <p:nvPr/>
        </p:nvPicPr>
        <p:blipFill>
          <a:blip r:embed="rId5">
            <a:alphaModFix amt="80000"/>
          </a:blip>
          <a:stretch>
            <a:fillRect/>
          </a:stretch>
        </p:blipFill>
        <p:spPr>
          <a:xfrm>
            <a:off x="0" y="1635571"/>
            <a:ext cx="3526203" cy="3943937"/>
          </a:xfrm>
          <a:prstGeom prst="rect">
            <a:avLst/>
          </a:prstGeom>
        </p:spPr>
      </p:pic>
      <p:pic>
        <p:nvPicPr>
          <p:cNvPr id="36" name="Image 7" descr="preencoded.png">
            <a:extLst>
              <a:ext uri="{FF2B5EF4-FFF2-40B4-BE49-F238E27FC236}">
                <a16:creationId xmlns:a16="http://schemas.microsoft.com/office/drawing/2014/main" id="{597F83AE-333E-4E43-8DEC-D59A3E25981C}"/>
              </a:ext>
            </a:extLst>
          </p:cNvPr>
          <p:cNvPicPr>
            <a:picLocks noChangeAspect="1"/>
          </p:cNvPicPr>
          <p:nvPr/>
        </p:nvPicPr>
        <p:blipFill>
          <a:blip r:embed="rId6"/>
          <a:stretch>
            <a:fillRect/>
          </a:stretch>
        </p:blipFill>
        <p:spPr>
          <a:xfrm>
            <a:off x="0" y="1628800"/>
            <a:ext cx="3526203" cy="3943937"/>
          </a:xfrm>
          <a:prstGeom prst="rect">
            <a:avLst/>
          </a:prstGeom>
        </p:spPr>
      </p:pic>
      <p:sp>
        <p:nvSpPr>
          <p:cNvPr id="37" name="Shape 5">
            <a:extLst>
              <a:ext uri="{FF2B5EF4-FFF2-40B4-BE49-F238E27FC236}">
                <a16:creationId xmlns:a16="http://schemas.microsoft.com/office/drawing/2014/main" id="{53FAFA0C-1514-0A4E-87C8-32899C001CA3}"/>
              </a:ext>
            </a:extLst>
          </p:cNvPr>
          <p:cNvSpPr/>
          <p:nvPr/>
        </p:nvSpPr>
        <p:spPr>
          <a:xfrm>
            <a:off x="1763101" y="2347163"/>
            <a:ext cx="45720" cy="2948042"/>
          </a:xfrm>
          <a:custGeom>
            <a:avLst/>
            <a:gdLst/>
            <a:ahLst/>
            <a:cxnLst/>
            <a:rect l="l" t="t" r="r" b="b"/>
            <a:pathLst>
              <a:path w="45720" h="2948042">
                <a:moveTo>
                  <a:pt x="0" y="0"/>
                </a:moveTo>
                <a:moveTo>
                  <a:pt x="0" y="0"/>
                </a:moveTo>
                <a:lnTo>
                  <a:pt x="0" y="2948042"/>
                </a:lnTo>
              </a:path>
            </a:pathLst>
          </a:custGeom>
          <a:noFill/>
          <a:ln w="38100">
            <a:solidFill>
              <a:srgbClr val="FFFFFF"/>
            </a:solidFill>
            <a:prstDash val="solid"/>
            <a:headEnd type="arrow"/>
            <a:tailEnd type="none"/>
          </a:ln>
        </p:spPr>
      </p:sp>
      <p:sp>
        <p:nvSpPr>
          <p:cNvPr id="38" name="Text 6">
            <a:extLst>
              <a:ext uri="{FF2B5EF4-FFF2-40B4-BE49-F238E27FC236}">
                <a16:creationId xmlns:a16="http://schemas.microsoft.com/office/drawing/2014/main" id="{5B60C72B-EFAE-1649-9484-33429AC4126C}"/>
              </a:ext>
            </a:extLst>
          </p:cNvPr>
          <p:cNvSpPr/>
          <p:nvPr/>
        </p:nvSpPr>
        <p:spPr>
          <a:xfrm>
            <a:off x="2214496" y="2252521"/>
            <a:ext cx="2111350" cy="393192"/>
          </a:xfrm>
          <a:prstGeom prst="rect">
            <a:avLst/>
          </a:prstGeom>
          <a:noFill/>
          <a:ln/>
        </p:spPr>
        <p:txBody>
          <a:bodyPr wrap="square" lIns="91440" tIns="91440" rIns="91440" bIns="91440" rtlCol="0" anchor="ctr"/>
          <a:lstStyle/>
          <a:p>
            <a:pPr fontAlgn="auto">
              <a:lnSpc>
                <a:spcPct val="102222"/>
              </a:lnSpc>
              <a:spcBef>
                <a:spcPts val="360"/>
              </a:spcBef>
              <a:spcAft>
                <a:spcPts val="0"/>
              </a:spcAft>
              <a:buFontTx/>
              <a:buNone/>
            </a:pPr>
            <a:r>
              <a:rPr lang="en-US" b="1" dirty="0">
                <a:solidFill>
                  <a:srgbClr val="0F3558"/>
                </a:solidFill>
                <a:latin typeface="Trebuchet MS" pitchFamily="34" charset="0"/>
                <a:ea typeface="Trebuchet MS" pitchFamily="34" charset="-122"/>
                <a:cs typeface="Trebuchet MS" pitchFamily="34" charset="-120"/>
              </a:rPr>
              <a:t>死锁的基本概念</a:t>
            </a:r>
            <a:endParaRPr lang="en-US" dirty="0">
              <a:solidFill>
                <a:prstClr val="black"/>
              </a:solidFill>
              <a:latin typeface="Calibri" panose="020F0502020204030204"/>
              <a:ea typeface="+mn-ea"/>
            </a:endParaRPr>
          </a:p>
        </p:txBody>
      </p:sp>
      <p:sp>
        <p:nvSpPr>
          <p:cNvPr id="39" name="Text 7">
            <a:extLst>
              <a:ext uri="{FF2B5EF4-FFF2-40B4-BE49-F238E27FC236}">
                <a16:creationId xmlns:a16="http://schemas.microsoft.com/office/drawing/2014/main" id="{0FF069D2-0BB2-6B41-9803-20E45AD8F9A4}"/>
              </a:ext>
            </a:extLst>
          </p:cNvPr>
          <p:cNvSpPr/>
          <p:nvPr/>
        </p:nvSpPr>
        <p:spPr>
          <a:xfrm>
            <a:off x="3861163" y="1689293"/>
            <a:ext cx="5368909" cy="603504"/>
          </a:xfrm>
          <a:prstGeom prst="rect">
            <a:avLst/>
          </a:prstGeom>
          <a:noFill/>
          <a:ln/>
        </p:spPr>
        <p:txBody>
          <a:bodyPr wrap="square" lIns="91440" tIns="91440" rIns="91440" bIns="91440" rtlCol="0" anchor="ctr"/>
          <a:lstStyle/>
          <a:p>
            <a:pPr fontAlgn="auto">
              <a:lnSpc>
                <a:spcPct val="131429"/>
              </a:lnSpc>
              <a:spcBef>
                <a:spcPts val="0"/>
              </a:spcBef>
              <a:spcAft>
                <a:spcPts val="0"/>
              </a:spcAft>
              <a:buFontTx/>
              <a:buNone/>
            </a:pPr>
            <a:r>
              <a:rPr lang="en-US" dirty="0">
                <a:solidFill>
                  <a:srgbClr val="000000"/>
                </a:solidFill>
                <a:latin typeface="Trebuchet MS" pitchFamily="34" charset="0"/>
                <a:ea typeface="Trebuchet MS" pitchFamily="34" charset="-122"/>
                <a:cs typeface="Trebuchet MS" pitchFamily="34" charset="-120"/>
              </a:rPr>
              <a:t>死锁指多个进程因竞争资源陷入僵局，若无外力作用将无法推进，典型表现为进程间相互等待对方释放资源。</a:t>
            </a:r>
            <a:endParaRPr lang="en-US" dirty="0">
              <a:solidFill>
                <a:prstClr val="black"/>
              </a:solidFill>
              <a:latin typeface="Calibri" panose="020F0502020204030204"/>
              <a:ea typeface="+mn-ea"/>
            </a:endParaRPr>
          </a:p>
        </p:txBody>
      </p:sp>
      <p:sp>
        <p:nvSpPr>
          <p:cNvPr id="40" name="Text 8">
            <a:extLst>
              <a:ext uri="{FF2B5EF4-FFF2-40B4-BE49-F238E27FC236}">
                <a16:creationId xmlns:a16="http://schemas.microsoft.com/office/drawing/2014/main" id="{C96AE740-50F1-AE4B-BA18-84403607DA25}"/>
              </a:ext>
            </a:extLst>
          </p:cNvPr>
          <p:cNvSpPr/>
          <p:nvPr/>
        </p:nvSpPr>
        <p:spPr>
          <a:xfrm>
            <a:off x="2585838" y="3146140"/>
            <a:ext cx="2111350" cy="393192"/>
          </a:xfrm>
          <a:prstGeom prst="rect">
            <a:avLst/>
          </a:prstGeom>
          <a:noFill/>
          <a:ln/>
        </p:spPr>
        <p:txBody>
          <a:bodyPr wrap="square" lIns="91440" tIns="91440" rIns="91440" bIns="91440" rtlCol="0" anchor="ctr"/>
          <a:lstStyle/>
          <a:p>
            <a:pPr fontAlgn="auto">
              <a:lnSpc>
                <a:spcPct val="102222"/>
              </a:lnSpc>
              <a:spcBef>
                <a:spcPts val="360"/>
              </a:spcBef>
              <a:spcAft>
                <a:spcPts val="0"/>
              </a:spcAft>
              <a:buFontTx/>
              <a:buNone/>
            </a:pPr>
            <a:r>
              <a:rPr lang="en-US" b="1" dirty="0">
                <a:solidFill>
                  <a:srgbClr val="0F3558"/>
                </a:solidFill>
                <a:latin typeface="Trebuchet MS" pitchFamily="34" charset="0"/>
                <a:ea typeface="Trebuchet MS" pitchFamily="34" charset="-122"/>
                <a:cs typeface="Trebuchet MS" pitchFamily="34" charset="-120"/>
              </a:rPr>
              <a:t>死锁产生的必要条件</a:t>
            </a:r>
            <a:endParaRPr lang="en-US" dirty="0">
              <a:solidFill>
                <a:prstClr val="black"/>
              </a:solidFill>
              <a:latin typeface="Calibri" panose="020F0502020204030204"/>
              <a:ea typeface="+mn-ea"/>
            </a:endParaRPr>
          </a:p>
        </p:txBody>
      </p:sp>
      <p:sp>
        <p:nvSpPr>
          <p:cNvPr id="41" name="Text 9">
            <a:extLst>
              <a:ext uri="{FF2B5EF4-FFF2-40B4-BE49-F238E27FC236}">
                <a16:creationId xmlns:a16="http://schemas.microsoft.com/office/drawing/2014/main" id="{FA89A3EC-0241-C348-81C2-68ACA67D7ED2}"/>
              </a:ext>
            </a:extLst>
          </p:cNvPr>
          <p:cNvSpPr/>
          <p:nvPr/>
        </p:nvSpPr>
        <p:spPr>
          <a:xfrm>
            <a:off x="4517751" y="2853980"/>
            <a:ext cx="4508154" cy="548640"/>
          </a:xfrm>
          <a:prstGeom prst="rect">
            <a:avLst/>
          </a:prstGeom>
          <a:noFill/>
          <a:ln/>
        </p:spPr>
        <p:txBody>
          <a:bodyPr wrap="square" lIns="91440" tIns="91440" rIns="91440" bIns="91440" rtlCol="0" anchor="ctr"/>
          <a:lstStyle/>
          <a:p>
            <a:pPr fontAlgn="auto">
              <a:lnSpc>
                <a:spcPct val="131429"/>
              </a:lnSpc>
              <a:spcBef>
                <a:spcPts val="360"/>
              </a:spcBef>
              <a:spcAft>
                <a:spcPts val="0"/>
              </a:spcAft>
              <a:buFontTx/>
              <a:buNone/>
            </a:pPr>
            <a:r>
              <a:rPr lang="en-US" dirty="0">
                <a:solidFill>
                  <a:srgbClr val="000000"/>
                </a:solidFill>
                <a:latin typeface="Trebuchet MS" pitchFamily="34" charset="0"/>
                <a:ea typeface="Trebuchet MS" pitchFamily="34" charset="-122"/>
                <a:cs typeface="Trebuchet MS" pitchFamily="34" charset="-120"/>
              </a:rPr>
              <a:t>死锁需满足互斥、请求保持、非剥夺和循环等待四个条件，破坏任一条件即可预防死锁发生。</a:t>
            </a:r>
            <a:endParaRPr lang="en-US" dirty="0">
              <a:solidFill>
                <a:prstClr val="black"/>
              </a:solidFill>
              <a:latin typeface="Calibri" panose="020F0502020204030204"/>
              <a:ea typeface="+mn-ea"/>
            </a:endParaRPr>
          </a:p>
        </p:txBody>
      </p:sp>
      <p:sp>
        <p:nvSpPr>
          <p:cNvPr id="42" name="Text 10">
            <a:extLst>
              <a:ext uri="{FF2B5EF4-FFF2-40B4-BE49-F238E27FC236}">
                <a16:creationId xmlns:a16="http://schemas.microsoft.com/office/drawing/2014/main" id="{0B6B0867-EA79-0F42-909C-B48A3B8D0EDC}"/>
              </a:ext>
            </a:extLst>
          </p:cNvPr>
          <p:cNvSpPr/>
          <p:nvPr/>
        </p:nvSpPr>
        <p:spPr>
          <a:xfrm>
            <a:off x="2972249" y="4007418"/>
            <a:ext cx="2111350" cy="393192"/>
          </a:xfrm>
          <a:prstGeom prst="rect">
            <a:avLst/>
          </a:prstGeom>
          <a:noFill/>
          <a:ln/>
        </p:spPr>
        <p:txBody>
          <a:bodyPr wrap="square" lIns="91440" tIns="91440" rIns="91440" bIns="91440" rtlCol="0" anchor="ctr"/>
          <a:lstStyle/>
          <a:p>
            <a:pPr fontAlgn="auto">
              <a:lnSpc>
                <a:spcPct val="102222"/>
              </a:lnSpc>
              <a:spcBef>
                <a:spcPts val="360"/>
              </a:spcBef>
              <a:spcAft>
                <a:spcPts val="0"/>
              </a:spcAft>
              <a:buFontTx/>
              <a:buNone/>
            </a:pPr>
            <a:r>
              <a:rPr lang="en-US" b="1" dirty="0">
                <a:solidFill>
                  <a:srgbClr val="0F3558"/>
                </a:solidFill>
                <a:latin typeface="Trebuchet MS" pitchFamily="34" charset="0"/>
                <a:ea typeface="Trebuchet MS" pitchFamily="34" charset="-122"/>
                <a:cs typeface="Trebuchet MS" pitchFamily="34" charset="-120"/>
              </a:rPr>
              <a:t>处理死锁的基本方法</a:t>
            </a:r>
            <a:endParaRPr lang="en-US" dirty="0">
              <a:solidFill>
                <a:prstClr val="black"/>
              </a:solidFill>
              <a:latin typeface="Calibri" panose="020F0502020204030204"/>
              <a:ea typeface="+mn-ea"/>
            </a:endParaRPr>
          </a:p>
        </p:txBody>
      </p:sp>
      <p:sp>
        <p:nvSpPr>
          <p:cNvPr id="43" name="Text 11">
            <a:extLst>
              <a:ext uri="{FF2B5EF4-FFF2-40B4-BE49-F238E27FC236}">
                <a16:creationId xmlns:a16="http://schemas.microsoft.com/office/drawing/2014/main" id="{06E0E20C-DC9E-F244-B954-D15805567E70}"/>
              </a:ext>
            </a:extLst>
          </p:cNvPr>
          <p:cNvSpPr/>
          <p:nvPr/>
        </p:nvSpPr>
        <p:spPr>
          <a:xfrm>
            <a:off x="4989799" y="4074276"/>
            <a:ext cx="4240273" cy="603504"/>
          </a:xfrm>
          <a:prstGeom prst="rect">
            <a:avLst/>
          </a:prstGeom>
          <a:noFill/>
          <a:ln/>
        </p:spPr>
        <p:txBody>
          <a:bodyPr wrap="square" lIns="91440" tIns="91440" rIns="91440" bIns="91440" rtlCol="0" anchor="ctr"/>
          <a:lstStyle/>
          <a:p>
            <a:pPr fontAlgn="auto">
              <a:lnSpc>
                <a:spcPct val="131429"/>
              </a:lnSpc>
              <a:spcBef>
                <a:spcPts val="360"/>
              </a:spcBef>
              <a:spcAft>
                <a:spcPts val="0"/>
              </a:spcAft>
              <a:buFontTx/>
              <a:buNone/>
            </a:pPr>
            <a:r>
              <a:rPr lang="en-US" dirty="0">
                <a:solidFill>
                  <a:srgbClr val="000000"/>
                </a:solidFill>
                <a:latin typeface="Trebuchet MS" pitchFamily="34" charset="0"/>
                <a:ea typeface="Trebuchet MS" pitchFamily="34" charset="-122"/>
                <a:cs typeface="Trebuchet MS" pitchFamily="34" charset="-120"/>
              </a:rPr>
              <a:t>解决死锁有预防、避免、检测和解除四种策略，分别通过破坏条件、动态分配、监控及资源释放实现。</a:t>
            </a:r>
            <a:endParaRPr lang="en-US" dirty="0">
              <a:solidFill>
                <a:prstClr val="black"/>
              </a:solidFill>
              <a:latin typeface="Calibri" panose="020F0502020204030204"/>
              <a:ea typeface="+mn-ea"/>
            </a:endParaRPr>
          </a:p>
        </p:txBody>
      </p:sp>
      <p:sp>
        <p:nvSpPr>
          <p:cNvPr id="44" name="Text 12">
            <a:extLst>
              <a:ext uri="{FF2B5EF4-FFF2-40B4-BE49-F238E27FC236}">
                <a16:creationId xmlns:a16="http://schemas.microsoft.com/office/drawing/2014/main" id="{ED8B74DF-CA92-9444-8A1A-289D387C1C69}"/>
              </a:ext>
            </a:extLst>
          </p:cNvPr>
          <p:cNvSpPr/>
          <p:nvPr/>
        </p:nvSpPr>
        <p:spPr>
          <a:xfrm>
            <a:off x="3443907" y="4872819"/>
            <a:ext cx="1825784" cy="393192"/>
          </a:xfrm>
          <a:prstGeom prst="rect">
            <a:avLst/>
          </a:prstGeom>
          <a:noFill/>
          <a:ln/>
        </p:spPr>
        <p:txBody>
          <a:bodyPr wrap="square" lIns="91440" tIns="91440" rIns="91440" bIns="91440" rtlCol="0" anchor="ctr"/>
          <a:lstStyle/>
          <a:p>
            <a:pPr fontAlgn="auto">
              <a:lnSpc>
                <a:spcPct val="102222"/>
              </a:lnSpc>
              <a:spcBef>
                <a:spcPts val="360"/>
              </a:spcBef>
              <a:spcAft>
                <a:spcPts val="0"/>
              </a:spcAft>
              <a:buFontTx/>
              <a:buNone/>
            </a:pPr>
            <a:r>
              <a:rPr lang="en-US" b="1" dirty="0">
                <a:solidFill>
                  <a:srgbClr val="0F3558"/>
                </a:solidFill>
                <a:latin typeface="Trebuchet MS" pitchFamily="34" charset="0"/>
                <a:ea typeface="Trebuchet MS" pitchFamily="34" charset="-122"/>
                <a:cs typeface="Trebuchet MS" pitchFamily="34" charset="-120"/>
              </a:rPr>
              <a:t>死锁的预防策略</a:t>
            </a:r>
            <a:endParaRPr lang="en-US" dirty="0">
              <a:solidFill>
                <a:prstClr val="black"/>
              </a:solidFill>
              <a:latin typeface="Calibri" panose="020F0502020204030204"/>
              <a:ea typeface="+mn-ea"/>
            </a:endParaRPr>
          </a:p>
        </p:txBody>
      </p:sp>
      <p:sp>
        <p:nvSpPr>
          <p:cNvPr id="45" name="Text 13">
            <a:extLst>
              <a:ext uri="{FF2B5EF4-FFF2-40B4-BE49-F238E27FC236}">
                <a16:creationId xmlns:a16="http://schemas.microsoft.com/office/drawing/2014/main" id="{47B1B74A-80CF-F54D-BA00-F864345FE549}"/>
              </a:ext>
            </a:extLst>
          </p:cNvPr>
          <p:cNvSpPr/>
          <p:nvPr/>
        </p:nvSpPr>
        <p:spPr>
          <a:xfrm>
            <a:off x="5183693" y="5183941"/>
            <a:ext cx="3885004" cy="603504"/>
          </a:xfrm>
          <a:prstGeom prst="rect">
            <a:avLst/>
          </a:prstGeom>
          <a:noFill/>
          <a:ln/>
        </p:spPr>
        <p:txBody>
          <a:bodyPr wrap="square" lIns="91440" tIns="91440" rIns="91440" bIns="91440" rtlCol="0" anchor="ctr"/>
          <a:lstStyle/>
          <a:p>
            <a:pPr fontAlgn="auto">
              <a:lnSpc>
                <a:spcPct val="131429"/>
              </a:lnSpc>
              <a:spcBef>
                <a:spcPts val="360"/>
              </a:spcBef>
              <a:spcAft>
                <a:spcPts val="0"/>
              </a:spcAft>
              <a:buFontTx/>
              <a:buNone/>
            </a:pPr>
            <a:r>
              <a:rPr lang="en-US" dirty="0">
                <a:solidFill>
                  <a:srgbClr val="000000"/>
                </a:solidFill>
                <a:latin typeface="Trebuchet MS" pitchFamily="34" charset="0"/>
                <a:ea typeface="Trebuchet MS" pitchFamily="34" charset="-122"/>
                <a:cs typeface="Trebuchet MS" pitchFamily="34" charset="-120"/>
              </a:rPr>
              <a:t>通过预先分配、强制剥夺或有序分配资源，破坏死锁的必要条件，确保系统不会进入死锁状态。</a:t>
            </a:r>
            <a:endParaRPr lang="en-US" dirty="0">
              <a:solidFill>
                <a:prstClr val="black"/>
              </a:solidFill>
              <a:latin typeface="Calibri" panose="020F0502020204030204"/>
              <a:ea typeface="+mn-ea"/>
            </a:endParaRPr>
          </a:p>
        </p:txBody>
      </p:sp>
    </p:spTree>
    <p:extLst>
      <p:ext uri="{BB962C8B-B14F-4D97-AF65-F5344CB8AC3E}">
        <p14:creationId xmlns:p14="http://schemas.microsoft.com/office/powerpoint/2010/main" val="38364412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5">
            <a:extLst>
              <a:ext uri="{FF2B5EF4-FFF2-40B4-BE49-F238E27FC236}">
                <a16:creationId xmlns:a16="http://schemas.microsoft.com/office/drawing/2014/main" id="{A133EA26-6721-BB4B-8BCE-4EEBD9DB4839}"/>
              </a:ext>
            </a:extLst>
          </p:cNvPr>
          <p:cNvSpPr>
            <a:spLocks noGrp="1"/>
          </p:cNvSpPr>
          <p:nvPr>
            <p:ph type="body" idx="4294967295"/>
          </p:nvPr>
        </p:nvSpPr>
        <p:spPr>
          <a:xfrm>
            <a:off x="623888" y="4589463"/>
            <a:ext cx="7886700" cy="1500187"/>
          </a:xfrm>
          <a:ln>
            <a:miter/>
          </a:ln>
        </p:spPr>
        <p:txBody>
          <a:bodyPr/>
          <a:lstStyle/>
          <a:p>
            <a:pPr marL="0" indent="0">
              <a:lnSpc>
                <a:spcPct val="110000"/>
              </a:lnSpc>
              <a:buFontTx/>
              <a:buNone/>
            </a:pPr>
            <a:r>
              <a:rPr lang="zh-CN" altLang="en-US" sz="2400">
                <a:latin typeface="黑体" panose="02010609060101010101" pitchFamily="49" charset="-122"/>
                <a:ea typeface="黑体" panose="02010609060101010101" pitchFamily="49" charset="-122"/>
              </a:rPr>
              <a:t>处理死锁的方法</a:t>
            </a:r>
            <a:r>
              <a:rPr lang="en-US" altLang="zh-CN" sz="2400">
                <a:latin typeface="黑体" panose="02010609060101010101" pitchFamily="49" charset="-122"/>
                <a:ea typeface="黑体" panose="02010609060101010101" pitchFamily="49" charset="-122"/>
              </a:rPr>
              <a:t>:</a:t>
            </a:r>
          </a:p>
          <a:p>
            <a:pPr marL="0" indent="0">
              <a:lnSpc>
                <a:spcPct val="110000"/>
              </a:lnSpc>
            </a:pPr>
            <a:r>
              <a:rPr lang="zh-CN" altLang="en-US" sz="2400">
                <a:latin typeface="黑体" panose="02010609060101010101" pitchFamily="49" charset="-122"/>
                <a:ea typeface="黑体" panose="02010609060101010101" pitchFamily="49" charset="-122"/>
              </a:rPr>
              <a:t>死锁预防、死锁避免</a:t>
            </a:r>
          </a:p>
          <a:p>
            <a:pPr marL="0" indent="0">
              <a:lnSpc>
                <a:spcPct val="110000"/>
              </a:lnSpc>
            </a:pPr>
            <a:r>
              <a:rPr lang="zh-CN" altLang="en-US" sz="2400">
                <a:latin typeface="黑体" panose="02010609060101010101" pitchFamily="49" charset="-122"/>
                <a:ea typeface="黑体" panose="02010609060101010101" pitchFamily="49" charset="-122"/>
              </a:rPr>
              <a:t>死锁检测、死锁恢复</a:t>
            </a:r>
          </a:p>
        </p:txBody>
      </p:sp>
      <p:pic>
        <p:nvPicPr>
          <p:cNvPr id="25602" name="Picture 2" descr="无标题-4">
            <a:extLst>
              <a:ext uri="{FF2B5EF4-FFF2-40B4-BE49-F238E27FC236}">
                <a16:creationId xmlns:a16="http://schemas.microsoft.com/office/drawing/2014/main" id="{DC121FDF-2C31-E548-8C71-CDF7618B63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43113"/>
            <a:ext cx="9144000" cy="180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3" name="图片 8">
            <a:extLst>
              <a:ext uri="{FF2B5EF4-FFF2-40B4-BE49-F238E27FC236}">
                <a16:creationId xmlns:a16="http://schemas.microsoft.com/office/drawing/2014/main" id="{DB5EEB17-10AF-C14F-97A5-572D654A06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8411"/>
          <a:stretch>
            <a:fillRect/>
          </a:stretch>
        </p:blipFill>
        <p:spPr bwMode="auto">
          <a:xfrm>
            <a:off x="5956300" y="3854450"/>
            <a:ext cx="3187700" cy="300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4" name="标题 4">
            <a:extLst>
              <a:ext uri="{FF2B5EF4-FFF2-40B4-BE49-F238E27FC236}">
                <a16:creationId xmlns:a16="http://schemas.microsoft.com/office/drawing/2014/main" id="{5AD66F96-EA46-614F-B438-4291DD84034F}"/>
              </a:ext>
            </a:extLst>
          </p:cNvPr>
          <p:cNvSpPr>
            <a:spLocks noGrp="1" noChangeArrowheads="1"/>
          </p:cNvSpPr>
          <p:nvPr>
            <p:ph type="title" idx="4294967295"/>
          </p:nvPr>
        </p:nvSpPr>
        <p:spPr>
          <a:xfrm>
            <a:off x="623888" y="1711325"/>
            <a:ext cx="7886700" cy="1881188"/>
          </a:xfrm>
        </p:spPr>
        <p:txBody>
          <a:bodyPr anchor="b"/>
          <a:lstStyle/>
          <a:p>
            <a:r>
              <a:rPr lang="en-US" altLang="zh-CN" dirty="0">
                <a:latin typeface="黑体" panose="02010609060101010101" pitchFamily="49" charset="-122"/>
                <a:ea typeface="黑体" panose="02010609060101010101" pitchFamily="49" charset="-122"/>
              </a:rPr>
              <a:t>2 </a:t>
            </a:r>
            <a:r>
              <a:rPr lang="zh-CN" altLang="en-US" dirty="0">
                <a:latin typeface="黑体" panose="02010609060101010101" pitchFamily="49" charset="-122"/>
                <a:ea typeface="黑体" panose="02010609060101010101" pitchFamily="49" charset="-122"/>
              </a:rPr>
              <a:t>处理死锁的基本方法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edge">
                                      <p:cBhvr>
                                        <p:cTn id="7" dur="2000"/>
                                        <p:tgtEl>
                                          <p:spTgt spid="2">
                                            <p:txEl>
                                              <p:pRg st="0" end="0"/>
                                            </p:txEl>
                                          </p:spTgt>
                                        </p:tgtEl>
                                      </p:cBhvr>
                                    </p:animEffect>
                                  </p:childTnLst>
                                </p:cTn>
                              </p:par>
                            </p:childTnLst>
                          </p:cTn>
                        </p:par>
                        <p:par>
                          <p:cTn id="8" fill="hold" nodeType="afterGroup">
                            <p:stCondLst>
                              <p:cond delay="2000"/>
                            </p:stCondLst>
                            <p:childTnLst>
                              <p:par>
                                <p:cTn id="9" presetID="20" presetClass="entr" presetSubtype="0" fill="hold" nodeType="afterEffect">
                                  <p:stCondLst>
                                    <p:cond delay="0"/>
                                  </p:stCondLst>
                                  <p:childTnLst>
                                    <p:set>
                                      <p:cBhvr>
                                        <p:cTn id="10" dur="1" fill="hold">
                                          <p:stCondLst>
                                            <p:cond delay="0"/>
                                          </p:stCondLst>
                                        </p:cTn>
                                        <p:tgtEl>
                                          <p:spTgt spid="2">
                                            <p:txEl>
                                              <p:charRg st="9" end="29"/>
                                            </p:txEl>
                                          </p:spTgt>
                                        </p:tgtEl>
                                        <p:attrNameLst>
                                          <p:attrName>style.visibility</p:attrName>
                                        </p:attrNameLst>
                                      </p:cBhvr>
                                      <p:to>
                                        <p:strVal val="visible"/>
                                      </p:to>
                                    </p:set>
                                    <p:animEffect transition="in" filter="wedge">
                                      <p:cBhvr>
                                        <p:cTn id="11" dur="2000"/>
                                        <p:tgtEl>
                                          <p:spTgt spid="2">
                                            <p:txEl>
                                              <p:charRg st="9" end="29"/>
                                            </p:txEl>
                                          </p:spTgt>
                                        </p:tgtEl>
                                      </p:cBhvr>
                                    </p:animEffect>
                                  </p:childTnLst>
                                </p:cTn>
                              </p:par>
                            </p:childTnLst>
                          </p:cTn>
                        </p:par>
                        <p:par>
                          <p:cTn id="12" fill="hold" nodeType="afterGroup">
                            <p:stCondLst>
                              <p:cond delay="4000"/>
                            </p:stCondLst>
                            <p:childTnLst>
                              <p:par>
                                <p:cTn id="13" presetID="20" presetClass="entr" presetSubtype="0" fill="hold" nodeType="afterEffect">
                                  <p:stCondLst>
                                    <p:cond delay="0"/>
                                  </p:stCondLst>
                                  <p:childTnLst>
                                    <p:set>
                                      <p:cBhvr>
                                        <p:cTn id="14" dur="1" fill="hold">
                                          <p:stCondLst>
                                            <p:cond delay="0"/>
                                          </p:stCondLst>
                                        </p:cTn>
                                        <p:tgtEl>
                                          <p:spTgt spid="2">
                                            <p:txEl>
                                              <p:charRg st="2" end="2"/>
                                            </p:txEl>
                                          </p:spTgt>
                                        </p:tgtEl>
                                        <p:attrNameLst>
                                          <p:attrName>style.visibility</p:attrName>
                                        </p:attrNameLst>
                                      </p:cBhvr>
                                      <p:to>
                                        <p:strVal val="visible"/>
                                      </p:to>
                                    </p:set>
                                    <p:animEffect transition="in" filter="wedge">
                                      <p:cBhvr>
                                        <p:cTn id="15" dur="2000"/>
                                        <p:tgtEl>
                                          <p:spTgt spid="2">
                                            <p:txEl>
                                              <p:char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5" name="内容占位符 6">
            <a:extLst>
              <a:ext uri="{FF2B5EF4-FFF2-40B4-BE49-F238E27FC236}">
                <a16:creationId xmlns:a16="http://schemas.microsoft.com/office/drawing/2014/main" id="{E2433483-9D1D-3E48-AD50-B44AF54C732F}"/>
              </a:ext>
            </a:extLst>
          </p:cNvPr>
          <p:cNvSpPr>
            <a:spLocks noGrp="1" noChangeArrowheads="1"/>
          </p:cNvSpPr>
          <p:nvPr>
            <p:ph idx="4294967295"/>
          </p:nvPr>
        </p:nvSpPr>
        <p:spPr>
          <a:xfrm>
            <a:off x="612775" y="1755775"/>
            <a:ext cx="8531225" cy="4527550"/>
          </a:xfrm>
        </p:spPr>
        <p:txBody>
          <a:bodyPr/>
          <a:lstStyle/>
          <a:p>
            <a:pPr marL="457200" indent="-457200">
              <a:lnSpc>
                <a:spcPct val="190000"/>
              </a:lnSpc>
            </a:pPr>
            <a:r>
              <a:rPr lang="zh-CN" altLang="en-US" sz="2400"/>
              <a:t>死锁的预防是保证系统不进入死锁状态的一种策略。</a:t>
            </a:r>
          </a:p>
          <a:p>
            <a:pPr marL="457200" indent="-457200">
              <a:lnSpc>
                <a:spcPct val="190000"/>
              </a:lnSpc>
            </a:pPr>
            <a:r>
              <a:rPr lang="zh-CN" altLang="en-US" sz="2400"/>
              <a:t>它的基本思想是要求进程申请资源时遵循某种协议，从而打破产生死锁的四个必要条件中的一个或几个，保证系统不会进入死锁状态。</a:t>
            </a:r>
          </a:p>
          <a:p>
            <a:pPr marL="457200" indent="-457200">
              <a:buFontTx/>
              <a:buNone/>
            </a:pPr>
            <a:endParaRPr lang="zh-CN" altLang="en-US"/>
          </a:p>
        </p:txBody>
      </p:sp>
      <p:pic>
        <p:nvPicPr>
          <p:cNvPr id="26627" name="Picture 3" descr="无标题-5">
            <a:extLst>
              <a:ext uri="{FF2B5EF4-FFF2-40B4-BE49-F238E27FC236}">
                <a16:creationId xmlns:a16="http://schemas.microsoft.com/office/drawing/2014/main" id="{EEED56EF-F177-0B4C-AE26-DEF296C57E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8" name="标题 5">
            <a:extLst>
              <a:ext uri="{FF2B5EF4-FFF2-40B4-BE49-F238E27FC236}">
                <a16:creationId xmlns:a16="http://schemas.microsoft.com/office/drawing/2014/main" id="{D6EC06E2-9F1B-5649-A682-5972A977773F}"/>
              </a:ext>
            </a:extLst>
          </p:cNvPr>
          <p:cNvSpPr>
            <a:spLocks noGrp="1" noChangeArrowheads="1"/>
          </p:cNvSpPr>
          <p:nvPr>
            <p:ph type="title" idx="4294967295"/>
          </p:nvPr>
        </p:nvSpPr>
        <p:spPr>
          <a:xfrm>
            <a:off x="179388" y="557213"/>
            <a:ext cx="8229600" cy="1143000"/>
          </a:xfrm>
        </p:spPr>
        <p:txBody>
          <a:bodyPr/>
          <a:lstStyle/>
          <a:p>
            <a:r>
              <a:rPr lang="en-US" altLang="zh-CN" dirty="0"/>
              <a:t>2.1 </a:t>
            </a:r>
            <a:r>
              <a:rPr lang="zh-CN" altLang="en-US" dirty="0"/>
              <a:t>预防死锁的方法</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F5705D08-EA70-B74D-893A-FCBE8EE7F123}"/>
              </a:ext>
            </a:extLst>
          </p:cNvPr>
          <p:cNvSpPr>
            <a:spLocks noGrp="1"/>
          </p:cNvSpPr>
          <p:nvPr>
            <p:ph idx="4294967295"/>
          </p:nvPr>
        </p:nvSpPr>
        <p:spPr>
          <a:xfrm>
            <a:off x="612775" y="1755775"/>
            <a:ext cx="8531225" cy="4527550"/>
          </a:xfrm>
          <a:ln>
            <a:miter/>
          </a:ln>
        </p:spPr>
        <p:txBody>
          <a:bodyPr/>
          <a:lstStyle/>
          <a:p>
            <a:pPr marL="457200" indent="-457200">
              <a:lnSpc>
                <a:spcPct val="120000"/>
              </a:lnSpc>
              <a:buFontTx/>
              <a:buNone/>
            </a:pPr>
            <a:r>
              <a:rPr lang="en-US" altLang="zh-CN" sz="2400"/>
              <a:t>1</a:t>
            </a:r>
            <a:r>
              <a:rPr lang="zh-CN" altLang="en-US" sz="2400"/>
              <a:t>破坏“请求和保持”条件</a:t>
            </a:r>
          </a:p>
          <a:p>
            <a:pPr marL="457200" indent="-457200">
              <a:lnSpc>
                <a:spcPct val="120000"/>
              </a:lnSpc>
            </a:pPr>
            <a:r>
              <a:rPr lang="zh-CN" altLang="en-US" sz="2400"/>
              <a:t>即允许进程同时访问某些资源。</a:t>
            </a:r>
          </a:p>
          <a:p>
            <a:pPr marL="457200" indent="-457200">
              <a:lnSpc>
                <a:spcPct val="120000"/>
              </a:lnSpc>
            </a:pPr>
            <a:r>
              <a:rPr lang="zh-CN" altLang="en-US" sz="2400"/>
              <a:t>但是，有的资源是不允许被同时访问的，像打印机等等，这是由资源本身的属性所决定的。</a:t>
            </a:r>
          </a:p>
          <a:p>
            <a:pPr marL="457200" indent="-457200">
              <a:lnSpc>
                <a:spcPct val="120000"/>
              </a:lnSpc>
            </a:pPr>
            <a:r>
              <a:rPr lang="zh-CN" altLang="en-US" sz="2400"/>
              <a:t>所以，这种办法并无实用价值。</a:t>
            </a:r>
          </a:p>
          <a:p>
            <a:pPr marL="457200" indent="-457200">
              <a:lnSpc>
                <a:spcPct val="120000"/>
              </a:lnSpc>
              <a:buFontTx/>
              <a:buNone/>
            </a:pPr>
            <a:r>
              <a:rPr lang="en-US" altLang="zh-CN" sz="2400"/>
              <a:t>2</a:t>
            </a:r>
            <a:r>
              <a:rPr lang="zh-CN" altLang="en-US" sz="2400"/>
              <a:t>破坏“不剥夺”条件</a:t>
            </a:r>
          </a:p>
          <a:p>
            <a:pPr marL="457200" indent="-457200">
              <a:lnSpc>
                <a:spcPct val="120000"/>
              </a:lnSpc>
            </a:pPr>
            <a:r>
              <a:rPr lang="zh-CN" altLang="en-US" sz="2400"/>
              <a:t>即允许进程强行从占有者那里夺取某些资源。</a:t>
            </a:r>
          </a:p>
          <a:p>
            <a:pPr marL="457200" indent="-457200">
              <a:lnSpc>
                <a:spcPct val="120000"/>
              </a:lnSpc>
              <a:buFontTx/>
              <a:buNone/>
            </a:pPr>
            <a:r>
              <a:rPr lang="en-US" altLang="zh-CN" sz="2400"/>
              <a:t>3</a:t>
            </a:r>
            <a:r>
              <a:rPr lang="zh-CN" altLang="en-US" sz="2400"/>
              <a:t>破坏“环路等待”条件</a:t>
            </a:r>
          </a:p>
          <a:p>
            <a:pPr marL="457200" indent="-457200">
              <a:lnSpc>
                <a:spcPct val="120000"/>
              </a:lnSpc>
            </a:pPr>
            <a:r>
              <a:rPr lang="zh-CN" altLang="en-US" sz="2400"/>
              <a:t>可以实行资源预先分配策略。</a:t>
            </a:r>
          </a:p>
        </p:txBody>
      </p:sp>
      <p:pic>
        <p:nvPicPr>
          <p:cNvPr id="27651" name="Picture 3" descr="无标题-5">
            <a:extLst>
              <a:ext uri="{FF2B5EF4-FFF2-40B4-BE49-F238E27FC236}">
                <a16:creationId xmlns:a16="http://schemas.microsoft.com/office/drawing/2014/main" id="{800963AE-1538-774F-AC65-38E58223B5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2" name="标题 5">
            <a:extLst>
              <a:ext uri="{FF2B5EF4-FFF2-40B4-BE49-F238E27FC236}">
                <a16:creationId xmlns:a16="http://schemas.microsoft.com/office/drawing/2014/main" id="{C672877A-4480-924C-A7E6-ADF7705AAC7E}"/>
              </a:ext>
            </a:extLst>
          </p:cNvPr>
          <p:cNvSpPr>
            <a:spLocks noGrp="1" noChangeArrowheads="1"/>
          </p:cNvSpPr>
          <p:nvPr>
            <p:ph type="title" idx="4294967295"/>
          </p:nvPr>
        </p:nvSpPr>
        <p:spPr>
          <a:xfrm>
            <a:off x="179388" y="557213"/>
            <a:ext cx="8229600" cy="1143000"/>
          </a:xfrm>
        </p:spPr>
        <p:txBody>
          <a:bodyPr/>
          <a:lstStyle/>
          <a:p>
            <a:r>
              <a:rPr lang="en-US" altLang="zh-CN" dirty="0"/>
              <a:t>2.1 </a:t>
            </a:r>
            <a:r>
              <a:rPr lang="zh-CN" altLang="en-US" dirty="0"/>
              <a:t>预防死锁的方法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checkerboard(across)">
                                      <p:cBhvr>
                                        <p:cTn id="7" dur="500"/>
                                        <p:tgtEl>
                                          <p:spTgt spid="2">
                                            <p:txEl>
                                              <p:pRg st="0" end="0"/>
                                            </p:txEl>
                                          </p:spTgt>
                                        </p:tgtEl>
                                      </p:cBhvr>
                                    </p:animEffect>
                                  </p:childTnLst>
                                </p:cTn>
                              </p:par>
                            </p:childTnLst>
                          </p:cTn>
                        </p:par>
                        <p:par>
                          <p:cTn id="8" fill="hold" nodeType="afterGroup">
                            <p:stCondLst>
                              <p:cond delay="500"/>
                            </p:stCondLst>
                            <p:childTnLst>
                              <p:par>
                                <p:cTn id="9" presetID="5" presetClass="entr" presetSubtype="10" fill="hold"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checkerboard(across)">
                                      <p:cBhvr>
                                        <p:cTn id="11" dur="500"/>
                                        <p:tgtEl>
                                          <p:spTgt spid="2">
                                            <p:txEl>
                                              <p:pRg st="1" end="1"/>
                                            </p:txEl>
                                          </p:spTgt>
                                        </p:tgtEl>
                                      </p:cBhvr>
                                    </p:animEffect>
                                  </p:childTnLst>
                                </p:cTn>
                              </p:par>
                            </p:childTnLst>
                          </p:cTn>
                        </p:par>
                        <p:par>
                          <p:cTn id="12" fill="hold" nodeType="afterGroup">
                            <p:stCondLst>
                              <p:cond delay="1000"/>
                            </p:stCondLst>
                            <p:childTnLst>
                              <p:par>
                                <p:cTn id="13" presetID="5" presetClass="entr" presetSubtype="10" fill="hold" nodeType="afterEffect">
                                  <p:stCondLst>
                                    <p:cond delay="0"/>
                                  </p:stCondLst>
                                  <p:childTnLst>
                                    <p:set>
                                      <p:cBhvr>
                                        <p:cTn id="14" dur="1" fill="hold">
                                          <p:stCondLst>
                                            <p:cond delay="0"/>
                                          </p:stCondLst>
                                        </p:cTn>
                                        <p:tgtEl>
                                          <p:spTgt spid="2">
                                            <p:txEl>
                                              <p:charRg st="28" end="83"/>
                                            </p:txEl>
                                          </p:spTgt>
                                        </p:tgtEl>
                                        <p:attrNameLst>
                                          <p:attrName>style.visibility</p:attrName>
                                        </p:attrNameLst>
                                      </p:cBhvr>
                                      <p:to>
                                        <p:strVal val="visible"/>
                                      </p:to>
                                    </p:set>
                                    <p:animEffect transition="in" filter="checkerboard(across)">
                                      <p:cBhvr>
                                        <p:cTn id="15" dur="500"/>
                                        <p:tgtEl>
                                          <p:spTgt spid="2">
                                            <p:txEl>
                                              <p:charRg st="28" end="83"/>
                                            </p:txEl>
                                          </p:spTgt>
                                        </p:tgtEl>
                                      </p:cBhvr>
                                    </p:animEffect>
                                  </p:childTnLst>
                                </p:cTn>
                              </p:par>
                            </p:childTnLst>
                          </p:cTn>
                        </p:par>
                        <p:par>
                          <p:cTn id="16" fill="hold" nodeType="afterGroup">
                            <p:stCondLst>
                              <p:cond delay="1500"/>
                            </p:stCondLst>
                            <p:childTnLst>
                              <p:par>
                                <p:cTn id="17" presetID="5" presetClass="entr" presetSubtype="10" fill="hold" nodeType="afterEffect">
                                  <p:stCondLst>
                                    <p:cond delay="0"/>
                                  </p:stCondLst>
                                  <p:childTnLst>
                                    <p:set>
                                      <p:cBhvr>
                                        <p:cTn id="18" dur="1" fill="hold">
                                          <p:stCondLst>
                                            <p:cond delay="0"/>
                                          </p:stCondLst>
                                        </p:cTn>
                                        <p:tgtEl>
                                          <p:spTgt spid="2">
                                            <p:txEl>
                                              <p:charRg st="3" end="3"/>
                                            </p:txEl>
                                          </p:spTgt>
                                        </p:tgtEl>
                                        <p:attrNameLst>
                                          <p:attrName>style.visibility</p:attrName>
                                        </p:attrNameLst>
                                      </p:cBhvr>
                                      <p:to>
                                        <p:strVal val="visible"/>
                                      </p:to>
                                    </p:set>
                                    <p:animEffect transition="in" filter="checkerboard(across)">
                                      <p:cBhvr>
                                        <p:cTn id="19" dur="500"/>
                                        <p:tgtEl>
                                          <p:spTgt spid="2">
                                            <p:txEl>
                                              <p:charRg st="3" end="3"/>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 presetClass="entr" presetSubtype="10" fill="hold" nodeType="clickEffect">
                                  <p:stCondLst>
                                    <p:cond delay="0"/>
                                  </p:stCondLst>
                                  <p:childTnLst>
                                    <p:set>
                                      <p:cBhvr>
                                        <p:cTn id="23" dur="1" fill="hold">
                                          <p:stCondLst>
                                            <p:cond delay="0"/>
                                          </p:stCondLst>
                                        </p:cTn>
                                        <p:tgtEl>
                                          <p:spTgt spid="2">
                                            <p:txEl>
                                              <p:charRg st="83" end="94"/>
                                            </p:txEl>
                                          </p:spTgt>
                                        </p:tgtEl>
                                        <p:attrNameLst>
                                          <p:attrName>style.visibility</p:attrName>
                                        </p:attrNameLst>
                                      </p:cBhvr>
                                      <p:to>
                                        <p:strVal val="visible"/>
                                      </p:to>
                                    </p:set>
                                    <p:animEffect transition="in" filter="checkerboard(across)">
                                      <p:cBhvr>
                                        <p:cTn id="24" dur="500"/>
                                        <p:tgtEl>
                                          <p:spTgt spid="2">
                                            <p:txEl>
                                              <p:charRg st="83" end="94"/>
                                            </p:txEl>
                                          </p:spTgt>
                                        </p:tgtEl>
                                      </p:cBhvr>
                                    </p:animEffect>
                                  </p:childTnLst>
                                </p:cTn>
                              </p:par>
                            </p:childTnLst>
                          </p:cTn>
                        </p:par>
                        <p:par>
                          <p:cTn id="25" fill="hold" nodeType="afterGroup">
                            <p:stCondLst>
                              <p:cond delay="500"/>
                            </p:stCondLst>
                            <p:childTnLst>
                              <p:par>
                                <p:cTn id="26" presetID="5" presetClass="entr" presetSubtype="10" fill="hold" nodeType="afterEffect">
                                  <p:stCondLst>
                                    <p:cond delay="0"/>
                                  </p:stCondLst>
                                  <p:childTnLst>
                                    <p:set>
                                      <p:cBhvr>
                                        <p:cTn id="27" dur="1" fill="hold">
                                          <p:stCondLst>
                                            <p:cond delay="0"/>
                                          </p:stCondLst>
                                        </p:cTn>
                                        <p:tgtEl>
                                          <p:spTgt spid="2">
                                            <p:txEl>
                                              <p:charRg st="94" end="115"/>
                                            </p:txEl>
                                          </p:spTgt>
                                        </p:tgtEl>
                                        <p:attrNameLst>
                                          <p:attrName>style.visibility</p:attrName>
                                        </p:attrNameLst>
                                      </p:cBhvr>
                                      <p:to>
                                        <p:strVal val="visible"/>
                                      </p:to>
                                    </p:set>
                                    <p:animEffect transition="in" filter="checkerboard(across)">
                                      <p:cBhvr>
                                        <p:cTn id="28" dur="500"/>
                                        <p:tgtEl>
                                          <p:spTgt spid="2">
                                            <p:txEl>
                                              <p:charRg st="94" end="115"/>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 presetClass="entr" presetSubtype="10" fill="hold" nodeType="clickEffect">
                                  <p:stCondLst>
                                    <p:cond delay="0"/>
                                  </p:stCondLst>
                                  <p:childTnLst>
                                    <p:set>
                                      <p:cBhvr>
                                        <p:cTn id="32" dur="1" fill="hold">
                                          <p:stCondLst>
                                            <p:cond delay="0"/>
                                          </p:stCondLst>
                                        </p:cTn>
                                        <p:tgtEl>
                                          <p:spTgt spid="2">
                                            <p:txEl>
                                              <p:charRg st="115" end="127"/>
                                            </p:txEl>
                                          </p:spTgt>
                                        </p:tgtEl>
                                        <p:attrNameLst>
                                          <p:attrName>style.visibility</p:attrName>
                                        </p:attrNameLst>
                                      </p:cBhvr>
                                      <p:to>
                                        <p:strVal val="visible"/>
                                      </p:to>
                                    </p:set>
                                    <p:animEffect transition="in" filter="checkerboard(across)">
                                      <p:cBhvr>
                                        <p:cTn id="33" dur="500"/>
                                        <p:tgtEl>
                                          <p:spTgt spid="2">
                                            <p:txEl>
                                              <p:charRg st="115" end="127"/>
                                            </p:txEl>
                                          </p:spTgt>
                                        </p:tgtEl>
                                      </p:cBhvr>
                                    </p:animEffect>
                                  </p:childTnLst>
                                </p:cTn>
                              </p:par>
                            </p:childTnLst>
                          </p:cTn>
                        </p:par>
                        <p:par>
                          <p:cTn id="34" fill="hold" nodeType="afterGroup">
                            <p:stCondLst>
                              <p:cond delay="500"/>
                            </p:stCondLst>
                            <p:childTnLst>
                              <p:par>
                                <p:cTn id="35" presetID="5" presetClass="entr" presetSubtype="10" fill="hold" nodeType="afterEffect">
                                  <p:stCondLst>
                                    <p:cond delay="0"/>
                                  </p:stCondLst>
                                  <p:childTnLst>
                                    <p:set>
                                      <p:cBhvr>
                                        <p:cTn id="36" dur="1" fill="hold">
                                          <p:stCondLst>
                                            <p:cond delay="0"/>
                                          </p:stCondLst>
                                        </p:cTn>
                                        <p:tgtEl>
                                          <p:spTgt spid="2">
                                            <p:txEl>
                                              <p:charRg st="127" end="141"/>
                                            </p:txEl>
                                          </p:spTgt>
                                        </p:tgtEl>
                                        <p:attrNameLst>
                                          <p:attrName>style.visibility</p:attrName>
                                        </p:attrNameLst>
                                      </p:cBhvr>
                                      <p:to>
                                        <p:strVal val="visible"/>
                                      </p:to>
                                    </p:set>
                                    <p:animEffect transition="in" filter="checkerboard(across)">
                                      <p:cBhvr>
                                        <p:cTn id="37" dur="500"/>
                                        <p:tgtEl>
                                          <p:spTgt spid="2">
                                            <p:txEl>
                                              <p:charRg st="127" end="14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age 0" descr="preencoded.png">
            <a:extLst>
              <a:ext uri="{FF2B5EF4-FFF2-40B4-BE49-F238E27FC236}">
                <a16:creationId xmlns:a16="http://schemas.microsoft.com/office/drawing/2014/main" id="{76F140CA-EED6-5247-8E08-9A5FDEEC2250}"/>
              </a:ext>
            </a:extLst>
          </p:cNvPr>
          <p:cNvPicPr>
            <a:picLocks noChangeAspect="1"/>
          </p:cNvPicPr>
          <p:nvPr/>
        </p:nvPicPr>
        <p:blipFill>
          <a:blip r:embed="rId2"/>
          <a:stretch>
            <a:fillRect/>
          </a:stretch>
        </p:blipFill>
        <p:spPr>
          <a:xfrm rot="554302">
            <a:off x="361796" y="413797"/>
            <a:ext cx="274320" cy="202082"/>
          </a:xfrm>
          <a:prstGeom prst="rect">
            <a:avLst/>
          </a:prstGeom>
        </p:spPr>
      </p:pic>
      <p:pic>
        <p:nvPicPr>
          <p:cNvPr id="28" name="Image 1" descr="preencoded.png">
            <a:extLst>
              <a:ext uri="{FF2B5EF4-FFF2-40B4-BE49-F238E27FC236}">
                <a16:creationId xmlns:a16="http://schemas.microsoft.com/office/drawing/2014/main" id="{84F2859A-DEA2-1740-9D62-31E9D654BC91}"/>
              </a:ext>
            </a:extLst>
          </p:cNvPr>
          <p:cNvPicPr>
            <a:picLocks noChangeAspect="1"/>
          </p:cNvPicPr>
          <p:nvPr/>
        </p:nvPicPr>
        <p:blipFill>
          <a:blip r:embed="rId2"/>
          <a:stretch>
            <a:fillRect/>
          </a:stretch>
        </p:blipFill>
        <p:spPr>
          <a:xfrm rot="554302">
            <a:off x="361796" y="553835"/>
            <a:ext cx="274320" cy="202082"/>
          </a:xfrm>
          <a:prstGeom prst="rect">
            <a:avLst/>
          </a:prstGeom>
        </p:spPr>
      </p:pic>
      <p:pic>
        <p:nvPicPr>
          <p:cNvPr id="29" name="Image 2" descr="preencoded.png">
            <a:extLst>
              <a:ext uri="{FF2B5EF4-FFF2-40B4-BE49-F238E27FC236}">
                <a16:creationId xmlns:a16="http://schemas.microsoft.com/office/drawing/2014/main" id="{AA994528-5A31-F746-83D3-FD8E8ECC8BB1}"/>
              </a:ext>
            </a:extLst>
          </p:cNvPr>
          <p:cNvPicPr>
            <a:picLocks noChangeAspect="1"/>
          </p:cNvPicPr>
          <p:nvPr/>
        </p:nvPicPr>
        <p:blipFill>
          <a:blip r:embed="rId2"/>
          <a:stretch>
            <a:fillRect/>
          </a:stretch>
        </p:blipFill>
        <p:spPr>
          <a:xfrm rot="554302">
            <a:off x="228482" y="395509"/>
            <a:ext cx="274320" cy="202082"/>
          </a:xfrm>
          <a:prstGeom prst="rect">
            <a:avLst/>
          </a:prstGeom>
        </p:spPr>
      </p:pic>
      <p:pic>
        <p:nvPicPr>
          <p:cNvPr id="30" name="Image 3" descr="preencoded.png">
            <a:extLst>
              <a:ext uri="{FF2B5EF4-FFF2-40B4-BE49-F238E27FC236}">
                <a16:creationId xmlns:a16="http://schemas.microsoft.com/office/drawing/2014/main" id="{0E0D9173-B62D-0E4B-9169-0C025685416A}"/>
              </a:ext>
            </a:extLst>
          </p:cNvPr>
          <p:cNvPicPr>
            <a:picLocks noChangeAspect="1"/>
          </p:cNvPicPr>
          <p:nvPr/>
        </p:nvPicPr>
        <p:blipFill>
          <a:blip r:embed="rId2"/>
          <a:stretch>
            <a:fillRect/>
          </a:stretch>
        </p:blipFill>
        <p:spPr>
          <a:xfrm rot="554302">
            <a:off x="228482" y="535547"/>
            <a:ext cx="274320" cy="202082"/>
          </a:xfrm>
          <a:prstGeom prst="rect">
            <a:avLst/>
          </a:prstGeom>
        </p:spPr>
      </p:pic>
      <p:sp>
        <p:nvSpPr>
          <p:cNvPr id="31" name="Text 0">
            <a:extLst>
              <a:ext uri="{FF2B5EF4-FFF2-40B4-BE49-F238E27FC236}">
                <a16:creationId xmlns:a16="http://schemas.microsoft.com/office/drawing/2014/main" id="{EFB59C9D-BB3E-8442-9A40-D8AF69D42645}"/>
              </a:ext>
            </a:extLst>
          </p:cNvPr>
          <p:cNvSpPr/>
          <p:nvPr/>
        </p:nvSpPr>
        <p:spPr>
          <a:xfrm>
            <a:off x="687134" y="238825"/>
            <a:ext cx="8268500" cy="667512"/>
          </a:xfrm>
          <a:prstGeom prst="rect">
            <a:avLst/>
          </a:prstGeom>
          <a:noFill/>
          <a:ln/>
        </p:spPr>
        <p:txBody>
          <a:bodyPr wrap="square" lIns="91440" tIns="91440" rIns="91440" bIns="91440" rtlCol="0" anchor="t">
            <a:spAutoFit/>
          </a:bodyPr>
          <a:lstStyle/>
          <a:p>
            <a:pPr fontAlgn="auto">
              <a:lnSpc>
                <a:spcPct val="120000"/>
              </a:lnSpc>
              <a:spcBef>
                <a:spcPts val="360"/>
              </a:spcBef>
              <a:spcAft>
                <a:spcPts val="0"/>
              </a:spcAft>
              <a:buFontTx/>
              <a:buNone/>
            </a:pPr>
            <a:r>
              <a:rPr lang="en-US" sz="2448" b="1" dirty="0">
                <a:solidFill>
                  <a:srgbClr val="000000"/>
                </a:solidFill>
                <a:latin typeface="Microsoft Yahei" pitchFamily="34" charset="0"/>
                <a:ea typeface="Microsoft Yahei" pitchFamily="34" charset="-122"/>
                <a:cs typeface="Microsoft Yahei" pitchFamily="34" charset="-120"/>
              </a:rPr>
              <a:t>避免安全状态</a:t>
            </a:r>
            <a:endParaRPr lang="en-US" sz="1440" dirty="0">
              <a:solidFill>
                <a:prstClr val="black"/>
              </a:solidFill>
              <a:latin typeface="Calibri" panose="020F0502020204030204"/>
              <a:ea typeface="+mn-ea"/>
            </a:endParaRPr>
          </a:p>
        </p:txBody>
      </p:sp>
      <p:pic>
        <p:nvPicPr>
          <p:cNvPr id="32" name="Image 4" descr="https://sgw-dx.xf-yun.com/api/v1/sparkdesk/_1756867048635b8055bd94f72478f84b733a919f0d714.jpg?authorization=c2ltcGxlLWp3dCBhaz1zcGFya2Rlc2s4MDAwMDAwMDAwMDE7ZXhwPTMzMzM2NjcwNDg7YWxnbz1obWFjLXNoYTI1NjtzaWc9R0hBdm1VSXBEVmozc0s2eXdFUFJHSEp5Sk5HSDJydXh4d21rdXJkcDFHUT0=&amp;x_location=7YfmxI7B7uKO7jlRxIftd6UaeLD=">
            <a:extLst>
              <a:ext uri="{FF2B5EF4-FFF2-40B4-BE49-F238E27FC236}">
                <a16:creationId xmlns:a16="http://schemas.microsoft.com/office/drawing/2014/main" id="{6DEC053B-E3A4-4B40-B6F7-43FAC7467F9F}"/>
              </a:ext>
            </a:extLst>
          </p:cNvPr>
          <p:cNvPicPr>
            <a:picLocks noChangeAspect="1"/>
          </p:cNvPicPr>
          <p:nvPr/>
        </p:nvPicPr>
        <p:blipFill>
          <a:blip r:embed="rId3"/>
          <a:srcRect t="10000" b="10000"/>
          <a:stretch/>
        </p:blipFill>
        <p:spPr>
          <a:xfrm>
            <a:off x="262069" y="1824063"/>
            <a:ext cx="2026310" cy="1621048"/>
          </a:xfrm>
          <a:prstGeom prst="rect">
            <a:avLst/>
          </a:prstGeom>
        </p:spPr>
      </p:pic>
      <p:sp>
        <p:nvSpPr>
          <p:cNvPr id="33" name="Shape 1">
            <a:extLst>
              <a:ext uri="{FF2B5EF4-FFF2-40B4-BE49-F238E27FC236}">
                <a16:creationId xmlns:a16="http://schemas.microsoft.com/office/drawing/2014/main" id="{F9752F08-C8AD-C84E-ACD3-E87B2E2A4F22}"/>
              </a:ext>
            </a:extLst>
          </p:cNvPr>
          <p:cNvSpPr/>
          <p:nvPr/>
        </p:nvSpPr>
        <p:spPr>
          <a:xfrm>
            <a:off x="252925" y="1824063"/>
            <a:ext cx="2044598" cy="4313222"/>
          </a:xfrm>
          <a:custGeom>
            <a:avLst/>
            <a:gdLst/>
            <a:ahLst/>
            <a:cxnLst/>
            <a:rect l="l" t="t" r="r" b="b"/>
            <a:pathLst>
              <a:path w="2044598" h="3664012">
                <a:moveTo>
                  <a:pt x="0" y="0"/>
                </a:moveTo>
                <a:moveTo>
                  <a:pt x="0" y="0"/>
                </a:moveTo>
                <a:lnTo>
                  <a:pt x="2044598" y="0"/>
                </a:lnTo>
                <a:quadBezTo>
                  <a:pt x="2044598" y="0"/>
                  <a:pt x="2044598" y="0"/>
                </a:quadBezTo>
                <a:lnTo>
                  <a:pt x="2044598" y="3664012"/>
                </a:lnTo>
                <a:quadBezTo>
                  <a:pt x="2044598" y="3664012"/>
                  <a:pt x="2044598" y="3664012"/>
                </a:quadBezTo>
                <a:lnTo>
                  <a:pt x="0" y="3664012"/>
                </a:lnTo>
                <a:quadBezTo>
                  <a:pt x="0" y="3664012"/>
                  <a:pt x="0" y="3664012"/>
                </a:quadBezTo>
                <a:lnTo>
                  <a:pt x="0" y="0"/>
                </a:lnTo>
                <a:quadBezTo>
                  <a:pt x="0" y="0"/>
                  <a:pt x="0" y="0"/>
                </a:quadBezTo>
                <a:close/>
              </a:path>
            </a:pathLst>
          </a:custGeom>
          <a:solidFill>
            <a:srgbClr val="0F3558">
              <a:alpha val="0"/>
            </a:srgbClr>
          </a:solidFill>
          <a:ln w="28575">
            <a:solidFill>
              <a:srgbClr val="0F3558"/>
            </a:solidFill>
            <a:prstDash val="solid"/>
          </a:ln>
        </p:spPr>
      </p:sp>
      <p:sp>
        <p:nvSpPr>
          <p:cNvPr id="34" name="Shape 2">
            <a:extLst>
              <a:ext uri="{FF2B5EF4-FFF2-40B4-BE49-F238E27FC236}">
                <a16:creationId xmlns:a16="http://schemas.microsoft.com/office/drawing/2014/main" id="{2F6B6649-C271-B642-A268-F81394AD16A0}"/>
              </a:ext>
            </a:extLst>
          </p:cNvPr>
          <p:cNvSpPr/>
          <p:nvPr/>
        </p:nvSpPr>
        <p:spPr>
          <a:xfrm>
            <a:off x="262069" y="6301438"/>
            <a:ext cx="2065170" cy="45720"/>
          </a:xfrm>
          <a:custGeom>
            <a:avLst/>
            <a:gdLst/>
            <a:ahLst/>
            <a:cxnLst/>
            <a:rect l="l" t="t" r="r" b="b"/>
            <a:pathLst>
              <a:path w="2065170" h="45720">
                <a:moveTo>
                  <a:pt x="0" y="0"/>
                </a:moveTo>
                <a:moveTo>
                  <a:pt x="0" y="0"/>
                </a:moveTo>
                <a:lnTo>
                  <a:pt x="2065170" y="0"/>
                </a:lnTo>
              </a:path>
            </a:pathLst>
          </a:custGeom>
          <a:noFill/>
          <a:ln w="95250">
            <a:solidFill>
              <a:srgbClr val="0F3558"/>
            </a:solidFill>
            <a:prstDash val="solid"/>
            <a:headEnd type="none"/>
            <a:tailEnd type="none"/>
          </a:ln>
        </p:spPr>
      </p:sp>
      <p:sp>
        <p:nvSpPr>
          <p:cNvPr id="35" name="Text 3">
            <a:extLst>
              <a:ext uri="{FF2B5EF4-FFF2-40B4-BE49-F238E27FC236}">
                <a16:creationId xmlns:a16="http://schemas.microsoft.com/office/drawing/2014/main" id="{A3B17AD1-C208-9142-BE8C-0F1D35BE2764}"/>
              </a:ext>
            </a:extLst>
          </p:cNvPr>
          <p:cNvSpPr/>
          <p:nvPr/>
        </p:nvSpPr>
        <p:spPr>
          <a:xfrm>
            <a:off x="250795" y="3637526"/>
            <a:ext cx="2048858" cy="407904"/>
          </a:xfrm>
          <a:prstGeom prst="rect">
            <a:avLst/>
          </a:prstGeom>
          <a:noFill/>
          <a:ln/>
        </p:spPr>
        <p:txBody>
          <a:bodyPr wrap="square" lIns="91440" tIns="91440" rIns="91440" bIns="91440" rtlCol="0" anchor="ctr"/>
          <a:lstStyle/>
          <a:p>
            <a:pPr algn="ctr" fontAlgn="auto">
              <a:spcBef>
                <a:spcPts val="360"/>
              </a:spcBef>
              <a:spcAft>
                <a:spcPts val="0"/>
              </a:spcAft>
              <a:buFontTx/>
              <a:buNone/>
            </a:pPr>
            <a:r>
              <a:rPr lang="en-US" sz="1584" b="1" dirty="0">
                <a:solidFill>
                  <a:srgbClr val="0F3558"/>
                </a:solidFill>
                <a:latin typeface="Trebuchet MS" pitchFamily="34" charset="0"/>
                <a:ea typeface="Trebuchet MS" pitchFamily="34" charset="-122"/>
                <a:cs typeface="Trebuchet MS" pitchFamily="34" charset="-120"/>
              </a:rPr>
              <a:t>死锁避免的基本概念</a:t>
            </a:r>
            <a:endParaRPr lang="en-US" sz="1440" dirty="0">
              <a:solidFill>
                <a:prstClr val="black"/>
              </a:solidFill>
              <a:latin typeface="Calibri" panose="020F0502020204030204"/>
              <a:ea typeface="+mn-ea"/>
            </a:endParaRPr>
          </a:p>
        </p:txBody>
      </p:sp>
      <p:sp>
        <p:nvSpPr>
          <p:cNvPr id="36" name="Text 4">
            <a:extLst>
              <a:ext uri="{FF2B5EF4-FFF2-40B4-BE49-F238E27FC236}">
                <a16:creationId xmlns:a16="http://schemas.microsoft.com/office/drawing/2014/main" id="{C91A3836-50D6-014E-9B4D-E345CA5892AD}"/>
              </a:ext>
            </a:extLst>
          </p:cNvPr>
          <p:cNvSpPr/>
          <p:nvPr/>
        </p:nvSpPr>
        <p:spPr>
          <a:xfrm>
            <a:off x="250795" y="4045430"/>
            <a:ext cx="2048858" cy="2091855"/>
          </a:xfrm>
          <a:prstGeom prst="rect">
            <a:avLst/>
          </a:prstGeom>
          <a:noFill/>
          <a:ln/>
        </p:spPr>
        <p:txBody>
          <a:bodyPr wrap="square" lIns="91440" tIns="91440" rIns="91440" bIns="91440" rtlCol="0" anchor="t">
            <a:spAutoFit/>
          </a:bodyPr>
          <a:lstStyle/>
          <a:p>
            <a:pPr algn="ctr" fontAlgn="auto">
              <a:lnSpc>
                <a:spcPct val="131429"/>
              </a:lnSpc>
              <a:spcBef>
                <a:spcPts val="360"/>
              </a:spcBef>
              <a:spcAft>
                <a:spcPts val="0"/>
              </a:spcAft>
              <a:buFontTx/>
              <a:buNone/>
            </a:pPr>
            <a:r>
              <a:rPr lang="en-US" sz="1600" dirty="0">
                <a:solidFill>
                  <a:srgbClr val="000000"/>
                </a:solidFill>
                <a:latin typeface="Trebuchet MS" pitchFamily="34" charset="0"/>
                <a:ea typeface="Trebuchet MS" pitchFamily="34" charset="-122"/>
                <a:cs typeface="Trebuchet MS" pitchFamily="34" charset="-120"/>
              </a:rPr>
              <a:t>死锁避免通过动态检测资源分配状态，确保系统始终处于安全序列，避免进程因竞争资源陷入永久等待。</a:t>
            </a:r>
            <a:endParaRPr lang="en-US" sz="1600" dirty="0">
              <a:solidFill>
                <a:prstClr val="black"/>
              </a:solidFill>
              <a:latin typeface="Calibri" panose="020F0502020204030204"/>
              <a:ea typeface="+mn-ea"/>
            </a:endParaRPr>
          </a:p>
        </p:txBody>
      </p:sp>
      <p:pic>
        <p:nvPicPr>
          <p:cNvPr id="37" name="Image 5" descr="https://sgw-dx.xf-yun.com/api/v1/sparkdesk/_1756867052399f6c9cd0d40fe46f29323f37b61453a2c.jpg?authorization=c2ltcGxlLWp3dCBhaz1zcGFya2Rlc2s4MDAwMDAwMDAwMDE7ZXhwPTMzMzM2NjcwNTI7YWxnbz1obWFjLXNoYTI1NjtzaWc9am52blFzejNBSE1hZXlCZkk5VTlyb0RPRzlVN3FDRmp1WGMzaWYvMWgxND0=&amp;x_location=7YfmxI7B7uKO7jlRxIftd6UaeLD=">
            <a:extLst>
              <a:ext uri="{FF2B5EF4-FFF2-40B4-BE49-F238E27FC236}">
                <a16:creationId xmlns:a16="http://schemas.microsoft.com/office/drawing/2014/main" id="{4ABD550E-3735-3646-BB60-BD847CEADCEA}"/>
              </a:ext>
            </a:extLst>
          </p:cNvPr>
          <p:cNvPicPr>
            <a:picLocks noChangeAspect="1"/>
          </p:cNvPicPr>
          <p:nvPr/>
        </p:nvPicPr>
        <p:blipFill>
          <a:blip r:embed="rId4"/>
          <a:srcRect t="10000" b="10000"/>
          <a:stretch/>
        </p:blipFill>
        <p:spPr>
          <a:xfrm>
            <a:off x="2455468" y="1824063"/>
            <a:ext cx="2026310" cy="1621048"/>
          </a:xfrm>
          <a:prstGeom prst="rect">
            <a:avLst/>
          </a:prstGeom>
        </p:spPr>
      </p:pic>
      <p:sp>
        <p:nvSpPr>
          <p:cNvPr id="38" name="Shape 5">
            <a:extLst>
              <a:ext uri="{FF2B5EF4-FFF2-40B4-BE49-F238E27FC236}">
                <a16:creationId xmlns:a16="http://schemas.microsoft.com/office/drawing/2014/main" id="{ED6ECA8E-1CA4-0641-860E-EA73356EAC44}"/>
              </a:ext>
            </a:extLst>
          </p:cNvPr>
          <p:cNvSpPr/>
          <p:nvPr/>
        </p:nvSpPr>
        <p:spPr>
          <a:xfrm>
            <a:off x="2446324" y="1824062"/>
            <a:ext cx="2044598" cy="4313221"/>
          </a:xfrm>
          <a:custGeom>
            <a:avLst/>
            <a:gdLst/>
            <a:ahLst/>
            <a:cxnLst/>
            <a:rect l="l" t="t" r="r" b="b"/>
            <a:pathLst>
              <a:path w="2044598" h="3664012">
                <a:moveTo>
                  <a:pt x="0" y="0"/>
                </a:moveTo>
                <a:moveTo>
                  <a:pt x="0" y="0"/>
                </a:moveTo>
                <a:lnTo>
                  <a:pt x="2044598" y="0"/>
                </a:lnTo>
                <a:quadBezTo>
                  <a:pt x="2044598" y="0"/>
                  <a:pt x="2044598" y="0"/>
                </a:quadBezTo>
                <a:lnTo>
                  <a:pt x="2044598" y="3664012"/>
                </a:lnTo>
                <a:quadBezTo>
                  <a:pt x="2044598" y="3664012"/>
                  <a:pt x="2044598" y="3664012"/>
                </a:quadBezTo>
                <a:lnTo>
                  <a:pt x="0" y="3664012"/>
                </a:lnTo>
                <a:quadBezTo>
                  <a:pt x="0" y="3664012"/>
                  <a:pt x="0" y="3664012"/>
                </a:quadBezTo>
                <a:lnTo>
                  <a:pt x="0" y="0"/>
                </a:lnTo>
                <a:quadBezTo>
                  <a:pt x="0" y="0"/>
                  <a:pt x="0" y="0"/>
                </a:quadBezTo>
                <a:close/>
              </a:path>
            </a:pathLst>
          </a:custGeom>
          <a:solidFill>
            <a:srgbClr val="0F3558">
              <a:alpha val="0"/>
            </a:srgbClr>
          </a:solidFill>
          <a:ln w="28575">
            <a:solidFill>
              <a:srgbClr val="0090FF"/>
            </a:solidFill>
            <a:prstDash val="solid"/>
          </a:ln>
        </p:spPr>
      </p:sp>
      <p:sp>
        <p:nvSpPr>
          <p:cNvPr id="39" name="Shape 6">
            <a:extLst>
              <a:ext uri="{FF2B5EF4-FFF2-40B4-BE49-F238E27FC236}">
                <a16:creationId xmlns:a16="http://schemas.microsoft.com/office/drawing/2014/main" id="{89A6CA13-6591-5447-A47C-DCB54494AD9F}"/>
              </a:ext>
            </a:extLst>
          </p:cNvPr>
          <p:cNvSpPr/>
          <p:nvPr/>
        </p:nvSpPr>
        <p:spPr>
          <a:xfrm flipV="1">
            <a:off x="2471778" y="5490944"/>
            <a:ext cx="2029429" cy="810494"/>
          </a:xfrm>
          <a:custGeom>
            <a:avLst/>
            <a:gdLst/>
            <a:ahLst/>
            <a:cxnLst/>
            <a:rect l="l" t="t" r="r" b="b"/>
            <a:pathLst>
              <a:path w="2065170" h="45720">
                <a:moveTo>
                  <a:pt x="0" y="0"/>
                </a:moveTo>
                <a:moveTo>
                  <a:pt x="0" y="0"/>
                </a:moveTo>
                <a:lnTo>
                  <a:pt x="2065170" y="0"/>
                </a:lnTo>
              </a:path>
            </a:pathLst>
          </a:custGeom>
          <a:noFill/>
          <a:ln w="95250">
            <a:solidFill>
              <a:srgbClr val="00B050"/>
            </a:solidFill>
            <a:prstDash val="solid"/>
            <a:headEnd type="none"/>
            <a:tailEnd type="none"/>
          </a:ln>
        </p:spPr>
      </p:sp>
      <p:sp>
        <p:nvSpPr>
          <p:cNvPr id="40" name="Text 7">
            <a:extLst>
              <a:ext uri="{FF2B5EF4-FFF2-40B4-BE49-F238E27FC236}">
                <a16:creationId xmlns:a16="http://schemas.microsoft.com/office/drawing/2014/main" id="{22B26907-6BA3-4944-93A9-A5B9EF8ED1D4}"/>
              </a:ext>
            </a:extLst>
          </p:cNvPr>
          <p:cNvSpPr/>
          <p:nvPr/>
        </p:nvSpPr>
        <p:spPr>
          <a:xfrm>
            <a:off x="2444194" y="3637526"/>
            <a:ext cx="2048858" cy="407904"/>
          </a:xfrm>
          <a:prstGeom prst="rect">
            <a:avLst/>
          </a:prstGeom>
          <a:noFill/>
          <a:ln/>
        </p:spPr>
        <p:txBody>
          <a:bodyPr wrap="square" lIns="91440" tIns="91440" rIns="91440" bIns="91440" rtlCol="0" anchor="ctr"/>
          <a:lstStyle/>
          <a:p>
            <a:pPr algn="ctr" fontAlgn="auto">
              <a:spcBef>
                <a:spcPts val="360"/>
              </a:spcBef>
              <a:spcAft>
                <a:spcPts val="0"/>
              </a:spcAft>
              <a:buFontTx/>
              <a:buNone/>
            </a:pPr>
            <a:r>
              <a:rPr lang="en-US" sz="1584" b="1" dirty="0">
                <a:solidFill>
                  <a:srgbClr val="00B050"/>
                </a:solidFill>
                <a:latin typeface="Trebuchet MS" pitchFamily="34" charset="0"/>
                <a:ea typeface="Trebuchet MS" pitchFamily="34" charset="-122"/>
                <a:cs typeface="Trebuchet MS" pitchFamily="34" charset="-120"/>
              </a:rPr>
              <a:t>系统安全状态的定义</a:t>
            </a:r>
            <a:endParaRPr lang="en-US" sz="1440" dirty="0">
              <a:solidFill>
                <a:srgbClr val="00B050"/>
              </a:solidFill>
              <a:latin typeface="Calibri" panose="020F0502020204030204"/>
              <a:ea typeface="+mn-ea"/>
            </a:endParaRPr>
          </a:p>
        </p:txBody>
      </p:sp>
      <p:sp>
        <p:nvSpPr>
          <p:cNvPr id="41" name="Text 8">
            <a:extLst>
              <a:ext uri="{FF2B5EF4-FFF2-40B4-BE49-F238E27FC236}">
                <a16:creationId xmlns:a16="http://schemas.microsoft.com/office/drawing/2014/main" id="{F2B40C42-EBC2-E54C-A089-AAF33E7E3306}"/>
              </a:ext>
            </a:extLst>
          </p:cNvPr>
          <p:cNvSpPr/>
          <p:nvPr/>
        </p:nvSpPr>
        <p:spPr>
          <a:xfrm>
            <a:off x="2444194" y="4045430"/>
            <a:ext cx="2048858" cy="2091855"/>
          </a:xfrm>
          <a:prstGeom prst="rect">
            <a:avLst/>
          </a:prstGeom>
          <a:noFill/>
          <a:ln/>
        </p:spPr>
        <p:txBody>
          <a:bodyPr wrap="square" lIns="91440" tIns="91440" rIns="91440" bIns="91440" rtlCol="0" anchor="t">
            <a:spAutoFit/>
          </a:bodyPr>
          <a:lstStyle/>
          <a:p>
            <a:pPr algn="ctr" fontAlgn="auto">
              <a:lnSpc>
                <a:spcPct val="131429"/>
              </a:lnSpc>
              <a:spcBef>
                <a:spcPts val="360"/>
              </a:spcBef>
              <a:spcAft>
                <a:spcPts val="0"/>
              </a:spcAft>
              <a:buFontTx/>
              <a:buNone/>
            </a:pPr>
            <a:r>
              <a:rPr lang="en-US" sz="1600" dirty="0">
                <a:solidFill>
                  <a:srgbClr val="000000"/>
                </a:solidFill>
                <a:latin typeface="Trebuchet MS" pitchFamily="34" charset="0"/>
                <a:ea typeface="Trebuchet MS" pitchFamily="34" charset="-122"/>
                <a:cs typeface="Trebuchet MS" pitchFamily="34" charset="-120"/>
              </a:rPr>
              <a:t>安全状态指系统存在至少一个进程执行序列，能按需分配资源使所有进程顺利完成，否则称为不安全状态。</a:t>
            </a:r>
            <a:endParaRPr lang="en-US" sz="1600" dirty="0">
              <a:solidFill>
                <a:prstClr val="black"/>
              </a:solidFill>
              <a:latin typeface="Calibri" panose="020F0502020204030204"/>
              <a:ea typeface="+mn-ea"/>
            </a:endParaRPr>
          </a:p>
        </p:txBody>
      </p:sp>
      <p:pic>
        <p:nvPicPr>
          <p:cNvPr id="42" name="Image 6" descr="https://sgw-dx.xf-yun.com/api/v1/sparkdesk/_175686705613810cb52c5f9bd4b0ba34cf88d8587b656.jpg?authorization=c2ltcGxlLWp3dCBhaz1zcGFya2Rlc2s4MDAwMDAwMDAwMDE7ZXhwPTMzMzM2NjcwNTY7YWxnbz1obWFjLXNoYTI1NjtzaWc9dVN0WGxrVWVSZGF2cjJlVEV2YmdSazFhZWJsMTZoNytidW93QUgvcXpVbz0=&amp;x_location=7YfmxI7B7uKO7jlRxIftd6UaeLD=">
            <a:extLst>
              <a:ext uri="{FF2B5EF4-FFF2-40B4-BE49-F238E27FC236}">
                <a16:creationId xmlns:a16="http://schemas.microsoft.com/office/drawing/2014/main" id="{5A8E816C-007E-4145-9F13-6982DD364E50}"/>
              </a:ext>
            </a:extLst>
          </p:cNvPr>
          <p:cNvPicPr>
            <a:picLocks noChangeAspect="1"/>
          </p:cNvPicPr>
          <p:nvPr/>
        </p:nvPicPr>
        <p:blipFill>
          <a:blip r:embed="rId5"/>
          <a:srcRect t="10000" b="10000"/>
          <a:stretch/>
        </p:blipFill>
        <p:spPr>
          <a:xfrm>
            <a:off x="4648866" y="1824063"/>
            <a:ext cx="2026310" cy="1621048"/>
          </a:xfrm>
          <a:prstGeom prst="rect">
            <a:avLst/>
          </a:prstGeom>
        </p:spPr>
      </p:pic>
      <p:sp>
        <p:nvSpPr>
          <p:cNvPr id="43" name="Shape 9">
            <a:extLst>
              <a:ext uri="{FF2B5EF4-FFF2-40B4-BE49-F238E27FC236}">
                <a16:creationId xmlns:a16="http://schemas.microsoft.com/office/drawing/2014/main" id="{C0E4AF8A-E9D5-3E49-AF35-37E55BF8BF2A}"/>
              </a:ext>
            </a:extLst>
          </p:cNvPr>
          <p:cNvSpPr/>
          <p:nvPr/>
        </p:nvSpPr>
        <p:spPr>
          <a:xfrm>
            <a:off x="4639722" y="1824063"/>
            <a:ext cx="2044598" cy="4313220"/>
          </a:xfrm>
          <a:custGeom>
            <a:avLst/>
            <a:gdLst/>
            <a:ahLst/>
            <a:cxnLst/>
            <a:rect l="l" t="t" r="r" b="b"/>
            <a:pathLst>
              <a:path w="2044598" h="3664012">
                <a:moveTo>
                  <a:pt x="0" y="0"/>
                </a:moveTo>
                <a:moveTo>
                  <a:pt x="0" y="0"/>
                </a:moveTo>
                <a:lnTo>
                  <a:pt x="2044598" y="0"/>
                </a:lnTo>
                <a:quadBezTo>
                  <a:pt x="2044598" y="0"/>
                  <a:pt x="2044598" y="0"/>
                </a:quadBezTo>
                <a:lnTo>
                  <a:pt x="2044598" y="3664012"/>
                </a:lnTo>
                <a:quadBezTo>
                  <a:pt x="2044598" y="3664012"/>
                  <a:pt x="2044598" y="3664012"/>
                </a:quadBezTo>
                <a:lnTo>
                  <a:pt x="0" y="3664012"/>
                </a:lnTo>
                <a:quadBezTo>
                  <a:pt x="0" y="3664012"/>
                  <a:pt x="0" y="3664012"/>
                </a:quadBezTo>
                <a:lnTo>
                  <a:pt x="0" y="0"/>
                </a:lnTo>
                <a:quadBezTo>
                  <a:pt x="0" y="0"/>
                  <a:pt x="0" y="0"/>
                </a:quadBezTo>
                <a:close/>
              </a:path>
            </a:pathLst>
          </a:custGeom>
          <a:solidFill>
            <a:srgbClr val="0F3558">
              <a:alpha val="0"/>
            </a:srgbClr>
          </a:solidFill>
          <a:ln w="28575">
            <a:solidFill>
              <a:srgbClr val="0F3558"/>
            </a:solidFill>
            <a:prstDash val="solid"/>
          </a:ln>
        </p:spPr>
      </p:sp>
      <p:sp>
        <p:nvSpPr>
          <p:cNvPr id="44" name="Shape 10">
            <a:extLst>
              <a:ext uri="{FF2B5EF4-FFF2-40B4-BE49-F238E27FC236}">
                <a16:creationId xmlns:a16="http://schemas.microsoft.com/office/drawing/2014/main" id="{A2577BAA-2511-E847-B5E5-23F5A9806960}"/>
              </a:ext>
            </a:extLst>
          </p:cNvPr>
          <p:cNvSpPr/>
          <p:nvPr/>
        </p:nvSpPr>
        <p:spPr>
          <a:xfrm>
            <a:off x="4664421" y="6278578"/>
            <a:ext cx="2065170" cy="45720"/>
          </a:xfrm>
          <a:custGeom>
            <a:avLst/>
            <a:gdLst/>
            <a:ahLst/>
            <a:cxnLst/>
            <a:rect l="l" t="t" r="r" b="b"/>
            <a:pathLst>
              <a:path w="2065170" h="45720">
                <a:moveTo>
                  <a:pt x="0" y="0"/>
                </a:moveTo>
                <a:moveTo>
                  <a:pt x="0" y="0"/>
                </a:moveTo>
                <a:lnTo>
                  <a:pt x="2065170" y="0"/>
                </a:lnTo>
              </a:path>
            </a:pathLst>
          </a:custGeom>
          <a:noFill/>
          <a:ln w="95250">
            <a:solidFill>
              <a:srgbClr val="0F3558"/>
            </a:solidFill>
            <a:prstDash val="solid"/>
            <a:headEnd type="none"/>
            <a:tailEnd type="none"/>
          </a:ln>
        </p:spPr>
      </p:sp>
      <p:sp>
        <p:nvSpPr>
          <p:cNvPr id="45" name="Text 11">
            <a:extLst>
              <a:ext uri="{FF2B5EF4-FFF2-40B4-BE49-F238E27FC236}">
                <a16:creationId xmlns:a16="http://schemas.microsoft.com/office/drawing/2014/main" id="{F046BA5D-BB54-8A4F-AA83-E6DAE206E587}"/>
              </a:ext>
            </a:extLst>
          </p:cNvPr>
          <p:cNvSpPr/>
          <p:nvPr/>
        </p:nvSpPr>
        <p:spPr>
          <a:xfrm>
            <a:off x="4637593" y="3637526"/>
            <a:ext cx="2048858" cy="407904"/>
          </a:xfrm>
          <a:prstGeom prst="rect">
            <a:avLst/>
          </a:prstGeom>
          <a:noFill/>
          <a:ln/>
        </p:spPr>
        <p:txBody>
          <a:bodyPr wrap="square" lIns="91440" tIns="91440" rIns="91440" bIns="91440" rtlCol="0" anchor="ctr"/>
          <a:lstStyle/>
          <a:p>
            <a:pPr algn="ctr" fontAlgn="auto">
              <a:spcBef>
                <a:spcPts val="360"/>
              </a:spcBef>
              <a:spcAft>
                <a:spcPts val="0"/>
              </a:spcAft>
              <a:buFontTx/>
              <a:buNone/>
            </a:pPr>
            <a:r>
              <a:rPr lang="en-US" sz="1584" b="1" dirty="0">
                <a:solidFill>
                  <a:srgbClr val="0F3558"/>
                </a:solidFill>
                <a:latin typeface="Trebuchet MS" pitchFamily="34" charset="0"/>
                <a:ea typeface="Trebuchet MS" pitchFamily="34" charset="-122"/>
                <a:cs typeface="Trebuchet MS" pitchFamily="34" charset="-120"/>
              </a:rPr>
              <a:t>安全状态的实例分析</a:t>
            </a:r>
            <a:endParaRPr lang="en-US" sz="1440" dirty="0">
              <a:solidFill>
                <a:prstClr val="black"/>
              </a:solidFill>
              <a:latin typeface="Calibri" panose="020F0502020204030204"/>
              <a:ea typeface="+mn-ea"/>
            </a:endParaRPr>
          </a:p>
        </p:txBody>
      </p:sp>
      <p:sp>
        <p:nvSpPr>
          <p:cNvPr id="46" name="Text 12">
            <a:extLst>
              <a:ext uri="{FF2B5EF4-FFF2-40B4-BE49-F238E27FC236}">
                <a16:creationId xmlns:a16="http://schemas.microsoft.com/office/drawing/2014/main" id="{5F48EF76-074B-A74C-A1A8-46E7896127AB}"/>
              </a:ext>
            </a:extLst>
          </p:cNvPr>
          <p:cNvSpPr/>
          <p:nvPr/>
        </p:nvSpPr>
        <p:spPr>
          <a:xfrm>
            <a:off x="4637593" y="4045430"/>
            <a:ext cx="2048858" cy="2091855"/>
          </a:xfrm>
          <a:prstGeom prst="rect">
            <a:avLst/>
          </a:prstGeom>
          <a:noFill/>
          <a:ln/>
        </p:spPr>
        <p:txBody>
          <a:bodyPr wrap="square" lIns="91440" tIns="91440" rIns="91440" bIns="91440" rtlCol="0" anchor="t">
            <a:spAutoFit/>
          </a:bodyPr>
          <a:lstStyle/>
          <a:p>
            <a:pPr algn="ctr" fontAlgn="auto">
              <a:lnSpc>
                <a:spcPct val="131429"/>
              </a:lnSpc>
              <a:spcBef>
                <a:spcPts val="360"/>
              </a:spcBef>
              <a:spcAft>
                <a:spcPts val="0"/>
              </a:spcAft>
              <a:buFontTx/>
              <a:buNone/>
            </a:pPr>
            <a:r>
              <a:rPr lang="en-US" sz="1600" dirty="0">
                <a:solidFill>
                  <a:srgbClr val="000000"/>
                </a:solidFill>
                <a:latin typeface="Trebuchet MS" pitchFamily="34" charset="0"/>
                <a:ea typeface="Trebuchet MS" pitchFamily="34" charset="-122"/>
                <a:cs typeface="Trebuchet MS" pitchFamily="34" charset="-120"/>
              </a:rPr>
              <a:t>通过磁带机分配案例演示安全序列的判定过程，若进程请求导致无法找到安全序列，则系统进入危险状态。</a:t>
            </a:r>
            <a:endParaRPr lang="en-US" sz="1600" dirty="0">
              <a:solidFill>
                <a:prstClr val="black"/>
              </a:solidFill>
              <a:latin typeface="Calibri" panose="020F0502020204030204"/>
              <a:ea typeface="+mn-ea"/>
            </a:endParaRPr>
          </a:p>
        </p:txBody>
      </p:sp>
      <p:pic>
        <p:nvPicPr>
          <p:cNvPr id="47" name="Image 7" descr="https://sgw-dx.xf-yun.com/api/v1/sparkdesk/_175686705976225e197f5899f424d99cc7e91e0396612.jpg?authorization=c2ltcGxlLWp3dCBhaz1zcGFya2Rlc2s4MDAwMDAwMDAwMDE7ZXhwPTMzMzM2NjcwNTk7YWxnbz1obWFjLXNoYTI1NjtzaWc9RS8wb0tCYkpYWFE0eVFHZDJXRUZOaDVkTVlsd3ArNGVWdWkwRHl0c25iWT0=&amp;x_location=7YfmxI7B7uKO7jlRxIftd6UaeLD=">
            <a:extLst>
              <a:ext uri="{FF2B5EF4-FFF2-40B4-BE49-F238E27FC236}">
                <a16:creationId xmlns:a16="http://schemas.microsoft.com/office/drawing/2014/main" id="{E5983E32-EE6A-7742-88C3-7E169FF60F8D}"/>
              </a:ext>
            </a:extLst>
          </p:cNvPr>
          <p:cNvPicPr>
            <a:picLocks noChangeAspect="1"/>
          </p:cNvPicPr>
          <p:nvPr/>
        </p:nvPicPr>
        <p:blipFill>
          <a:blip r:embed="rId6"/>
          <a:srcRect t="10000" b="10000"/>
          <a:stretch/>
        </p:blipFill>
        <p:spPr>
          <a:xfrm>
            <a:off x="6842265" y="1824063"/>
            <a:ext cx="2026310" cy="1621048"/>
          </a:xfrm>
          <a:prstGeom prst="rect">
            <a:avLst/>
          </a:prstGeom>
        </p:spPr>
      </p:pic>
      <p:sp>
        <p:nvSpPr>
          <p:cNvPr id="48" name="Shape 13">
            <a:extLst>
              <a:ext uri="{FF2B5EF4-FFF2-40B4-BE49-F238E27FC236}">
                <a16:creationId xmlns:a16="http://schemas.microsoft.com/office/drawing/2014/main" id="{F0D53FBD-D1F8-254F-BE67-9FCB695AE6FA}"/>
              </a:ext>
            </a:extLst>
          </p:cNvPr>
          <p:cNvSpPr/>
          <p:nvPr/>
        </p:nvSpPr>
        <p:spPr>
          <a:xfrm>
            <a:off x="6833121" y="1824062"/>
            <a:ext cx="2044598" cy="4313219"/>
          </a:xfrm>
          <a:custGeom>
            <a:avLst/>
            <a:gdLst/>
            <a:ahLst/>
            <a:cxnLst/>
            <a:rect l="l" t="t" r="r" b="b"/>
            <a:pathLst>
              <a:path w="2044598" h="3664012">
                <a:moveTo>
                  <a:pt x="0" y="0"/>
                </a:moveTo>
                <a:moveTo>
                  <a:pt x="0" y="0"/>
                </a:moveTo>
                <a:lnTo>
                  <a:pt x="2044598" y="0"/>
                </a:lnTo>
                <a:quadBezTo>
                  <a:pt x="2044598" y="0"/>
                  <a:pt x="2044598" y="0"/>
                </a:quadBezTo>
                <a:lnTo>
                  <a:pt x="2044598" y="3664012"/>
                </a:lnTo>
                <a:quadBezTo>
                  <a:pt x="2044598" y="3664012"/>
                  <a:pt x="2044598" y="3664012"/>
                </a:quadBezTo>
                <a:lnTo>
                  <a:pt x="0" y="3664012"/>
                </a:lnTo>
                <a:quadBezTo>
                  <a:pt x="0" y="3664012"/>
                  <a:pt x="0" y="3664012"/>
                </a:quadBezTo>
                <a:lnTo>
                  <a:pt x="0" y="0"/>
                </a:lnTo>
                <a:quadBezTo>
                  <a:pt x="0" y="0"/>
                  <a:pt x="0" y="0"/>
                </a:quadBezTo>
                <a:close/>
              </a:path>
            </a:pathLst>
          </a:custGeom>
          <a:solidFill>
            <a:srgbClr val="0F3558">
              <a:alpha val="0"/>
            </a:srgbClr>
          </a:solidFill>
          <a:ln w="28575">
            <a:solidFill>
              <a:srgbClr val="0090FF"/>
            </a:solidFill>
            <a:prstDash val="solid"/>
          </a:ln>
        </p:spPr>
      </p:sp>
      <p:sp>
        <p:nvSpPr>
          <p:cNvPr id="49" name="Shape 14">
            <a:extLst>
              <a:ext uri="{FF2B5EF4-FFF2-40B4-BE49-F238E27FC236}">
                <a16:creationId xmlns:a16="http://schemas.microsoft.com/office/drawing/2014/main" id="{217A004B-EB92-4B41-B184-846F679386B9}"/>
              </a:ext>
            </a:extLst>
          </p:cNvPr>
          <p:cNvSpPr/>
          <p:nvPr/>
        </p:nvSpPr>
        <p:spPr>
          <a:xfrm>
            <a:off x="6857820" y="6278578"/>
            <a:ext cx="2065170" cy="45720"/>
          </a:xfrm>
          <a:custGeom>
            <a:avLst/>
            <a:gdLst/>
            <a:ahLst/>
            <a:cxnLst/>
            <a:rect l="l" t="t" r="r" b="b"/>
            <a:pathLst>
              <a:path w="2065170" h="45720">
                <a:moveTo>
                  <a:pt x="0" y="0"/>
                </a:moveTo>
                <a:moveTo>
                  <a:pt x="0" y="0"/>
                </a:moveTo>
                <a:lnTo>
                  <a:pt x="2065170" y="0"/>
                </a:lnTo>
              </a:path>
            </a:pathLst>
          </a:custGeom>
          <a:noFill/>
          <a:ln w="95250">
            <a:solidFill>
              <a:srgbClr val="00B050"/>
            </a:solidFill>
            <a:prstDash val="solid"/>
            <a:headEnd type="none"/>
            <a:tailEnd type="none"/>
          </a:ln>
        </p:spPr>
      </p:sp>
      <p:sp>
        <p:nvSpPr>
          <p:cNvPr id="50" name="Text 15">
            <a:extLst>
              <a:ext uri="{FF2B5EF4-FFF2-40B4-BE49-F238E27FC236}">
                <a16:creationId xmlns:a16="http://schemas.microsoft.com/office/drawing/2014/main" id="{A65B5C9C-D402-8641-A2E9-C0C4E4AF3093}"/>
              </a:ext>
            </a:extLst>
          </p:cNvPr>
          <p:cNvSpPr/>
          <p:nvPr/>
        </p:nvSpPr>
        <p:spPr>
          <a:xfrm>
            <a:off x="6830991" y="3637526"/>
            <a:ext cx="2048858" cy="407904"/>
          </a:xfrm>
          <a:prstGeom prst="rect">
            <a:avLst/>
          </a:prstGeom>
          <a:noFill/>
          <a:ln/>
        </p:spPr>
        <p:txBody>
          <a:bodyPr wrap="square" lIns="91440" tIns="91440" rIns="91440" bIns="91440" rtlCol="0" anchor="ctr"/>
          <a:lstStyle/>
          <a:p>
            <a:pPr algn="ctr" fontAlgn="auto">
              <a:spcBef>
                <a:spcPts val="360"/>
              </a:spcBef>
              <a:spcAft>
                <a:spcPts val="0"/>
              </a:spcAft>
              <a:buFontTx/>
              <a:buNone/>
            </a:pPr>
            <a:r>
              <a:rPr lang="en-US" sz="1584" b="1" dirty="0">
                <a:solidFill>
                  <a:srgbClr val="00B050"/>
                </a:solidFill>
                <a:latin typeface="Trebuchet MS" pitchFamily="34" charset="0"/>
                <a:ea typeface="Trebuchet MS" pitchFamily="34" charset="-122"/>
                <a:cs typeface="Trebuchet MS" pitchFamily="34" charset="-120"/>
              </a:rPr>
              <a:t>银行家算法的核心思想</a:t>
            </a:r>
            <a:endParaRPr lang="en-US" sz="1440" dirty="0">
              <a:solidFill>
                <a:srgbClr val="00B050"/>
              </a:solidFill>
              <a:latin typeface="Calibri" panose="020F0502020204030204"/>
              <a:ea typeface="+mn-ea"/>
            </a:endParaRPr>
          </a:p>
        </p:txBody>
      </p:sp>
      <p:sp>
        <p:nvSpPr>
          <p:cNvPr id="51" name="Text 16">
            <a:extLst>
              <a:ext uri="{FF2B5EF4-FFF2-40B4-BE49-F238E27FC236}">
                <a16:creationId xmlns:a16="http://schemas.microsoft.com/office/drawing/2014/main" id="{13BEC3E6-5D7E-6B40-923E-FFF26803D7DE}"/>
              </a:ext>
            </a:extLst>
          </p:cNvPr>
          <p:cNvSpPr/>
          <p:nvPr/>
        </p:nvSpPr>
        <p:spPr>
          <a:xfrm>
            <a:off x="6830991" y="4045430"/>
            <a:ext cx="2048858" cy="2091855"/>
          </a:xfrm>
          <a:prstGeom prst="rect">
            <a:avLst/>
          </a:prstGeom>
          <a:noFill/>
          <a:ln/>
        </p:spPr>
        <p:txBody>
          <a:bodyPr wrap="square" lIns="91440" tIns="91440" rIns="91440" bIns="91440" rtlCol="0" anchor="t">
            <a:spAutoFit/>
          </a:bodyPr>
          <a:lstStyle/>
          <a:p>
            <a:pPr algn="ctr" fontAlgn="auto">
              <a:lnSpc>
                <a:spcPct val="131429"/>
              </a:lnSpc>
              <a:spcBef>
                <a:spcPts val="360"/>
              </a:spcBef>
              <a:spcAft>
                <a:spcPts val="0"/>
              </a:spcAft>
              <a:buFontTx/>
              <a:buNone/>
            </a:pPr>
            <a:r>
              <a:rPr lang="en-US" sz="1600" dirty="0">
                <a:solidFill>
                  <a:srgbClr val="000000"/>
                </a:solidFill>
                <a:latin typeface="Trebuchet MS" pitchFamily="34" charset="0"/>
                <a:ea typeface="Trebuchet MS" pitchFamily="34" charset="-122"/>
                <a:cs typeface="Trebuchet MS" pitchFamily="34" charset="-120"/>
              </a:rPr>
              <a:t>迪科斯彻提出的银行家算法通过模拟资源分配预判安全性，仅允许不会导致系统进入不安全状态的资源请求。</a:t>
            </a:r>
            <a:endParaRPr lang="en-US" sz="1600" dirty="0">
              <a:solidFill>
                <a:prstClr val="black"/>
              </a:solidFill>
              <a:latin typeface="Calibri" panose="020F0502020204030204"/>
              <a:ea typeface="+mn-ea"/>
            </a:endParaRPr>
          </a:p>
        </p:txBody>
      </p:sp>
    </p:spTree>
    <p:extLst>
      <p:ext uri="{BB962C8B-B14F-4D97-AF65-F5344CB8AC3E}">
        <p14:creationId xmlns:p14="http://schemas.microsoft.com/office/powerpoint/2010/main" val="33851973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E9499E54-885D-AF4C-A3C1-DF65BC91300A}"/>
              </a:ext>
            </a:extLst>
          </p:cNvPr>
          <p:cNvSpPr>
            <a:spLocks noGrp="1"/>
          </p:cNvSpPr>
          <p:nvPr>
            <p:ph idx="4294967295"/>
          </p:nvPr>
        </p:nvSpPr>
        <p:spPr>
          <a:xfrm>
            <a:off x="422275" y="1755775"/>
            <a:ext cx="8721725" cy="4527550"/>
          </a:xfrm>
          <a:ln>
            <a:miter/>
          </a:ln>
        </p:spPr>
        <p:txBody>
          <a:bodyPr/>
          <a:lstStyle/>
          <a:p>
            <a:pPr marL="457200" indent="-457200">
              <a:lnSpc>
                <a:spcPct val="120000"/>
              </a:lnSpc>
              <a:buFontTx/>
              <a:buNone/>
            </a:pPr>
            <a:endParaRPr lang="en-US" altLang="zh-CN" sz="2400"/>
          </a:p>
          <a:p>
            <a:pPr marL="457200" indent="-457200">
              <a:lnSpc>
                <a:spcPct val="160000"/>
              </a:lnSpc>
            </a:pPr>
            <a:r>
              <a:rPr lang="en-US" altLang="zh-CN" sz="2400"/>
              <a:t> </a:t>
            </a:r>
            <a:r>
              <a:rPr lang="zh-CN" altLang="en-US" sz="2400"/>
              <a:t>死锁的避免指在系统运行过程中，对进程发出的每一个系统能够满足的资源申请进行动态检查，并根据检查结果决定是否分配资源，若分配后系统可能发生死锁，则不予分配，否则予以分配。</a:t>
            </a:r>
          </a:p>
          <a:p>
            <a:pPr marL="457200" indent="-457200">
              <a:lnSpc>
                <a:spcPct val="160000"/>
              </a:lnSpc>
            </a:pPr>
            <a:r>
              <a:rPr lang="zh-CN" altLang="en-US" sz="2400"/>
              <a:t>在分配资源时判断是否会出现死锁，如不会死锁，则分配资源。</a:t>
            </a:r>
          </a:p>
          <a:p>
            <a:pPr marL="457200" indent="-457200">
              <a:lnSpc>
                <a:spcPct val="120000"/>
              </a:lnSpc>
              <a:buFontTx/>
              <a:buNone/>
            </a:pPr>
            <a:endParaRPr lang="zh-CN" altLang="en-US" sz="2400"/>
          </a:p>
        </p:txBody>
      </p:sp>
      <p:pic>
        <p:nvPicPr>
          <p:cNvPr id="28675" name="Picture 3" descr="无标题-5">
            <a:extLst>
              <a:ext uri="{FF2B5EF4-FFF2-40B4-BE49-F238E27FC236}">
                <a16:creationId xmlns:a16="http://schemas.microsoft.com/office/drawing/2014/main" id="{0B640A95-A077-6641-AEB8-7F7B923BE5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标题 5">
            <a:extLst>
              <a:ext uri="{FF2B5EF4-FFF2-40B4-BE49-F238E27FC236}">
                <a16:creationId xmlns:a16="http://schemas.microsoft.com/office/drawing/2014/main" id="{DD1A6900-DA00-EA4D-80B3-7B98D611C101}"/>
              </a:ext>
            </a:extLst>
          </p:cNvPr>
          <p:cNvSpPr>
            <a:spLocks noGrp="1" noChangeArrowheads="1"/>
          </p:cNvSpPr>
          <p:nvPr>
            <p:ph type="title" idx="4294967295"/>
          </p:nvPr>
        </p:nvSpPr>
        <p:spPr>
          <a:xfrm>
            <a:off x="179388" y="557213"/>
            <a:ext cx="8229600" cy="1143000"/>
          </a:xfrm>
        </p:spPr>
        <p:txBody>
          <a:bodyPr/>
          <a:lstStyle/>
          <a:p>
            <a:r>
              <a:rPr lang="en-US" altLang="zh-CN" dirty="0">
                <a:sym typeface="Arial" panose="020B0604020202020204" pitchFamily="34" charset="0"/>
              </a:rPr>
              <a:t>2.2 </a:t>
            </a:r>
            <a:r>
              <a:rPr lang="zh-CN" altLang="en-US" dirty="0">
                <a:sym typeface="Arial" panose="020B0604020202020204" pitchFamily="34" charset="0"/>
              </a:rPr>
              <a:t>死锁的避免</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checkerboard(across)">
                                      <p:cBhvr>
                                        <p:cTn id="7" dur="500"/>
                                        <p:tgtEl>
                                          <p:spTgt spid="2">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checkerboard(across)">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3BF2A5C8-53DA-F74B-9B2F-48CBE93283A3}"/>
              </a:ext>
            </a:extLst>
          </p:cNvPr>
          <p:cNvSpPr>
            <a:spLocks noGrp="1"/>
          </p:cNvSpPr>
          <p:nvPr>
            <p:ph idx="4294967295"/>
          </p:nvPr>
        </p:nvSpPr>
        <p:spPr>
          <a:xfrm>
            <a:off x="422275" y="1755775"/>
            <a:ext cx="8721725" cy="4527550"/>
          </a:xfrm>
          <a:ln>
            <a:miter/>
          </a:ln>
        </p:spPr>
        <p:txBody>
          <a:bodyPr/>
          <a:lstStyle/>
          <a:p>
            <a:pPr marL="457200" indent="-457200">
              <a:lnSpc>
                <a:spcPct val="120000"/>
              </a:lnSpc>
              <a:buFontTx/>
              <a:buNone/>
            </a:pPr>
            <a:endParaRPr lang="en-US" altLang="zh-CN" sz="2400"/>
          </a:p>
          <a:p>
            <a:pPr marL="457200" indent="-457200">
              <a:lnSpc>
                <a:spcPct val="180000"/>
              </a:lnSpc>
            </a:pPr>
            <a:r>
              <a:rPr lang="zh-CN" altLang="en-US" sz="2400"/>
              <a:t>保存资源的请求和分配信息，利用某种算法对这些信息加以检查，以判断是否存在死锁。</a:t>
            </a:r>
          </a:p>
          <a:p>
            <a:pPr marL="457200" indent="-457200">
              <a:lnSpc>
                <a:spcPct val="180000"/>
              </a:lnSpc>
            </a:pPr>
            <a:r>
              <a:rPr lang="zh-CN" altLang="en-US" sz="2400"/>
              <a:t>死锁检测算法主要是检查是否有循环等待。</a:t>
            </a:r>
          </a:p>
        </p:txBody>
      </p:sp>
      <p:pic>
        <p:nvPicPr>
          <p:cNvPr id="29699" name="Picture 3" descr="无标题-5">
            <a:extLst>
              <a:ext uri="{FF2B5EF4-FFF2-40B4-BE49-F238E27FC236}">
                <a16:creationId xmlns:a16="http://schemas.microsoft.com/office/drawing/2014/main" id="{C7F72B4F-185C-554B-B618-AD2658F3C9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标题 5">
            <a:extLst>
              <a:ext uri="{FF2B5EF4-FFF2-40B4-BE49-F238E27FC236}">
                <a16:creationId xmlns:a16="http://schemas.microsoft.com/office/drawing/2014/main" id="{F79C55EE-1E9E-7944-A333-1BB27EF09BF9}"/>
              </a:ext>
            </a:extLst>
          </p:cNvPr>
          <p:cNvSpPr>
            <a:spLocks noGrp="1" noChangeArrowheads="1"/>
          </p:cNvSpPr>
          <p:nvPr>
            <p:ph type="title" idx="4294967295"/>
          </p:nvPr>
        </p:nvSpPr>
        <p:spPr>
          <a:xfrm>
            <a:off x="179388" y="557213"/>
            <a:ext cx="8229600" cy="1143000"/>
          </a:xfrm>
        </p:spPr>
        <p:txBody>
          <a:bodyPr/>
          <a:lstStyle/>
          <a:p>
            <a:r>
              <a:rPr lang="en-US" altLang="zh-CN" dirty="0">
                <a:sym typeface="宋体" panose="02010600030101010101" pitchFamily="2" charset="-122"/>
              </a:rPr>
              <a:t>2.3 </a:t>
            </a:r>
            <a:r>
              <a:rPr lang="zh-CN" altLang="en-US" dirty="0">
                <a:sym typeface="宋体" panose="02010600030101010101" pitchFamily="2" charset="-122"/>
              </a:rPr>
              <a:t>死锁的检测和恢复</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xEl>
                                              <p:charRg st="4" end="4"/>
                                            </p:txEl>
                                          </p:spTgt>
                                        </p:tgtEl>
                                        <p:attrNameLst>
                                          <p:attrName>style.visibility</p:attrName>
                                        </p:attrNameLst>
                                      </p:cBhvr>
                                      <p:to>
                                        <p:strVal val="visible"/>
                                      </p:to>
                                    </p:set>
                                    <p:animEffect transition="in" filter="checkerboard(across)">
                                      <p:cBhvr>
                                        <p:cTn id="7" dur="500"/>
                                        <p:tgtEl>
                                          <p:spTgt spid="2">
                                            <p:txEl>
                                              <p:charRg st="4" end="4"/>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
                                            <p:txEl>
                                              <p:charRg st="3" end="3"/>
                                            </p:txEl>
                                          </p:spTgt>
                                        </p:tgtEl>
                                        <p:attrNameLst>
                                          <p:attrName>style.visibility</p:attrName>
                                        </p:attrNameLst>
                                      </p:cBhvr>
                                      <p:to>
                                        <p:strVal val="visible"/>
                                      </p:to>
                                    </p:set>
                                    <p:animEffect transition="in" filter="checkerboard(across)">
                                      <p:cBhvr>
                                        <p:cTn id="12" dur="500"/>
                                        <p:tgtEl>
                                          <p:spTgt spid="2">
                                            <p:txEl>
                                              <p:char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age 0" descr="preencoded.png">
            <a:extLst>
              <a:ext uri="{FF2B5EF4-FFF2-40B4-BE49-F238E27FC236}">
                <a16:creationId xmlns:a16="http://schemas.microsoft.com/office/drawing/2014/main" id="{0D9E108E-38FE-164C-9DA9-695DB8CBC8F8}"/>
              </a:ext>
            </a:extLst>
          </p:cNvPr>
          <p:cNvPicPr>
            <a:picLocks noChangeAspect="1"/>
          </p:cNvPicPr>
          <p:nvPr/>
        </p:nvPicPr>
        <p:blipFill>
          <a:blip r:embed="rId2"/>
          <a:stretch>
            <a:fillRect/>
          </a:stretch>
        </p:blipFill>
        <p:spPr>
          <a:xfrm rot="554302">
            <a:off x="431601" y="331164"/>
            <a:ext cx="274320" cy="202082"/>
          </a:xfrm>
          <a:prstGeom prst="rect">
            <a:avLst/>
          </a:prstGeom>
        </p:spPr>
      </p:pic>
      <p:pic>
        <p:nvPicPr>
          <p:cNvPr id="28" name="Image 1" descr="preencoded.png">
            <a:extLst>
              <a:ext uri="{FF2B5EF4-FFF2-40B4-BE49-F238E27FC236}">
                <a16:creationId xmlns:a16="http://schemas.microsoft.com/office/drawing/2014/main" id="{2F02E89A-6BF1-5347-95EA-B679523ABAAE}"/>
              </a:ext>
            </a:extLst>
          </p:cNvPr>
          <p:cNvPicPr>
            <a:picLocks noChangeAspect="1"/>
          </p:cNvPicPr>
          <p:nvPr/>
        </p:nvPicPr>
        <p:blipFill>
          <a:blip r:embed="rId2"/>
          <a:stretch>
            <a:fillRect/>
          </a:stretch>
        </p:blipFill>
        <p:spPr>
          <a:xfrm rot="554302">
            <a:off x="431601" y="471202"/>
            <a:ext cx="274320" cy="202082"/>
          </a:xfrm>
          <a:prstGeom prst="rect">
            <a:avLst/>
          </a:prstGeom>
        </p:spPr>
      </p:pic>
      <p:pic>
        <p:nvPicPr>
          <p:cNvPr id="29" name="Image 2" descr="preencoded.png">
            <a:extLst>
              <a:ext uri="{FF2B5EF4-FFF2-40B4-BE49-F238E27FC236}">
                <a16:creationId xmlns:a16="http://schemas.microsoft.com/office/drawing/2014/main" id="{6B2A0394-2DA4-774F-9BC7-6B66B6E3CBF9}"/>
              </a:ext>
            </a:extLst>
          </p:cNvPr>
          <p:cNvPicPr>
            <a:picLocks noChangeAspect="1"/>
          </p:cNvPicPr>
          <p:nvPr/>
        </p:nvPicPr>
        <p:blipFill>
          <a:blip r:embed="rId2"/>
          <a:stretch>
            <a:fillRect/>
          </a:stretch>
        </p:blipFill>
        <p:spPr>
          <a:xfrm rot="554302">
            <a:off x="298287" y="312876"/>
            <a:ext cx="274320" cy="202082"/>
          </a:xfrm>
          <a:prstGeom prst="rect">
            <a:avLst/>
          </a:prstGeom>
        </p:spPr>
      </p:pic>
      <p:pic>
        <p:nvPicPr>
          <p:cNvPr id="30" name="Image 3" descr="preencoded.png">
            <a:extLst>
              <a:ext uri="{FF2B5EF4-FFF2-40B4-BE49-F238E27FC236}">
                <a16:creationId xmlns:a16="http://schemas.microsoft.com/office/drawing/2014/main" id="{4D0ADE64-A07A-4247-91ED-ABE797FA7111}"/>
              </a:ext>
            </a:extLst>
          </p:cNvPr>
          <p:cNvPicPr>
            <a:picLocks noChangeAspect="1"/>
          </p:cNvPicPr>
          <p:nvPr/>
        </p:nvPicPr>
        <p:blipFill>
          <a:blip r:embed="rId2"/>
          <a:stretch>
            <a:fillRect/>
          </a:stretch>
        </p:blipFill>
        <p:spPr>
          <a:xfrm rot="554302">
            <a:off x="298287" y="452914"/>
            <a:ext cx="274320" cy="202082"/>
          </a:xfrm>
          <a:prstGeom prst="rect">
            <a:avLst/>
          </a:prstGeom>
        </p:spPr>
      </p:pic>
      <p:sp>
        <p:nvSpPr>
          <p:cNvPr id="31" name="Text 0">
            <a:extLst>
              <a:ext uri="{FF2B5EF4-FFF2-40B4-BE49-F238E27FC236}">
                <a16:creationId xmlns:a16="http://schemas.microsoft.com/office/drawing/2014/main" id="{455B7F8B-AE19-FD41-AF45-7C67FF7EAF9B}"/>
              </a:ext>
            </a:extLst>
          </p:cNvPr>
          <p:cNvSpPr/>
          <p:nvPr/>
        </p:nvSpPr>
        <p:spPr>
          <a:xfrm>
            <a:off x="756939" y="156192"/>
            <a:ext cx="8268500" cy="667512"/>
          </a:xfrm>
          <a:prstGeom prst="rect">
            <a:avLst/>
          </a:prstGeom>
          <a:noFill/>
          <a:ln/>
        </p:spPr>
        <p:txBody>
          <a:bodyPr wrap="square" lIns="91440" tIns="91440" rIns="91440" bIns="91440" rtlCol="0" anchor="t">
            <a:spAutoFit/>
          </a:bodyPr>
          <a:lstStyle/>
          <a:p>
            <a:pPr fontAlgn="auto">
              <a:lnSpc>
                <a:spcPct val="120000"/>
              </a:lnSpc>
              <a:spcBef>
                <a:spcPts val="360"/>
              </a:spcBef>
              <a:spcAft>
                <a:spcPts val="0"/>
              </a:spcAft>
              <a:buFontTx/>
              <a:buNone/>
            </a:pPr>
            <a:r>
              <a:rPr lang="en-US" sz="2448" b="1" dirty="0">
                <a:solidFill>
                  <a:srgbClr val="000000"/>
                </a:solidFill>
                <a:latin typeface="Microsoft Yahei" pitchFamily="34" charset="0"/>
                <a:ea typeface="Microsoft Yahei" pitchFamily="34" charset="-122"/>
                <a:cs typeface="Microsoft Yahei" pitchFamily="34" charset="-120"/>
              </a:rPr>
              <a:t>破坏非剥夺条件</a:t>
            </a:r>
            <a:endParaRPr lang="en-US" sz="1440" dirty="0">
              <a:solidFill>
                <a:prstClr val="black"/>
              </a:solidFill>
              <a:latin typeface="Calibri" panose="020F0502020204030204"/>
              <a:ea typeface="+mn-ea"/>
            </a:endParaRPr>
          </a:p>
        </p:txBody>
      </p:sp>
      <p:pic>
        <p:nvPicPr>
          <p:cNvPr id="32" name="Image 4" descr="preencoded.png">
            <a:extLst>
              <a:ext uri="{FF2B5EF4-FFF2-40B4-BE49-F238E27FC236}">
                <a16:creationId xmlns:a16="http://schemas.microsoft.com/office/drawing/2014/main" id="{017CD0FD-D273-3647-86DE-ABC3A59B5431}"/>
              </a:ext>
            </a:extLst>
          </p:cNvPr>
          <p:cNvPicPr>
            <a:picLocks noChangeAspect="1"/>
          </p:cNvPicPr>
          <p:nvPr/>
        </p:nvPicPr>
        <p:blipFill>
          <a:blip r:embed="rId3"/>
          <a:stretch>
            <a:fillRect/>
          </a:stretch>
        </p:blipFill>
        <p:spPr>
          <a:xfrm>
            <a:off x="4651183" y="925116"/>
            <a:ext cx="3997757" cy="1799539"/>
          </a:xfrm>
          <a:prstGeom prst="rect">
            <a:avLst/>
          </a:prstGeom>
        </p:spPr>
      </p:pic>
      <p:pic>
        <p:nvPicPr>
          <p:cNvPr id="33" name="Image 5" descr="preencoded.png">
            <a:extLst>
              <a:ext uri="{FF2B5EF4-FFF2-40B4-BE49-F238E27FC236}">
                <a16:creationId xmlns:a16="http://schemas.microsoft.com/office/drawing/2014/main" id="{35E1D8A6-17C9-1E44-92A3-A4CF1BF79508}"/>
              </a:ext>
            </a:extLst>
          </p:cNvPr>
          <p:cNvPicPr>
            <a:picLocks noChangeAspect="1"/>
          </p:cNvPicPr>
          <p:nvPr/>
        </p:nvPicPr>
        <p:blipFill>
          <a:blip r:embed="rId4"/>
          <a:stretch>
            <a:fillRect/>
          </a:stretch>
        </p:blipFill>
        <p:spPr>
          <a:xfrm>
            <a:off x="4623751" y="903732"/>
            <a:ext cx="1234168" cy="511298"/>
          </a:xfrm>
          <a:prstGeom prst="rect">
            <a:avLst/>
          </a:prstGeom>
        </p:spPr>
      </p:pic>
      <p:sp>
        <p:nvSpPr>
          <p:cNvPr id="34" name="Text 1">
            <a:extLst>
              <a:ext uri="{FF2B5EF4-FFF2-40B4-BE49-F238E27FC236}">
                <a16:creationId xmlns:a16="http://schemas.microsoft.com/office/drawing/2014/main" id="{F218F0EC-B2AB-A34B-AB4A-2B8242149F7D}"/>
              </a:ext>
            </a:extLst>
          </p:cNvPr>
          <p:cNvSpPr/>
          <p:nvPr/>
        </p:nvSpPr>
        <p:spPr>
          <a:xfrm>
            <a:off x="4651183" y="861108"/>
            <a:ext cx="1206736" cy="493212"/>
          </a:xfrm>
          <a:prstGeom prst="rect">
            <a:avLst/>
          </a:prstGeom>
          <a:noFill/>
          <a:ln/>
        </p:spPr>
        <p:txBody>
          <a:bodyPr wrap="square" lIns="91440" tIns="91440" rIns="91440" bIns="91440" rtlCol="0" anchor="t">
            <a:spAutoFit/>
          </a:bodyPr>
          <a:lstStyle/>
          <a:p>
            <a:pPr algn="ctr" fontAlgn="auto">
              <a:lnSpc>
                <a:spcPct val="120000"/>
              </a:lnSpc>
              <a:spcBef>
                <a:spcPts val="360"/>
              </a:spcBef>
              <a:spcAft>
                <a:spcPts val="0"/>
              </a:spcAft>
              <a:buFontTx/>
              <a:buNone/>
            </a:pPr>
            <a:r>
              <a:rPr lang="en-US" b="1" dirty="0">
                <a:solidFill>
                  <a:srgbClr val="FFFFFF"/>
                </a:solidFill>
                <a:latin typeface="Trebuchet MS" pitchFamily="34" charset="0"/>
                <a:ea typeface="Trebuchet MS" pitchFamily="34" charset="-122"/>
                <a:cs typeface="Trebuchet MS" pitchFamily="34" charset="-120"/>
              </a:rPr>
              <a:t>02</a:t>
            </a:r>
            <a:endParaRPr lang="en-US" dirty="0">
              <a:solidFill>
                <a:prstClr val="black"/>
              </a:solidFill>
              <a:latin typeface="Calibri" panose="020F0502020204030204"/>
              <a:ea typeface="+mn-ea"/>
            </a:endParaRPr>
          </a:p>
        </p:txBody>
      </p:sp>
      <p:pic>
        <p:nvPicPr>
          <p:cNvPr id="35" name="Image 6" descr="preencoded.png">
            <a:extLst>
              <a:ext uri="{FF2B5EF4-FFF2-40B4-BE49-F238E27FC236}">
                <a16:creationId xmlns:a16="http://schemas.microsoft.com/office/drawing/2014/main" id="{5A187FF7-486E-D34D-B4C8-26A65BB65575}"/>
              </a:ext>
            </a:extLst>
          </p:cNvPr>
          <p:cNvPicPr>
            <a:picLocks noChangeAspect="1"/>
          </p:cNvPicPr>
          <p:nvPr/>
        </p:nvPicPr>
        <p:blipFill>
          <a:blip r:embed="rId3"/>
          <a:stretch>
            <a:fillRect/>
          </a:stretch>
        </p:blipFill>
        <p:spPr>
          <a:xfrm>
            <a:off x="556846" y="4365104"/>
            <a:ext cx="3997757" cy="1799539"/>
          </a:xfrm>
          <a:prstGeom prst="rect">
            <a:avLst/>
          </a:prstGeom>
        </p:spPr>
      </p:pic>
      <p:pic>
        <p:nvPicPr>
          <p:cNvPr id="36" name="Image 7" descr="preencoded.png">
            <a:extLst>
              <a:ext uri="{FF2B5EF4-FFF2-40B4-BE49-F238E27FC236}">
                <a16:creationId xmlns:a16="http://schemas.microsoft.com/office/drawing/2014/main" id="{E95BF96F-3779-0547-970F-A86805744FBF}"/>
              </a:ext>
            </a:extLst>
          </p:cNvPr>
          <p:cNvPicPr>
            <a:picLocks noChangeAspect="1"/>
          </p:cNvPicPr>
          <p:nvPr/>
        </p:nvPicPr>
        <p:blipFill>
          <a:blip r:embed="rId4"/>
          <a:stretch>
            <a:fillRect/>
          </a:stretch>
        </p:blipFill>
        <p:spPr>
          <a:xfrm>
            <a:off x="529628" y="4343720"/>
            <a:ext cx="1234168" cy="511298"/>
          </a:xfrm>
          <a:prstGeom prst="rect">
            <a:avLst/>
          </a:prstGeom>
          <a:solidFill>
            <a:schemeClr val="bg1"/>
          </a:solidFill>
        </p:spPr>
      </p:pic>
      <p:sp>
        <p:nvSpPr>
          <p:cNvPr id="37" name="Text 2">
            <a:extLst>
              <a:ext uri="{FF2B5EF4-FFF2-40B4-BE49-F238E27FC236}">
                <a16:creationId xmlns:a16="http://schemas.microsoft.com/office/drawing/2014/main" id="{F42F9C5A-2225-EF4F-8163-88F8F7933C45}"/>
              </a:ext>
            </a:extLst>
          </p:cNvPr>
          <p:cNvSpPr/>
          <p:nvPr/>
        </p:nvSpPr>
        <p:spPr>
          <a:xfrm>
            <a:off x="557060" y="4301096"/>
            <a:ext cx="1206736" cy="493212"/>
          </a:xfrm>
          <a:prstGeom prst="rect">
            <a:avLst/>
          </a:prstGeom>
          <a:noFill/>
          <a:ln/>
        </p:spPr>
        <p:txBody>
          <a:bodyPr wrap="square" lIns="91440" tIns="91440" rIns="91440" bIns="91440" rtlCol="0" anchor="t">
            <a:spAutoFit/>
          </a:bodyPr>
          <a:lstStyle/>
          <a:p>
            <a:pPr algn="ctr" fontAlgn="auto">
              <a:lnSpc>
                <a:spcPct val="120000"/>
              </a:lnSpc>
              <a:spcBef>
                <a:spcPts val="360"/>
              </a:spcBef>
              <a:spcAft>
                <a:spcPts val="0"/>
              </a:spcAft>
              <a:buFontTx/>
              <a:buNone/>
            </a:pPr>
            <a:r>
              <a:rPr lang="en-US" b="1" dirty="0">
                <a:solidFill>
                  <a:srgbClr val="FFFFFF"/>
                </a:solidFill>
                <a:latin typeface="Trebuchet MS" pitchFamily="34" charset="0"/>
                <a:ea typeface="Trebuchet MS" pitchFamily="34" charset="-122"/>
                <a:cs typeface="Trebuchet MS" pitchFamily="34" charset="-120"/>
              </a:rPr>
              <a:t>03</a:t>
            </a:r>
            <a:endParaRPr lang="en-US" dirty="0">
              <a:solidFill>
                <a:prstClr val="black"/>
              </a:solidFill>
              <a:latin typeface="Calibri" panose="020F0502020204030204"/>
              <a:ea typeface="+mn-ea"/>
            </a:endParaRPr>
          </a:p>
        </p:txBody>
      </p:sp>
      <p:pic>
        <p:nvPicPr>
          <p:cNvPr id="38" name="Image 8" descr="preencoded.png">
            <a:extLst>
              <a:ext uri="{FF2B5EF4-FFF2-40B4-BE49-F238E27FC236}">
                <a16:creationId xmlns:a16="http://schemas.microsoft.com/office/drawing/2014/main" id="{6539E6CF-1FA0-E144-83AD-394E2474D1D9}"/>
              </a:ext>
            </a:extLst>
          </p:cNvPr>
          <p:cNvPicPr>
            <a:picLocks noChangeAspect="1"/>
          </p:cNvPicPr>
          <p:nvPr/>
        </p:nvPicPr>
        <p:blipFill>
          <a:blip r:embed="rId5"/>
          <a:stretch>
            <a:fillRect/>
          </a:stretch>
        </p:blipFill>
        <p:spPr>
          <a:xfrm>
            <a:off x="522336" y="925116"/>
            <a:ext cx="3997757" cy="1799682"/>
          </a:xfrm>
          <a:prstGeom prst="rect">
            <a:avLst/>
          </a:prstGeom>
        </p:spPr>
      </p:pic>
      <p:pic>
        <p:nvPicPr>
          <p:cNvPr id="39" name="Image 9" descr="preencoded.png">
            <a:extLst>
              <a:ext uri="{FF2B5EF4-FFF2-40B4-BE49-F238E27FC236}">
                <a16:creationId xmlns:a16="http://schemas.microsoft.com/office/drawing/2014/main" id="{DC7E031C-5D08-0241-B279-1792E563C8F3}"/>
              </a:ext>
            </a:extLst>
          </p:cNvPr>
          <p:cNvPicPr>
            <a:picLocks noChangeAspect="1"/>
          </p:cNvPicPr>
          <p:nvPr/>
        </p:nvPicPr>
        <p:blipFill>
          <a:blip r:embed="rId6"/>
          <a:stretch>
            <a:fillRect/>
          </a:stretch>
        </p:blipFill>
        <p:spPr>
          <a:xfrm>
            <a:off x="494904" y="903732"/>
            <a:ext cx="1234168" cy="511298"/>
          </a:xfrm>
          <a:prstGeom prst="rect">
            <a:avLst/>
          </a:prstGeom>
        </p:spPr>
      </p:pic>
      <p:sp>
        <p:nvSpPr>
          <p:cNvPr id="40" name="Text 3">
            <a:extLst>
              <a:ext uri="{FF2B5EF4-FFF2-40B4-BE49-F238E27FC236}">
                <a16:creationId xmlns:a16="http://schemas.microsoft.com/office/drawing/2014/main" id="{C1D93DEF-9A79-8C4C-8CFF-9D4BF6D59DB0}"/>
              </a:ext>
            </a:extLst>
          </p:cNvPr>
          <p:cNvSpPr/>
          <p:nvPr/>
        </p:nvSpPr>
        <p:spPr>
          <a:xfrm>
            <a:off x="522336" y="861108"/>
            <a:ext cx="1206736" cy="493212"/>
          </a:xfrm>
          <a:prstGeom prst="rect">
            <a:avLst/>
          </a:prstGeom>
          <a:noFill/>
          <a:ln/>
        </p:spPr>
        <p:txBody>
          <a:bodyPr wrap="square" lIns="91440" tIns="91440" rIns="91440" bIns="91440" rtlCol="0" anchor="t">
            <a:spAutoFit/>
          </a:bodyPr>
          <a:lstStyle/>
          <a:p>
            <a:pPr algn="ctr" fontAlgn="auto">
              <a:lnSpc>
                <a:spcPct val="120000"/>
              </a:lnSpc>
              <a:spcBef>
                <a:spcPts val="360"/>
              </a:spcBef>
              <a:spcAft>
                <a:spcPts val="0"/>
              </a:spcAft>
              <a:buFontTx/>
              <a:buNone/>
            </a:pPr>
            <a:r>
              <a:rPr lang="en-US" b="1" dirty="0">
                <a:solidFill>
                  <a:srgbClr val="FFFFFF"/>
                </a:solidFill>
                <a:latin typeface="Trebuchet MS" pitchFamily="34" charset="0"/>
                <a:ea typeface="Trebuchet MS" pitchFamily="34" charset="-122"/>
                <a:cs typeface="Trebuchet MS" pitchFamily="34" charset="-120"/>
              </a:rPr>
              <a:t>01</a:t>
            </a:r>
            <a:endParaRPr lang="en-US" dirty="0">
              <a:solidFill>
                <a:prstClr val="black"/>
              </a:solidFill>
              <a:latin typeface="Calibri" panose="020F0502020204030204"/>
              <a:ea typeface="+mn-ea"/>
            </a:endParaRPr>
          </a:p>
        </p:txBody>
      </p:sp>
      <p:pic>
        <p:nvPicPr>
          <p:cNvPr id="41" name="Image 10" descr="preencoded.png">
            <a:extLst>
              <a:ext uri="{FF2B5EF4-FFF2-40B4-BE49-F238E27FC236}">
                <a16:creationId xmlns:a16="http://schemas.microsoft.com/office/drawing/2014/main" id="{11B381FC-18D1-6B49-B8A2-340DE0FAA9E1}"/>
              </a:ext>
            </a:extLst>
          </p:cNvPr>
          <p:cNvPicPr>
            <a:picLocks noChangeAspect="1"/>
          </p:cNvPicPr>
          <p:nvPr/>
        </p:nvPicPr>
        <p:blipFill>
          <a:blip r:embed="rId7"/>
          <a:stretch>
            <a:fillRect/>
          </a:stretch>
        </p:blipFill>
        <p:spPr>
          <a:xfrm>
            <a:off x="4685907" y="4364814"/>
            <a:ext cx="3997757" cy="1799539"/>
          </a:xfrm>
          <a:prstGeom prst="rect">
            <a:avLst/>
          </a:prstGeom>
        </p:spPr>
      </p:pic>
      <p:pic>
        <p:nvPicPr>
          <p:cNvPr id="42" name="Image 11" descr="preencoded.png">
            <a:extLst>
              <a:ext uri="{FF2B5EF4-FFF2-40B4-BE49-F238E27FC236}">
                <a16:creationId xmlns:a16="http://schemas.microsoft.com/office/drawing/2014/main" id="{D4BE65AD-90E5-6546-9A53-C0E0B2DF3BB2}"/>
              </a:ext>
            </a:extLst>
          </p:cNvPr>
          <p:cNvPicPr>
            <a:picLocks noChangeAspect="1"/>
          </p:cNvPicPr>
          <p:nvPr/>
        </p:nvPicPr>
        <p:blipFill>
          <a:blip r:embed="rId6"/>
          <a:stretch>
            <a:fillRect/>
          </a:stretch>
        </p:blipFill>
        <p:spPr>
          <a:xfrm>
            <a:off x="4658475" y="4343720"/>
            <a:ext cx="1234168" cy="511298"/>
          </a:xfrm>
          <a:prstGeom prst="rect">
            <a:avLst/>
          </a:prstGeom>
        </p:spPr>
      </p:pic>
      <p:sp>
        <p:nvSpPr>
          <p:cNvPr id="43" name="Text 4">
            <a:extLst>
              <a:ext uri="{FF2B5EF4-FFF2-40B4-BE49-F238E27FC236}">
                <a16:creationId xmlns:a16="http://schemas.microsoft.com/office/drawing/2014/main" id="{C72245BD-C236-B44F-BA23-E8C28E9469AD}"/>
              </a:ext>
            </a:extLst>
          </p:cNvPr>
          <p:cNvSpPr/>
          <p:nvPr/>
        </p:nvSpPr>
        <p:spPr>
          <a:xfrm>
            <a:off x="4685907" y="4301096"/>
            <a:ext cx="1206736" cy="493212"/>
          </a:xfrm>
          <a:prstGeom prst="rect">
            <a:avLst/>
          </a:prstGeom>
          <a:noFill/>
          <a:ln/>
        </p:spPr>
        <p:txBody>
          <a:bodyPr wrap="square" lIns="91440" tIns="91440" rIns="91440" bIns="91440" rtlCol="0" anchor="t">
            <a:spAutoFit/>
          </a:bodyPr>
          <a:lstStyle/>
          <a:p>
            <a:pPr algn="ctr" fontAlgn="auto">
              <a:lnSpc>
                <a:spcPct val="120000"/>
              </a:lnSpc>
              <a:spcBef>
                <a:spcPts val="360"/>
              </a:spcBef>
              <a:spcAft>
                <a:spcPts val="0"/>
              </a:spcAft>
              <a:buFontTx/>
              <a:buNone/>
            </a:pPr>
            <a:r>
              <a:rPr lang="en-US" b="1" dirty="0">
                <a:solidFill>
                  <a:srgbClr val="FFFFFF"/>
                </a:solidFill>
                <a:latin typeface="Trebuchet MS" pitchFamily="34" charset="0"/>
                <a:ea typeface="Trebuchet MS" pitchFamily="34" charset="-122"/>
                <a:cs typeface="Trebuchet MS" pitchFamily="34" charset="-120"/>
              </a:rPr>
              <a:t>04</a:t>
            </a:r>
            <a:endParaRPr lang="en-US" dirty="0">
              <a:solidFill>
                <a:prstClr val="black"/>
              </a:solidFill>
              <a:latin typeface="Calibri" panose="020F0502020204030204"/>
              <a:ea typeface="+mn-ea"/>
            </a:endParaRPr>
          </a:p>
        </p:txBody>
      </p:sp>
      <p:sp>
        <p:nvSpPr>
          <p:cNvPr id="44" name="Text 5">
            <a:extLst>
              <a:ext uri="{FF2B5EF4-FFF2-40B4-BE49-F238E27FC236}">
                <a16:creationId xmlns:a16="http://schemas.microsoft.com/office/drawing/2014/main" id="{3B92B725-5583-1B4A-A4C2-D74AA0412535}"/>
              </a:ext>
            </a:extLst>
          </p:cNvPr>
          <p:cNvSpPr/>
          <p:nvPr/>
        </p:nvSpPr>
        <p:spPr>
          <a:xfrm>
            <a:off x="1756562" y="925116"/>
            <a:ext cx="2763531" cy="738664"/>
          </a:xfrm>
          <a:prstGeom prst="rect">
            <a:avLst/>
          </a:prstGeom>
          <a:noFill/>
          <a:ln/>
        </p:spPr>
        <p:txBody>
          <a:bodyPr wrap="square" lIns="91440" tIns="91440" rIns="91440" bIns="91440" rtlCol="0" anchor="t">
            <a:spAutoFit/>
          </a:bodyPr>
          <a:lstStyle/>
          <a:p>
            <a:pPr fontAlgn="auto">
              <a:spcBef>
                <a:spcPts val="360"/>
              </a:spcBef>
              <a:spcAft>
                <a:spcPts val="0"/>
              </a:spcAft>
              <a:buFontTx/>
              <a:buNone/>
            </a:pPr>
            <a:r>
              <a:rPr lang="en-US" b="1" dirty="0">
                <a:solidFill>
                  <a:srgbClr val="0F3558"/>
                </a:solidFill>
                <a:latin typeface="Trebuchet MS" pitchFamily="34" charset="0"/>
                <a:ea typeface="Trebuchet MS" pitchFamily="34" charset="-122"/>
                <a:cs typeface="Trebuchet MS" pitchFamily="34" charset="-120"/>
              </a:rPr>
              <a:t>破坏非剥夺条件的核心原理</a:t>
            </a:r>
            <a:endParaRPr lang="en-US" dirty="0">
              <a:solidFill>
                <a:prstClr val="black"/>
              </a:solidFill>
              <a:latin typeface="Calibri" panose="020F0502020204030204"/>
              <a:ea typeface="+mn-ea"/>
            </a:endParaRPr>
          </a:p>
        </p:txBody>
      </p:sp>
      <p:sp>
        <p:nvSpPr>
          <p:cNvPr id="45" name="Text 6">
            <a:extLst>
              <a:ext uri="{FF2B5EF4-FFF2-40B4-BE49-F238E27FC236}">
                <a16:creationId xmlns:a16="http://schemas.microsoft.com/office/drawing/2014/main" id="{74892B13-1C4C-F941-A22B-E4C3D96C5462}"/>
              </a:ext>
            </a:extLst>
          </p:cNvPr>
          <p:cNvSpPr/>
          <p:nvPr/>
        </p:nvSpPr>
        <p:spPr>
          <a:xfrm>
            <a:off x="687046" y="1443828"/>
            <a:ext cx="3668337" cy="1119858"/>
          </a:xfrm>
          <a:prstGeom prst="rect">
            <a:avLst/>
          </a:prstGeom>
          <a:noFill/>
          <a:ln/>
        </p:spPr>
        <p:txBody>
          <a:bodyPr wrap="square" lIns="91440" tIns="91440" rIns="91440" bIns="91440" rtlCol="0" anchor="t">
            <a:spAutoFit/>
          </a:bodyPr>
          <a:lstStyle/>
          <a:p>
            <a:pPr fontAlgn="auto">
              <a:lnSpc>
                <a:spcPct val="115000"/>
              </a:lnSpc>
              <a:spcBef>
                <a:spcPts val="360"/>
              </a:spcBef>
              <a:spcAft>
                <a:spcPts val="0"/>
              </a:spcAft>
              <a:buFontTx/>
              <a:buNone/>
            </a:pPr>
            <a:r>
              <a:rPr lang="en-US" dirty="0">
                <a:solidFill>
                  <a:srgbClr val="000000"/>
                </a:solidFill>
                <a:latin typeface="Trebuchet MS" pitchFamily="34" charset="0"/>
                <a:ea typeface="Trebuchet MS" pitchFamily="34" charset="-122"/>
                <a:cs typeface="Trebuchet MS" pitchFamily="34" charset="-120"/>
              </a:rPr>
              <a:t>非剥夺条件指进程已获资源只能由自身释放，通过设置最长占用时间阈值强制归还资源可破坏该条件。</a:t>
            </a:r>
            <a:endParaRPr lang="en-US" dirty="0">
              <a:solidFill>
                <a:prstClr val="black"/>
              </a:solidFill>
              <a:latin typeface="Calibri" panose="020F0502020204030204"/>
              <a:ea typeface="+mn-ea"/>
            </a:endParaRPr>
          </a:p>
        </p:txBody>
      </p:sp>
      <p:sp>
        <p:nvSpPr>
          <p:cNvPr id="46" name="Text 7">
            <a:extLst>
              <a:ext uri="{FF2B5EF4-FFF2-40B4-BE49-F238E27FC236}">
                <a16:creationId xmlns:a16="http://schemas.microsoft.com/office/drawing/2014/main" id="{D6D425DA-89E0-4D48-BF76-56307AF4BC36}"/>
              </a:ext>
            </a:extLst>
          </p:cNvPr>
          <p:cNvSpPr/>
          <p:nvPr/>
        </p:nvSpPr>
        <p:spPr>
          <a:xfrm>
            <a:off x="5894496" y="925116"/>
            <a:ext cx="2754600" cy="461665"/>
          </a:xfrm>
          <a:prstGeom prst="rect">
            <a:avLst/>
          </a:prstGeom>
          <a:noFill/>
          <a:ln/>
        </p:spPr>
        <p:txBody>
          <a:bodyPr wrap="square" lIns="91440" tIns="91440" rIns="91440" bIns="91440" rtlCol="0" anchor="t">
            <a:spAutoFit/>
          </a:bodyPr>
          <a:lstStyle/>
          <a:p>
            <a:pPr fontAlgn="auto">
              <a:spcBef>
                <a:spcPts val="360"/>
              </a:spcBef>
              <a:spcAft>
                <a:spcPts val="0"/>
              </a:spcAft>
              <a:buFontTx/>
              <a:buNone/>
            </a:pPr>
            <a:r>
              <a:rPr lang="en-US" b="1" dirty="0">
                <a:solidFill>
                  <a:srgbClr val="00B050"/>
                </a:solidFill>
                <a:latin typeface="Trebuchet MS" pitchFamily="34" charset="0"/>
                <a:ea typeface="Trebuchet MS" pitchFamily="34" charset="-122"/>
                <a:cs typeface="Trebuchet MS" pitchFamily="34" charset="-120"/>
              </a:rPr>
              <a:t>最长占用时间阈值机制</a:t>
            </a:r>
            <a:endParaRPr lang="en-US" dirty="0">
              <a:solidFill>
                <a:srgbClr val="00B050"/>
              </a:solidFill>
              <a:latin typeface="Calibri" panose="020F0502020204030204"/>
              <a:ea typeface="+mn-ea"/>
            </a:endParaRPr>
          </a:p>
        </p:txBody>
      </p:sp>
      <p:sp>
        <p:nvSpPr>
          <p:cNvPr id="47" name="Text 8">
            <a:extLst>
              <a:ext uri="{FF2B5EF4-FFF2-40B4-BE49-F238E27FC236}">
                <a16:creationId xmlns:a16="http://schemas.microsoft.com/office/drawing/2014/main" id="{B282CD35-FBC5-6F4F-ADE1-D7CA9C505D65}"/>
              </a:ext>
            </a:extLst>
          </p:cNvPr>
          <p:cNvSpPr/>
          <p:nvPr/>
        </p:nvSpPr>
        <p:spPr>
          <a:xfrm>
            <a:off x="4815971" y="1443828"/>
            <a:ext cx="3668337" cy="1438407"/>
          </a:xfrm>
          <a:prstGeom prst="rect">
            <a:avLst/>
          </a:prstGeom>
          <a:noFill/>
          <a:ln/>
        </p:spPr>
        <p:txBody>
          <a:bodyPr wrap="square" lIns="91440" tIns="91440" rIns="91440" bIns="91440" rtlCol="0" anchor="t">
            <a:spAutoFit/>
          </a:bodyPr>
          <a:lstStyle/>
          <a:p>
            <a:pPr fontAlgn="auto">
              <a:lnSpc>
                <a:spcPct val="115000"/>
              </a:lnSpc>
              <a:spcBef>
                <a:spcPts val="360"/>
              </a:spcBef>
              <a:spcAft>
                <a:spcPts val="0"/>
              </a:spcAft>
              <a:buFontTx/>
              <a:buNone/>
            </a:pPr>
            <a:r>
              <a:rPr lang="en-US" dirty="0">
                <a:solidFill>
                  <a:srgbClr val="000000"/>
                </a:solidFill>
                <a:latin typeface="Trebuchet MS" pitchFamily="34" charset="0"/>
                <a:ea typeface="Trebuchet MS" pitchFamily="34" charset="-122"/>
                <a:cs typeface="Trebuchet MS" pitchFamily="34" charset="-120"/>
              </a:rPr>
              <a:t>当线程持有资源超过预设时间（如10分钟）未推进时，系统自动回收资源以打破僵局，确保其他线程可继续执行。</a:t>
            </a:r>
            <a:endParaRPr lang="en-US" dirty="0">
              <a:solidFill>
                <a:prstClr val="black"/>
              </a:solidFill>
              <a:latin typeface="Calibri" panose="020F0502020204030204"/>
              <a:ea typeface="+mn-ea"/>
            </a:endParaRPr>
          </a:p>
        </p:txBody>
      </p:sp>
      <p:sp>
        <p:nvSpPr>
          <p:cNvPr id="48" name="Text 9">
            <a:extLst>
              <a:ext uri="{FF2B5EF4-FFF2-40B4-BE49-F238E27FC236}">
                <a16:creationId xmlns:a16="http://schemas.microsoft.com/office/drawing/2014/main" id="{C765F69D-6A51-7543-B57E-3226C2DF9F0C}"/>
              </a:ext>
            </a:extLst>
          </p:cNvPr>
          <p:cNvSpPr/>
          <p:nvPr/>
        </p:nvSpPr>
        <p:spPr>
          <a:xfrm>
            <a:off x="1800373" y="4365104"/>
            <a:ext cx="2754600" cy="461665"/>
          </a:xfrm>
          <a:prstGeom prst="rect">
            <a:avLst/>
          </a:prstGeom>
          <a:noFill/>
          <a:ln/>
        </p:spPr>
        <p:txBody>
          <a:bodyPr wrap="square" lIns="91440" tIns="91440" rIns="91440" bIns="91440" rtlCol="0" anchor="t">
            <a:spAutoFit/>
          </a:bodyPr>
          <a:lstStyle/>
          <a:p>
            <a:pPr fontAlgn="auto">
              <a:spcBef>
                <a:spcPts val="360"/>
              </a:spcBef>
              <a:spcAft>
                <a:spcPts val="0"/>
              </a:spcAft>
              <a:buFontTx/>
              <a:buNone/>
            </a:pPr>
            <a:r>
              <a:rPr lang="en-US" b="1" dirty="0">
                <a:solidFill>
                  <a:srgbClr val="00B050"/>
                </a:solidFill>
                <a:latin typeface="Trebuchet MS" pitchFamily="34" charset="0"/>
                <a:ea typeface="Trebuchet MS" pitchFamily="34" charset="-122"/>
                <a:cs typeface="Trebuchet MS" pitchFamily="34" charset="-120"/>
              </a:rPr>
              <a:t>非剥夺条件的典型场景</a:t>
            </a:r>
            <a:endParaRPr lang="en-US" dirty="0">
              <a:solidFill>
                <a:srgbClr val="00B050"/>
              </a:solidFill>
              <a:latin typeface="Calibri" panose="020F0502020204030204"/>
              <a:ea typeface="+mn-ea"/>
            </a:endParaRPr>
          </a:p>
        </p:txBody>
      </p:sp>
      <p:sp>
        <p:nvSpPr>
          <p:cNvPr id="49" name="Text 10">
            <a:extLst>
              <a:ext uri="{FF2B5EF4-FFF2-40B4-BE49-F238E27FC236}">
                <a16:creationId xmlns:a16="http://schemas.microsoft.com/office/drawing/2014/main" id="{50B987FB-724B-0E4E-9C00-80720A75D106}"/>
              </a:ext>
            </a:extLst>
          </p:cNvPr>
          <p:cNvSpPr/>
          <p:nvPr/>
        </p:nvSpPr>
        <p:spPr>
          <a:xfrm>
            <a:off x="721848" y="4892960"/>
            <a:ext cx="3668337" cy="1119858"/>
          </a:xfrm>
          <a:prstGeom prst="rect">
            <a:avLst/>
          </a:prstGeom>
          <a:noFill/>
          <a:ln/>
        </p:spPr>
        <p:txBody>
          <a:bodyPr wrap="square" lIns="91440" tIns="91440" rIns="91440" bIns="91440" rtlCol="0" anchor="t">
            <a:spAutoFit/>
          </a:bodyPr>
          <a:lstStyle/>
          <a:p>
            <a:pPr fontAlgn="auto">
              <a:lnSpc>
                <a:spcPct val="115000"/>
              </a:lnSpc>
              <a:spcBef>
                <a:spcPts val="360"/>
              </a:spcBef>
              <a:spcAft>
                <a:spcPts val="0"/>
              </a:spcAft>
              <a:buFontTx/>
              <a:buNone/>
            </a:pPr>
            <a:r>
              <a:rPr lang="en-US" dirty="0">
                <a:solidFill>
                  <a:srgbClr val="000000"/>
                </a:solidFill>
                <a:latin typeface="Trebuchet MS" pitchFamily="34" charset="0"/>
                <a:ea typeface="Trebuchet MS" pitchFamily="34" charset="-122"/>
                <a:cs typeface="Trebuchet MS" pitchFamily="34" charset="-120"/>
              </a:rPr>
              <a:t>线程长期独占钥匙却不释放，导致其他线程无法获取资源，形成死锁的关键因素之一。</a:t>
            </a:r>
            <a:endParaRPr lang="en-US" dirty="0">
              <a:solidFill>
                <a:prstClr val="black"/>
              </a:solidFill>
              <a:latin typeface="Calibri" panose="020F0502020204030204"/>
              <a:ea typeface="+mn-ea"/>
            </a:endParaRPr>
          </a:p>
        </p:txBody>
      </p:sp>
      <p:sp>
        <p:nvSpPr>
          <p:cNvPr id="50" name="Text 11">
            <a:extLst>
              <a:ext uri="{FF2B5EF4-FFF2-40B4-BE49-F238E27FC236}">
                <a16:creationId xmlns:a16="http://schemas.microsoft.com/office/drawing/2014/main" id="{1C010480-C7A4-4246-9DF0-2EA0E5D569E1}"/>
              </a:ext>
            </a:extLst>
          </p:cNvPr>
          <p:cNvSpPr/>
          <p:nvPr/>
        </p:nvSpPr>
        <p:spPr>
          <a:xfrm>
            <a:off x="5920289" y="4365104"/>
            <a:ext cx="2763531" cy="461665"/>
          </a:xfrm>
          <a:prstGeom prst="rect">
            <a:avLst/>
          </a:prstGeom>
          <a:noFill/>
          <a:ln/>
        </p:spPr>
        <p:txBody>
          <a:bodyPr wrap="square" lIns="91440" tIns="91440" rIns="91440" bIns="91440" rtlCol="0" anchor="t">
            <a:spAutoFit/>
          </a:bodyPr>
          <a:lstStyle/>
          <a:p>
            <a:pPr fontAlgn="auto">
              <a:spcBef>
                <a:spcPts val="360"/>
              </a:spcBef>
              <a:spcAft>
                <a:spcPts val="0"/>
              </a:spcAft>
              <a:buFontTx/>
              <a:buNone/>
            </a:pPr>
            <a:r>
              <a:rPr lang="en-US" b="1" dirty="0">
                <a:solidFill>
                  <a:srgbClr val="0F3558"/>
                </a:solidFill>
                <a:latin typeface="Trebuchet MS" pitchFamily="34" charset="0"/>
                <a:ea typeface="Trebuchet MS" pitchFamily="34" charset="-122"/>
                <a:cs typeface="Trebuchet MS" pitchFamily="34" charset="-120"/>
              </a:rPr>
              <a:t>与循环等待条件的对比</a:t>
            </a:r>
            <a:endParaRPr lang="en-US" dirty="0">
              <a:solidFill>
                <a:prstClr val="black"/>
              </a:solidFill>
              <a:latin typeface="Calibri" panose="020F0502020204030204"/>
              <a:ea typeface="+mn-ea"/>
            </a:endParaRPr>
          </a:p>
        </p:txBody>
      </p:sp>
      <p:sp>
        <p:nvSpPr>
          <p:cNvPr id="51" name="Text 12">
            <a:extLst>
              <a:ext uri="{FF2B5EF4-FFF2-40B4-BE49-F238E27FC236}">
                <a16:creationId xmlns:a16="http://schemas.microsoft.com/office/drawing/2014/main" id="{45FD7DC2-C4E6-6941-9155-78CEB0D98273}"/>
              </a:ext>
            </a:extLst>
          </p:cNvPr>
          <p:cNvSpPr/>
          <p:nvPr/>
        </p:nvSpPr>
        <p:spPr>
          <a:xfrm>
            <a:off x="4850617" y="4892960"/>
            <a:ext cx="3668337" cy="1119858"/>
          </a:xfrm>
          <a:prstGeom prst="rect">
            <a:avLst/>
          </a:prstGeom>
          <a:noFill/>
          <a:ln/>
        </p:spPr>
        <p:txBody>
          <a:bodyPr wrap="square" lIns="91440" tIns="91440" rIns="91440" bIns="91440" rtlCol="0" anchor="t">
            <a:spAutoFit/>
          </a:bodyPr>
          <a:lstStyle/>
          <a:p>
            <a:pPr fontAlgn="auto">
              <a:lnSpc>
                <a:spcPct val="115000"/>
              </a:lnSpc>
              <a:spcBef>
                <a:spcPts val="360"/>
              </a:spcBef>
              <a:spcAft>
                <a:spcPts val="0"/>
              </a:spcAft>
              <a:buFontTx/>
              <a:buNone/>
            </a:pPr>
            <a:r>
              <a:rPr lang="en-US" dirty="0">
                <a:solidFill>
                  <a:srgbClr val="000000"/>
                </a:solidFill>
                <a:latin typeface="Trebuchet MS" pitchFamily="34" charset="0"/>
                <a:ea typeface="Trebuchet MS" pitchFamily="34" charset="-122"/>
                <a:cs typeface="Trebuchet MS" pitchFamily="34" charset="-120"/>
              </a:rPr>
              <a:t>非剥夺条件强调资源占用不可强制中断，而循环等待关注进程间资源请求的环形依赖关系。</a:t>
            </a:r>
            <a:endParaRPr lang="en-US" dirty="0">
              <a:solidFill>
                <a:prstClr val="black"/>
              </a:solidFill>
              <a:latin typeface="Calibri" panose="020F0502020204030204"/>
              <a:ea typeface="+mn-ea"/>
            </a:endParaRPr>
          </a:p>
        </p:txBody>
      </p:sp>
    </p:spTree>
    <p:extLst>
      <p:ext uri="{BB962C8B-B14F-4D97-AF65-F5344CB8AC3E}">
        <p14:creationId xmlns:p14="http://schemas.microsoft.com/office/powerpoint/2010/main" val="33726446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Image 0" descr="preencoded.png">
            <a:extLst>
              <a:ext uri="{FF2B5EF4-FFF2-40B4-BE49-F238E27FC236}">
                <a16:creationId xmlns:a16="http://schemas.microsoft.com/office/drawing/2014/main" id="{83D35C1F-3F89-DF4B-90CF-9978D22B8E88}"/>
              </a:ext>
            </a:extLst>
          </p:cNvPr>
          <p:cNvPicPr>
            <a:picLocks noChangeAspect="1"/>
          </p:cNvPicPr>
          <p:nvPr/>
        </p:nvPicPr>
        <p:blipFill>
          <a:blip r:embed="rId2"/>
          <a:stretch>
            <a:fillRect/>
          </a:stretch>
        </p:blipFill>
        <p:spPr>
          <a:xfrm rot="554302">
            <a:off x="431601" y="331164"/>
            <a:ext cx="274320" cy="202082"/>
          </a:xfrm>
          <a:prstGeom prst="rect">
            <a:avLst/>
          </a:prstGeom>
        </p:spPr>
      </p:pic>
      <p:pic>
        <p:nvPicPr>
          <p:cNvPr id="32" name="Image 1" descr="preencoded.png">
            <a:extLst>
              <a:ext uri="{FF2B5EF4-FFF2-40B4-BE49-F238E27FC236}">
                <a16:creationId xmlns:a16="http://schemas.microsoft.com/office/drawing/2014/main" id="{952E5916-FC43-EC45-A809-58E4978CEF29}"/>
              </a:ext>
            </a:extLst>
          </p:cNvPr>
          <p:cNvPicPr>
            <a:picLocks noChangeAspect="1"/>
          </p:cNvPicPr>
          <p:nvPr/>
        </p:nvPicPr>
        <p:blipFill>
          <a:blip r:embed="rId2"/>
          <a:stretch>
            <a:fillRect/>
          </a:stretch>
        </p:blipFill>
        <p:spPr>
          <a:xfrm rot="554302">
            <a:off x="431601" y="471202"/>
            <a:ext cx="274320" cy="202082"/>
          </a:xfrm>
          <a:prstGeom prst="rect">
            <a:avLst/>
          </a:prstGeom>
        </p:spPr>
      </p:pic>
      <p:pic>
        <p:nvPicPr>
          <p:cNvPr id="33" name="Image 2" descr="preencoded.png">
            <a:extLst>
              <a:ext uri="{FF2B5EF4-FFF2-40B4-BE49-F238E27FC236}">
                <a16:creationId xmlns:a16="http://schemas.microsoft.com/office/drawing/2014/main" id="{D5216E03-A41E-2646-AE78-AB56B8E11EB5}"/>
              </a:ext>
            </a:extLst>
          </p:cNvPr>
          <p:cNvPicPr>
            <a:picLocks noChangeAspect="1"/>
          </p:cNvPicPr>
          <p:nvPr/>
        </p:nvPicPr>
        <p:blipFill>
          <a:blip r:embed="rId2"/>
          <a:stretch>
            <a:fillRect/>
          </a:stretch>
        </p:blipFill>
        <p:spPr>
          <a:xfrm rot="554302">
            <a:off x="298287" y="312876"/>
            <a:ext cx="274320" cy="202082"/>
          </a:xfrm>
          <a:prstGeom prst="rect">
            <a:avLst/>
          </a:prstGeom>
        </p:spPr>
      </p:pic>
      <p:pic>
        <p:nvPicPr>
          <p:cNvPr id="34" name="Image 3" descr="preencoded.png">
            <a:extLst>
              <a:ext uri="{FF2B5EF4-FFF2-40B4-BE49-F238E27FC236}">
                <a16:creationId xmlns:a16="http://schemas.microsoft.com/office/drawing/2014/main" id="{4D95C9DC-5258-1B48-A404-A18EBA2FC55D}"/>
              </a:ext>
            </a:extLst>
          </p:cNvPr>
          <p:cNvPicPr>
            <a:picLocks noChangeAspect="1"/>
          </p:cNvPicPr>
          <p:nvPr/>
        </p:nvPicPr>
        <p:blipFill>
          <a:blip r:embed="rId2"/>
          <a:stretch>
            <a:fillRect/>
          </a:stretch>
        </p:blipFill>
        <p:spPr>
          <a:xfrm rot="554302">
            <a:off x="298287" y="452914"/>
            <a:ext cx="274320" cy="202082"/>
          </a:xfrm>
          <a:prstGeom prst="rect">
            <a:avLst/>
          </a:prstGeom>
        </p:spPr>
      </p:pic>
      <p:sp>
        <p:nvSpPr>
          <p:cNvPr id="35" name="Text 0">
            <a:extLst>
              <a:ext uri="{FF2B5EF4-FFF2-40B4-BE49-F238E27FC236}">
                <a16:creationId xmlns:a16="http://schemas.microsoft.com/office/drawing/2014/main" id="{357F4F5D-134B-8949-B6B5-DC4EA6BF1BC7}"/>
              </a:ext>
            </a:extLst>
          </p:cNvPr>
          <p:cNvSpPr/>
          <p:nvPr/>
        </p:nvSpPr>
        <p:spPr>
          <a:xfrm>
            <a:off x="756939" y="156192"/>
            <a:ext cx="8268500" cy="667512"/>
          </a:xfrm>
          <a:prstGeom prst="rect">
            <a:avLst/>
          </a:prstGeom>
          <a:noFill/>
          <a:ln/>
        </p:spPr>
        <p:txBody>
          <a:bodyPr wrap="square" lIns="91440" tIns="91440" rIns="91440" bIns="91440" rtlCol="0" anchor="t">
            <a:spAutoFit/>
          </a:bodyPr>
          <a:lstStyle/>
          <a:p>
            <a:pPr fontAlgn="auto">
              <a:lnSpc>
                <a:spcPct val="120000"/>
              </a:lnSpc>
              <a:spcBef>
                <a:spcPts val="360"/>
              </a:spcBef>
              <a:spcAft>
                <a:spcPts val="0"/>
              </a:spcAft>
              <a:buFontTx/>
              <a:buNone/>
            </a:pPr>
            <a:r>
              <a:rPr lang="en-US" sz="2448" b="1" dirty="0">
                <a:solidFill>
                  <a:srgbClr val="000000"/>
                </a:solidFill>
                <a:latin typeface="Microsoft Yahei" pitchFamily="34" charset="0"/>
                <a:ea typeface="Microsoft Yahei" pitchFamily="34" charset="-122"/>
                <a:cs typeface="Microsoft Yahei" pitchFamily="34" charset="-120"/>
              </a:rPr>
              <a:t>有序分配策略</a:t>
            </a:r>
            <a:endParaRPr lang="en-US" sz="1440" dirty="0">
              <a:solidFill>
                <a:prstClr val="black"/>
              </a:solidFill>
              <a:latin typeface="Calibri" panose="020F0502020204030204"/>
              <a:ea typeface="+mn-ea"/>
            </a:endParaRPr>
          </a:p>
        </p:txBody>
      </p:sp>
      <p:sp>
        <p:nvSpPr>
          <p:cNvPr id="36" name="Shape 1">
            <a:extLst>
              <a:ext uri="{FF2B5EF4-FFF2-40B4-BE49-F238E27FC236}">
                <a16:creationId xmlns:a16="http://schemas.microsoft.com/office/drawing/2014/main" id="{4EF4FC2A-A5F1-204A-81F5-088070156A54}"/>
              </a:ext>
            </a:extLst>
          </p:cNvPr>
          <p:cNvSpPr/>
          <p:nvPr/>
        </p:nvSpPr>
        <p:spPr>
          <a:xfrm>
            <a:off x="99259" y="1958972"/>
            <a:ext cx="2467637" cy="4448536"/>
          </a:xfrm>
          <a:custGeom>
            <a:avLst/>
            <a:gdLst/>
            <a:ahLst/>
            <a:cxnLst/>
            <a:rect l="l" t="t" r="r" b="b"/>
            <a:pathLst>
              <a:path w="2467637" h="3486252">
                <a:moveTo>
                  <a:pt x="0" y="0"/>
                </a:moveTo>
                <a:moveTo>
                  <a:pt x="0" y="0"/>
                </a:moveTo>
                <a:lnTo>
                  <a:pt x="2467637" y="0"/>
                </a:lnTo>
                <a:lnTo>
                  <a:pt x="2467637" y="3486252"/>
                </a:lnTo>
                <a:lnTo>
                  <a:pt x="0" y="3486252"/>
                </a:lnTo>
                <a:close/>
              </a:path>
            </a:pathLst>
          </a:custGeom>
          <a:solidFill>
            <a:srgbClr val="0F3558">
              <a:alpha val="0"/>
            </a:srgbClr>
          </a:solidFill>
          <a:ln w="57150">
            <a:solidFill>
              <a:srgbClr val="00B050"/>
            </a:solidFill>
            <a:prstDash val="solid"/>
          </a:ln>
        </p:spPr>
      </p:sp>
      <p:sp>
        <p:nvSpPr>
          <p:cNvPr id="37" name="Shape 2">
            <a:extLst>
              <a:ext uri="{FF2B5EF4-FFF2-40B4-BE49-F238E27FC236}">
                <a16:creationId xmlns:a16="http://schemas.microsoft.com/office/drawing/2014/main" id="{5361C536-F6BD-BD46-9ABC-B287A6780275}"/>
              </a:ext>
            </a:extLst>
          </p:cNvPr>
          <p:cNvSpPr/>
          <p:nvPr/>
        </p:nvSpPr>
        <p:spPr>
          <a:xfrm rot="2700000">
            <a:off x="3326155" y="2015672"/>
            <a:ext cx="682110" cy="682110"/>
          </a:xfrm>
          <a:custGeom>
            <a:avLst/>
            <a:gdLst/>
            <a:ahLst/>
            <a:cxnLst/>
            <a:rect l="l" t="t" r="r" b="b"/>
            <a:pathLst>
              <a:path w="682110" h="682110">
                <a:moveTo>
                  <a:pt x="0" y="0"/>
                </a:moveTo>
                <a:moveTo>
                  <a:pt x="0" y="0"/>
                </a:moveTo>
                <a:lnTo>
                  <a:pt x="682110" y="0"/>
                </a:lnTo>
                <a:lnTo>
                  <a:pt x="682110" y="682110"/>
                </a:lnTo>
                <a:lnTo>
                  <a:pt x="0" y="682110"/>
                </a:lnTo>
                <a:close/>
              </a:path>
            </a:pathLst>
          </a:custGeom>
          <a:solidFill>
            <a:srgbClr val="0F3558"/>
          </a:solidFill>
          <a:ln/>
        </p:spPr>
      </p:sp>
      <p:sp>
        <p:nvSpPr>
          <p:cNvPr id="38" name="Shape 3">
            <a:extLst>
              <a:ext uri="{FF2B5EF4-FFF2-40B4-BE49-F238E27FC236}">
                <a16:creationId xmlns:a16="http://schemas.microsoft.com/office/drawing/2014/main" id="{95270726-A85C-F649-9ED1-80CF13841471}"/>
              </a:ext>
            </a:extLst>
          </p:cNvPr>
          <p:cNvSpPr/>
          <p:nvPr/>
        </p:nvSpPr>
        <p:spPr>
          <a:xfrm rot="2700000">
            <a:off x="5371711" y="2088629"/>
            <a:ext cx="682110" cy="682110"/>
          </a:xfrm>
          <a:custGeom>
            <a:avLst/>
            <a:gdLst/>
            <a:ahLst/>
            <a:cxnLst/>
            <a:rect l="l" t="t" r="r" b="b"/>
            <a:pathLst>
              <a:path w="682110" h="682110">
                <a:moveTo>
                  <a:pt x="0" y="0"/>
                </a:moveTo>
                <a:moveTo>
                  <a:pt x="0" y="0"/>
                </a:moveTo>
                <a:lnTo>
                  <a:pt x="682110" y="0"/>
                </a:lnTo>
                <a:lnTo>
                  <a:pt x="682110" y="682110"/>
                </a:lnTo>
                <a:lnTo>
                  <a:pt x="0" y="682110"/>
                </a:lnTo>
                <a:close/>
              </a:path>
            </a:pathLst>
          </a:custGeom>
          <a:solidFill>
            <a:srgbClr val="0F3558"/>
          </a:solidFill>
          <a:ln/>
        </p:spPr>
      </p:sp>
      <p:pic>
        <p:nvPicPr>
          <p:cNvPr id="39" name="Image 4" descr="preencoded.png">
            <a:extLst>
              <a:ext uri="{FF2B5EF4-FFF2-40B4-BE49-F238E27FC236}">
                <a16:creationId xmlns:a16="http://schemas.microsoft.com/office/drawing/2014/main" id="{04D50713-A91F-BE40-8947-3E689FE02C75}"/>
              </a:ext>
            </a:extLst>
          </p:cNvPr>
          <p:cNvPicPr>
            <a:picLocks noChangeAspect="1"/>
          </p:cNvPicPr>
          <p:nvPr/>
        </p:nvPicPr>
        <p:blipFill>
          <a:blip r:embed="rId3"/>
          <a:stretch>
            <a:fillRect/>
          </a:stretch>
        </p:blipFill>
        <p:spPr>
          <a:xfrm>
            <a:off x="5416567" y="3192781"/>
            <a:ext cx="592397" cy="391468"/>
          </a:xfrm>
          <a:prstGeom prst="rect">
            <a:avLst/>
          </a:prstGeom>
        </p:spPr>
      </p:pic>
      <p:pic>
        <p:nvPicPr>
          <p:cNvPr id="40" name="Image 5" descr="preencoded.png">
            <a:extLst>
              <a:ext uri="{FF2B5EF4-FFF2-40B4-BE49-F238E27FC236}">
                <a16:creationId xmlns:a16="http://schemas.microsoft.com/office/drawing/2014/main" id="{3E820C20-76E1-C74C-89F3-9F36EAE86D00}"/>
              </a:ext>
            </a:extLst>
          </p:cNvPr>
          <p:cNvPicPr>
            <a:picLocks noChangeAspect="1"/>
          </p:cNvPicPr>
          <p:nvPr/>
        </p:nvPicPr>
        <p:blipFill>
          <a:blip r:embed="rId3"/>
          <a:stretch>
            <a:fillRect/>
          </a:stretch>
        </p:blipFill>
        <p:spPr>
          <a:xfrm>
            <a:off x="3371011" y="3192781"/>
            <a:ext cx="592397" cy="391468"/>
          </a:xfrm>
          <a:prstGeom prst="rect">
            <a:avLst/>
          </a:prstGeom>
        </p:spPr>
      </p:pic>
      <p:sp>
        <p:nvSpPr>
          <p:cNvPr id="41" name="Shape 4">
            <a:extLst>
              <a:ext uri="{FF2B5EF4-FFF2-40B4-BE49-F238E27FC236}">
                <a16:creationId xmlns:a16="http://schemas.microsoft.com/office/drawing/2014/main" id="{21620892-0669-8B4E-B738-09A84AC2D898}"/>
              </a:ext>
            </a:extLst>
          </p:cNvPr>
          <p:cNvSpPr/>
          <p:nvPr/>
        </p:nvSpPr>
        <p:spPr>
          <a:xfrm rot="2700000">
            <a:off x="7430486" y="2080826"/>
            <a:ext cx="682110" cy="682110"/>
          </a:xfrm>
          <a:custGeom>
            <a:avLst/>
            <a:gdLst/>
            <a:ahLst/>
            <a:cxnLst/>
            <a:rect l="l" t="t" r="r" b="b"/>
            <a:pathLst>
              <a:path w="682110" h="682110">
                <a:moveTo>
                  <a:pt x="0" y="0"/>
                </a:moveTo>
                <a:moveTo>
                  <a:pt x="0" y="0"/>
                </a:moveTo>
                <a:lnTo>
                  <a:pt x="682110" y="0"/>
                </a:lnTo>
                <a:lnTo>
                  <a:pt x="682110" y="682110"/>
                </a:lnTo>
                <a:lnTo>
                  <a:pt x="0" y="682110"/>
                </a:lnTo>
                <a:close/>
              </a:path>
            </a:pathLst>
          </a:custGeom>
          <a:solidFill>
            <a:srgbClr val="0F3558"/>
          </a:solidFill>
          <a:ln/>
        </p:spPr>
      </p:sp>
      <p:sp>
        <p:nvSpPr>
          <p:cNvPr id="42" name="Shape 5">
            <a:extLst>
              <a:ext uri="{FF2B5EF4-FFF2-40B4-BE49-F238E27FC236}">
                <a16:creationId xmlns:a16="http://schemas.microsoft.com/office/drawing/2014/main" id="{6C715F4B-210B-894B-B89F-A70B33C6EAB6}"/>
              </a:ext>
            </a:extLst>
          </p:cNvPr>
          <p:cNvSpPr/>
          <p:nvPr/>
        </p:nvSpPr>
        <p:spPr>
          <a:xfrm>
            <a:off x="6906993" y="6439661"/>
            <a:ext cx="1809580" cy="45720"/>
          </a:xfrm>
          <a:custGeom>
            <a:avLst/>
            <a:gdLst/>
            <a:ahLst/>
            <a:cxnLst/>
            <a:rect l="l" t="t" r="r" b="b"/>
            <a:pathLst>
              <a:path w="1809580" h="45720">
                <a:moveTo>
                  <a:pt x="0" y="0"/>
                </a:moveTo>
                <a:moveTo>
                  <a:pt x="0" y="0"/>
                </a:moveTo>
                <a:lnTo>
                  <a:pt x="1809580" y="0"/>
                </a:lnTo>
              </a:path>
            </a:pathLst>
          </a:custGeom>
          <a:noFill/>
          <a:ln w="57150">
            <a:solidFill>
              <a:srgbClr val="00B050"/>
            </a:solidFill>
            <a:prstDash val="solid"/>
            <a:headEnd type="none"/>
            <a:tailEnd type="none"/>
          </a:ln>
        </p:spPr>
      </p:sp>
      <p:pic>
        <p:nvPicPr>
          <p:cNvPr id="43" name="Image 6" descr="preencoded.png">
            <a:extLst>
              <a:ext uri="{FF2B5EF4-FFF2-40B4-BE49-F238E27FC236}">
                <a16:creationId xmlns:a16="http://schemas.microsoft.com/office/drawing/2014/main" id="{D93D89FC-266F-8B46-B496-ECD45DB8DBC8}"/>
              </a:ext>
            </a:extLst>
          </p:cNvPr>
          <p:cNvPicPr>
            <a:picLocks noChangeAspect="1"/>
          </p:cNvPicPr>
          <p:nvPr/>
        </p:nvPicPr>
        <p:blipFill>
          <a:blip r:embed="rId3"/>
          <a:stretch>
            <a:fillRect/>
          </a:stretch>
        </p:blipFill>
        <p:spPr>
          <a:xfrm>
            <a:off x="7475342" y="3192781"/>
            <a:ext cx="592397" cy="391468"/>
          </a:xfrm>
          <a:prstGeom prst="rect">
            <a:avLst/>
          </a:prstGeom>
        </p:spPr>
      </p:pic>
      <p:sp>
        <p:nvSpPr>
          <p:cNvPr id="44" name="Text 6">
            <a:extLst>
              <a:ext uri="{FF2B5EF4-FFF2-40B4-BE49-F238E27FC236}">
                <a16:creationId xmlns:a16="http://schemas.microsoft.com/office/drawing/2014/main" id="{38BA3596-5898-754F-B0BA-1968DED1822B}"/>
              </a:ext>
            </a:extLst>
          </p:cNvPr>
          <p:cNvSpPr/>
          <p:nvPr/>
        </p:nvSpPr>
        <p:spPr>
          <a:xfrm>
            <a:off x="234926" y="3468551"/>
            <a:ext cx="2196302" cy="354062"/>
          </a:xfrm>
          <a:prstGeom prst="rect">
            <a:avLst/>
          </a:prstGeom>
          <a:noFill/>
          <a:ln/>
        </p:spPr>
        <p:txBody>
          <a:bodyPr wrap="square" lIns="91440" tIns="91440" rIns="91440" bIns="91440" rtlCol="0" anchor="ctr"/>
          <a:lstStyle/>
          <a:p>
            <a:pPr algn="ctr" fontAlgn="auto">
              <a:spcBef>
                <a:spcPts val="360"/>
              </a:spcBef>
              <a:spcAft>
                <a:spcPts val="0"/>
              </a:spcAft>
              <a:buFontTx/>
              <a:buNone/>
            </a:pPr>
            <a:r>
              <a:rPr lang="en-US" sz="1584" b="1" dirty="0">
                <a:solidFill>
                  <a:srgbClr val="0F3558"/>
                </a:solidFill>
                <a:latin typeface="Trebuchet MS" pitchFamily="34" charset="0"/>
                <a:ea typeface="Trebuchet MS" pitchFamily="34" charset="-122"/>
                <a:cs typeface="Trebuchet MS" pitchFamily="34" charset="-120"/>
              </a:rPr>
              <a:t>有序分配策略的核心原理</a:t>
            </a:r>
            <a:endParaRPr lang="en-US" sz="1440" dirty="0">
              <a:solidFill>
                <a:prstClr val="black"/>
              </a:solidFill>
              <a:latin typeface="Calibri" panose="020F0502020204030204"/>
              <a:ea typeface="+mn-ea"/>
            </a:endParaRPr>
          </a:p>
        </p:txBody>
      </p:sp>
      <p:sp>
        <p:nvSpPr>
          <p:cNvPr id="45" name="Text 7">
            <a:extLst>
              <a:ext uri="{FF2B5EF4-FFF2-40B4-BE49-F238E27FC236}">
                <a16:creationId xmlns:a16="http://schemas.microsoft.com/office/drawing/2014/main" id="{49F551D1-EDA3-4446-B4C1-4FD06DF31EDC}"/>
              </a:ext>
            </a:extLst>
          </p:cNvPr>
          <p:cNvSpPr/>
          <p:nvPr/>
        </p:nvSpPr>
        <p:spPr>
          <a:xfrm>
            <a:off x="234849" y="4088491"/>
            <a:ext cx="2196457" cy="2091855"/>
          </a:xfrm>
          <a:prstGeom prst="rect">
            <a:avLst/>
          </a:prstGeom>
          <a:noFill/>
          <a:ln/>
        </p:spPr>
        <p:txBody>
          <a:bodyPr wrap="square" lIns="91440" tIns="91440" rIns="91440" bIns="91440" rtlCol="0" anchor="t">
            <a:spAutoFit/>
          </a:bodyPr>
          <a:lstStyle/>
          <a:p>
            <a:pPr algn="ctr" fontAlgn="auto">
              <a:lnSpc>
                <a:spcPct val="131429"/>
              </a:lnSpc>
              <a:spcBef>
                <a:spcPts val="360"/>
              </a:spcBef>
              <a:spcAft>
                <a:spcPts val="0"/>
              </a:spcAft>
              <a:buFontTx/>
              <a:buNone/>
            </a:pPr>
            <a:r>
              <a:rPr lang="en-US" sz="1600" dirty="0">
                <a:solidFill>
                  <a:srgbClr val="000000"/>
                </a:solidFill>
                <a:latin typeface="Trebuchet MS" pitchFamily="34" charset="0"/>
                <a:ea typeface="Trebuchet MS" pitchFamily="34" charset="-122"/>
                <a:cs typeface="Trebuchet MS" pitchFamily="34" charset="-120"/>
              </a:rPr>
              <a:t>通过为资源类型分配唯一编号并强制进程按递增顺序请求资源，破坏循环等待条件，确保系统不会进入死锁状态。</a:t>
            </a:r>
            <a:endParaRPr lang="en-US" sz="1600" dirty="0">
              <a:solidFill>
                <a:prstClr val="black"/>
              </a:solidFill>
              <a:latin typeface="Calibri" panose="020F0502020204030204"/>
              <a:ea typeface="+mn-ea"/>
            </a:endParaRPr>
          </a:p>
        </p:txBody>
      </p:sp>
      <p:sp>
        <p:nvSpPr>
          <p:cNvPr id="46" name="Text 8">
            <a:extLst>
              <a:ext uri="{FF2B5EF4-FFF2-40B4-BE49-F238E27FC236}">
                <a16:creationId xmlns:a16="http://schemas.microsoft.com/office/drawing/2014/main" id="{D72F5862-0E3C-7F48-9E19-F3B072811EAC}"/>
              </a:ext>
            </a:extLst>
          </p:cNvPr>
          <p:cNvSpPr/>
          <p:nvPr/>
        </p:nvSpPr>
        <p:spPr>
          <a:xfrm>
            <a:off x="2686622" y="3727101"/>
            <a:ext cx="1961175" cy="354062"/>
          </a:xfrm>
          <a:prstGeom prst="rect">
            <a:avLst/>
          </a:prstGeom>
          <a:noFill/>
          <a:ln/>
        </p:spPr>
        <p:txBody>
          <a:bodyPr wrap="square" lIns="91440" tIns="91440" rIns="91440" bIns="91440" rtlCol="0" anchor="ctr"/>
          <a:lstStyle/>
          <a:p>
            <a:pPr algn="ctr" fontAlgn="auto">
              <a:spcBef>
                <a:spcPts val="360"/>
              </a:spcBef>
              <a:spcAft>
                <a:spcPts val="0"/>
              </a:spcAft>
              <a:buFontTx/>
              <a:buNone/>
            </a:pPr>
            <a:r>
              <a:rPr lang="en-US" sz="1584" b="1" dirty="0">
                <a:solidFill>
                  <a:srgbClr val="0F3558"/>
                </a:solidFill>
                <a:latin typeface="Trebuchet MS" pitchFamily="34" charset="0"/>
                <a:ea typeface="Trebuchet MS" pitchFamily="34" charset="-122"/>
                <a:cs typeface="Trebuchet MS" pitchFamily="34" charset="-120"/>
              </a:rPr>
              <a:t>资源编号规则与实施</a:t>
            </a:r>
            <a:endParaRPr lang="en-US" sz="1440" dirty="0">
              <a:solidFill>
                <a:prstClr val="black"/>
              </a:solidFill>
              <a:latin typeface="Calibri" panose="020F0502020204030204"/>
              <a:ea typeface="+mn-ea"/>
            </a:endParaRPr>
          </a:p>
        </p:txBody>
      </p:sp>
      <p:pic>
        <p:nvPicPr>
          <p:cNvPr id="47" name="Image 7" descr="https://sgw-dx.xf-yun.com/api/v1/sparkdesk/_1756867059695a892a21892a24c509655aca4fd98d959.jpg?authorization=c2ltcGxlLWp3dCBhaz1zcGFya2Rlc2s4MDAwMDAwMDAwMDE7ZXhwPTMzMzM2NjcwNTk7YWxnbz1obWFjLXNoYTI1NjtzaWc9Qm5oWlFLRkE4OW01b2ZVSVdnc3lja2FwVUZnbTZqU3hpL2JrNFpNTWJ5WT0=&amp;x_location=7YfmxI7B7uKO7jlRxIftd6UaeLD=">
            <a:extLst>
              <a:ext uri="{FF2B5EF4-FFF2-40B4-BE49-F238E27FC236}">
                <a16:creationId xmlns:a16="http://schemas.microsoft.com/office/drawing/2014/main" id="{F66E5EE2-2DA2-6141-AB90-09134AD01083}"/>
              </a:ext>
            </a:extLst>
          </p:cNvPr>
          <p:cNvPicPr>
            <a:picLocks noChangeAspect="1"/>
          </p:cNvPicPr>
          <p:nvPr/>
        </p:nvPicPr>
        <p:blipFill>
          <a:blip r:embed="rId4"/>
          <a:srcRect/>
          <a:stretch/>
        </p:blipFill>
        <p:spPr>
          <a:xfrm>
            <a:off x="3069246" y="1959131"/>
            <a:ext cx="1195928" cy="1195928"/>
          </a:xfrm>
          <a:prstGeom prst="rect">
            <a:avLst/>
          </a:prstGeom>
        </p:spPr>
      </p:pic>
      <p:sp>
        <p:nvSpPr>
          <p:cNvPr id="48" name="Text 9">
            <a:extLst>
              <a:ext uri="{FF2B5EF4-FFF2-40B4-BE49-F238E27FC236}">
                <a16:creationId xmlns:a16="http://schemas.microsoft.com/office/drawing/2014/main" id="{986DBE6D-191D-604C-9721-23EF7459B6D8}"/>
              </a:ext>
            </a:extLst>
          </p:cNvPr>
          <p:cNvSpPr/>
          <p:nvPr/>
        </p:nvSpPr>
        <p:spPr>
          <a:xfrm>
            <a:off x="2722336" y="4078496"/>
            <a:ext cx="1889748" cy="2414379"/>
          </a:xfrm>
          <a:prstGeom prst="rect">
            <a:avLst/>
          </a:prstGeom>
          <a:noFill/>
          <a:ln/>
        </p:spPr>
        <p:txBody>
          <a:bodyPr wrap="square" lIns="91440" tIns="91440" rIns="91440" bIns="91440" rtlCol="0" anchor="t">
            <a:spAutoFit/>
          </a:bodyPr>
          <a:lstStyle/>
          <a:p>
            <a:pPr algn="ctr" fontAlgn="auto">
              <a:lnSpc>
                <a:spcPct val="131429"/>
              </a:lnSpc>
              <a:spcBef>
                <a:spcPts val="360"/>
              </a:spcBef>
              <a:spcAft>
                <a:spcPts val="0"/>
              </a:spcAft>
              <a:buFontTx/>
              <a:buNone/>
            </a:pPr>
            <a:r>
              <a:rPr lang="en-US" sz="1600" dirty="0">
                <a:solidFill>
                  <a:srgbClr val="000000"/>
                </a:solidFill>
                <a:latin typeface="Trebuchet MS" pitchFamily="34" charset="0"/>
                <a:ea typeface="Trebuchet MS" pitchFamily="34" charset="-122"/>
                <a:cs typeface="Trebuchet MS" pitchFamily="34" charset="-120"/>
              </a:rPr>
              <a:t>采用线性编序函数为每类资源赋予整数编号，进程必须严格按照编号递增顺序申请资源，否则需释放已占用的高编号资源。</a:t>
            </a:r>
            <a:endParaRPr lang="en-US" sz="1600" dirty="0">
              <a:solidFill>
                <a:prstClr val="black"/>
              </a:solidFill>
              <a:latin typeface="Calibri" panose="020F0502020204030204"/>
              <a:ea typeface="+mn-ea"/>
            </a:endParaRPr>
          </a:p>
        </p:txBody>
      </p:sp>
      <p:sp>
        <p:nvSpPr>
          <p:cNvPr id="49" name="Text 10">
            <a:extLst>
              <a:ext uri="{FF2B5EF4-FFF2-40B4-BE49-F238E27FC236}">
                <a16:creationId xmlns:a16="http://schemas.microsoft.com/office/drawing/2014/main" id="{2C0FB976-D1D5-8143-9985-BE023517D722}"/>
              </a:ext>
            </a:extLst>
          </p:cNvPr>
          <p:cNvSpPr/>
          <p:nvPr/>
        </p:nvSpPr>
        <p:spPr>
          <a:xfrm>
            <a:off x="4767733" y="3727196"/>
            <a:ext cx="1890065" cy="353873"/>
          </a:xfrm>
          <a:prstGeom prst="rect">
            <a:avLst/>
          </a:prstGeom>
          <a:noFill/>
          <a:ln/>
        </p:spPr>
        <p:txBody>
          <a:bodyPr wrap="square" lIns="91440" tIns="91440" rIns="91440" bIns="91440" rtlCol="0" anchor="ctr"/>
          <a:lstStyle/>
          <a:p>
            <a:pPr algn="ctr" fontAlgn="auto">
              <a:spcBef>
                <a:spcPts val="360"/>
              </a:spcBef>
              <a:spcAft>
                <a:spcPts val="0"/>
              </a:spcAft>
              <a:buFontTx/>
              <a:buNone/>
            </a:pPr>
            <a:r>
              <a:rPr lang="en-US" sz="1584" b="1" dirty="0">
                <a:solidFill>
                  <a:srgbClr val="0F3558"/>
                </a:solidFill>
                <a:latin typeface="Trebuchet MS" pitchFamily="34" charset="0"/>
                <a:ea typeface="Trebuchet MS" pitchFamily="34" charset="-122"/>
                <a:cs typeface="Trebuchet MS" pitchFamily="34" charset="-120"/>
              </a:rPr>
              <a:t>反证法验证有效性</a:t>
            </a:r>
            <a:endParaRPr lang="en-US" sz="1440" dirty="0">
              <a:solidFill>
                <a:prstClr val="black"/>
              </a:solidFill>
              <a:latin typeface="Calibri" panose="020F0502020204030204"/>
              <a:ea typeface="+mn-ea"/>
            </a:endParaRPr>
          </a:p>
        </p:txBody>
      </p:sp>
      <p:pic>
        <p:nvPicPr>
          <p:cNvPr id="50" name="Image 8" descr="https://sgw-dx.xf-yun.com/api/v1/sparkdesk/_175686706363800d78bf5f7d54f4b96a7af3363e2e750.jpg?authorization=c2ltcGxlLWp3dCBhaz1zcGFya2Rlc2s4MDAwMDAwMDAwMDE7ZXhwPTMzMzM2NjcwNjM7YWxnbz1obWFjLXNoYTI1NjtzaWc9aHA2bDc5THJySm82MmtQQ3YxSUovUFI3T2J2RWRGK1RRTFBtWDBXeVArUT0=&amp;x_location=7YfmxI7B7uKO7jlRxIftd6UaeLD=">
            <a:extLst>
              <a:ext uri="{FF2B5EF4-FFF2-40B4-BE49-F238E27FC236}">
                <a16:creationId xmlns:a16="http://schemas.microsoft.com/office/drawing/2014/main" id="{15FBFEDE-F82B-8846-9AA0-5E6295DFD785}"/>
              </a:ext>
            </a:extLst>
          </p:cNvPr>
          <p:cNvPicPr>
            <a:picLocks noChangeAspect="1"/>
          </p:cNvPicPr>
          <p:nvPr/>
        </p:nvPicPr>
        <p:blipFill>
          <a:blip r:embed="rId5"/>
          <a:srcRect/>
          <a:stretch/>
        </p:blipFill>
        <p:spPr>
          <a:xfrm>
            <a:off x="5114802" y="2024285"/>
            <a:ext cx="1195928" cy="1195928"/>
          </a:xfrm>
          <a:prstGeom prst="rect">
            <a:avLst/>
          </a:prstGeom>
        </p:spPr>
      </p:pic>
      <p:sp>
        <p:nvSpPr>
          <p:cNvPr id="51" name="Text 11">
            <a:extLst>
              <a:ext uri="{FF2B5EF4-FFF2-40B4-BE49-F238E27FC236}">
                <a16:creationId xmlns:a16="http://schemas.microsoft.com/office/drawing/2014/main" id="{F3708B1D-0D11-304F-997C-836C7F948627}"/>
              </a:ext>
            </a:extLst>
          </p:cNvPr>
          <p:cNvSpPr/>
          <p:nvPr/>
        </p:nvSpPr>
        <p:spPr>
          <a:xfrm>
            <a:off x="4767733" y="4078496"/>
            <a:ext cx="1890065" cy="2414379"/>
          </a:xfrm>
          <a:prstGeom prst="rect">
            <a:avLst/>
          </a:prstGeom>
          <a:noFill/>
          <a:ln/>
        </p:spPr>
        <p:txBody>
          <a:bodyPr wrap="square" lIns="91440" tIns="91440" rIns="91440" bIns="91440" rtlCol="0" anchor="t">
            <a:spAutoFit/>
          </a:bodyPr>
          <a:lstStyle/>
          <a:p>
            <a:pPr algn="ctr" fontAlgn="auto">
              <a:lnSpc>
                <a:spcPct val="131429"/>
              </a:lnSpc>
              <a:spcBef>
                <a:spcPts val="360"/>
              </a:spcBef>
              <a:spcAft>
                <a:spcPts val="0"/>
              </a:spcAft>
              <a:buFontTx/>
              <a:buNone/>
            </a:pPr>
            <a:r>
              <a:rPr lang="en-US" sz="1600" dirty="0">
                <a:solidFill>
                  <a:srgbClr val="000000"/>
                </a:solidFill>
                <a:latin typeface="Trebuchet MS" pitchFamily="34" charset="0"/>
                <a:ea typeface="Trebuchet MS" pitchFamily="34" charset="-122"/>
                <a:cs typeface="Trebuchet MS" pitchFamily="34" charset="-120"/>
              </a:rPr>
              <a:t>通过假设存在循环等待环并推导出编号矛盾，证明有序分配策略能彻底消除环形等待的可能性，确保系统安全。</a:t>
            </a:r>
            <a:endParaRPr lang="en-US" sz="1600" dirty="0">
              <a:solidFill>
                <a:prstClr val="black"/>
              </a:solidFill>
              <a:latin typeface="Calibri" panose="020F0502020204030204"/>
              <a:ea typeface="+mn-ea"/>
            </a:endParaRPr>
          </a:p>
        </p:txBody>
      </p:sp>
      <p:sp>
        <p:nvSpPr>
          <p:cNvPr id="52" name="Text 12">
            <a:extLst>
              <a:ext uri="{FF2B5EF4-FFF2-40B4-BE49-F238E27FC236}">
                <a16:creationId xmlns:a16="http://schemas.microsoft.com/office/drawing/2014/main" id="{6B95E57A-0BC3-2745-993C-C406C79B42C8}"/>
              </a:ext>
            </a:extLst>
          </p:cNvPr>
          <p:cNvSpPr/>
          <p:nvPr/>
        </p:nvSpPr>
        <p:spPr>
          <a:xfrm>
            <a:off x="6826508" y="3727196"/>
            <a:ext cx="1890065" cy="353873"/>
          </a:xfrm>
          <a:prstGeom prst="rect">
            <a:avLst/>
          </a:prstGeom>
          <a:noFill/>
          <a:ln/>
        </p:spPr>
        <p:txBody>
          <a:bodyPr wrap="square" lIns="91440" tIns="91440" rIns="91440" bIns="91440" rtlCol="0" anchor="ctr"/>
          <a:lstStyle/>
          <a:p>
            <a:pPr algn="ctr" fontAlgn="auto">
              <a:spcBef>
                <a:spcPts val="360"/>
              </a:spcBef>
              <a:spcAft>
                <a:spcPts val="0"/>
              </a:spcAft>
              <a:buFontTx/>
              <a:buNone/>
            </a:pPr>
            <a:r>
              <a:rPr lang="en-US" sz="1584" b="1" dirty="0">
                <a:solidFill>
                  <a:srgbClr val="0F3558"/>
                </a:solidFill>
                <a:latin typeface="Trebuchet MS" pitchFamily="34" charset="0"/>
                <a:ea typeface="Trebuchet MS" pitchFamily="34" charset="-122"/>
                <a:cs typeface="Trebuchet MS" pitchFamily="34" charset="-120"/>
              </a:rPr>
              <a:t>实际应用中的注意事项</a:t>
            </a:r>
            <a:endParaRPr lang="en-US" sz="1440" dirty="0">
              <a:solidFill>
                <a:prstClr val="black"/>
              </a:solidFill>
              <a:latin typeface="Calibri" panose="020F0502020204030204"/>
              <a:ea typeface="+mn-ea"/>
            </a:endParaRPr>
          </a:p>
        </p:txBody>
      </p:sp>
      <p:pic>
        <p:nvPicPr>
          <p:cNvPr id="53" name="Image 9" descr="https://sgw-dx.xf-yun.com/api/v1/sparkdesk/_1756867067426bd0319ff3fa0403bbc9633b49159d017.jpg?authorization=c2ltcGxlLWp3dCBhaz1zcGFya2Rlc2s4MDAwMDAwMDAwMDE7ZXhwPTMzMzM2NjcwNjc7YWxnbz1obWFjLXNoYTI1NjtzaWc9MEMxRjZaeWdwaDE3SFEzd3VQVmFySE56K0l2N1NDdXVkY0J5dTNyaEdoWT0=&amp;x_location=7YfmxI7B7uKO7jlRxIftd6UaeLD=">
            <a:extLst>
              <a:ext uri="{FF2B5EF4-FFF2-40B4-BE49-F238E27FC236}">
                <a16:creationId xmlns:a16="http://schemas.microsoft.com/office/drawing/2014/main" id="{12EDF2C5-C054-AE49-AC3E-0F0AF4D88A7C}"/>
              </a:ext>
            </a:extLst>
          </p:cNvPr>
          <p:cNvPicPr>
            <a:picLocks noChangeAspect="1"/>
          </p:cNvPicPr>
          <p:nvPr/>
        </p:nvPicPr>
        <p:blipFill>
          <a:blip r:embed="rId6"/>
          <a:srcRect/>
          <a:stretch/>
        </p:blipFill>
        <p:spPr>
          <a:xfrm>
            <a:off x="7173577" y="2016482"/>
            <a:ext cx="1195928" cy="1195928"/>
          </a:xfrm>
          <a:prstGeom prst="rect">
            <a:avLst/>
          </a:prstGeom>
        </p:spPr>
      </p:pic>
      <p:sp>
        <p:nvSpPr>
          <p:cNvPr id="54" name="Text 13">
            <a:extLst>
              <a:ext uri="{FF2B5EF4-FFF2-40B4-BE49-F238E27FC236}">
                <a16:creationId xmlns:a16="http://schemas.microsoft.com/office/drawing/2014/main" id="{0CB42491-D31C-7A4E-BD71-A2269611A6A7}"/>
              </a:ext>
            </a:extLst>
          </p:cNvPr>
          <p:cNvSpPr/>
          <p:nvPr/>
        </p:nvSpPr>
        <p:spPr>
          <a:xfrm>
            <a:off x="6826508" y="4078496"/>
            <a:ext cx="1890065" cy="2414379"/>
          </a:xfrm>
          <a:prstGeom prst="rect">
            <a:avLst/>
          </a:prstGeom>
          <a:noFill/>
          <a:ln/>
        </p:spPr>
        <p:txBody>
          <a:bodyPr wrap="square" lIns="91440" tIns="91440" rIns="91440" bIns="91440" rtlCol="0" anchor="t">
            <a:spAutoFit/>
          </a:bodyPr>
          <a:lstStyle/>
          <a:p>
            <a:pPr algn="ctr" fontAlgn="auto">
              <a:lnSpc>
                <a:spcPct val="131429"/>
              </a:lnSpc>
              <a:spcBef>
                <a:spcPts val="360"/>
              </a:spcBef>
              <a:spcAft>
                <a:spcPts val="0"/>
              </a:spcAft>
              <a:buFontTx/>
              <a:buNone/>
            </a:pPr>
            <a:r>
              <a:rPr lang="en-US" sz="1600" dirty="0">
                <a:solidFill>
                  <a:srgbClr val="000000"/>
                </a:solidFill>
                <a:latin typeface="Trebuchet MS" pitchFamily="34" charset="0"/>
                <a:ea typeface="Trebuchet MS" pitchFamily="34" charset="-122"/>
                <a:cs typeface="Trebuchet MS" pitchFamily="34" charset="-120"/>
              </a:rPr>
              <a:t>资源编号需反映实际使用顺序，如卡片机编号需小于打印机，避免因顺序不合理导致资源利用率下降或进程阻塞。</a:t>
            </a:r>
            <a:endParaRPr lang="en-US" sz="1600" dirty="0">
              <a:solidFill>
                <a:prstClr val="black"/>
              </a:solidFill>
              <a:latin typeface="Calibri" panose="020F0502020204030204"/>
              <a:ea typeface="+mn-ea"/>
            </a:endParaRPr>
          </a:p>
        </p:txBody>
      </p:sp>
      <p:sp>
        <p:nvSpPr>
          <p:cNvPr id="55" name="Shape 14">
            <a:extLst>
              <a:ext uri="{FF2B5EF4-FFF2-40B4-BE49-F238E27FC236}">
                <a16:creationId xmlns:a16="http://schemas.microsoft.com/office/drawing/2014/main" id="{756E8DC1-5506-3B4F-A766-D752EB568C31}"/>
              </a:ext>
            </a:extLst>
          </p:cNvPr>
          <p:cNvSpPr/>
          <p:nvPr/>
        </p:nvSpPr>
        <p:spPr>
          <a:xfrm>
            <a:off x="4848218" y="6439661"/>
            <a:ext cx="1809580" cy="45720"/>
          </a:xfrm>
          <a:custGeom>
            <a:avLst/>
            <a:gdLst/>
            <a:ahLst/>
            <a:cxnLst/>
            <a:rect l="l" t="t" r="r" b="b"/>
            <a:pathLst>
              <a:path w="1809580" h="45720">
                <a:moveTo>
                  <a:pt x="0" y="0"/>
                </a:moveTo>
                <a:moveTo>
                  <a:pt x="0" y="0"/>
                </a:moveTo>
                <a:lnTo>
                  <a:pt x="1809580" y="0"/>
                </a:lnTo>
              </a:path>
            </a:pathLst>
          </a:custGeom>
          <a:noFill/>
          <a:ln w="57150">
            <a:solidFill>
              <a:srgbClr val="00B050"/>
            </a:solidFill>
            <a:prstDash val="solid"/>
            <a:headEnd type="none"/>
            <a:tailEnd type="none"/>
          </a:ln>
        </p:spPr>
      </p:sp>
      <p:sp>
        <p:nvSpPr>
          <p:cNvPr id="56" name="Shape 15">
            <a:extLst>
              <a:ext uri="{FF2B5EF4-FFF2-40B4-BE49-F238E27FC236}">
                <a16:creationId xmlns:a16="http://schemas.microsoft.com/office/drawing/2014/main" id="{6C8C1B45-80D7-494C-9BAA-4A6D8B015C42}"/>
              </a:ext>
            </a:extLst>
          </p:cNvPr>
          <p:cNvSpPr/>
          <p:nvPr/>
        </p:nvSpPr>
        <p:spPr>
          <a:xfrm>
            <a:off x="2802504" y="6487646"/>
            <a:ext cx="1809580" cy="45720"/>
          </a:xfrm>
          <a:custGeom>
            <a:avLst/>
            <a:gdLst/>
            <a:ahLst/>
            <a:cxnLst/>
            <a:rect l="l" t="t" r="r" b="b"/>
            <a:pathLst>
              <a:path w="1809580" h="45720">
                <a:moveTo>
                  <a:pt x="0" y="0"/>
                </a:moveTo>
                <a:moveTo>
                  <a:pt x="0" y="0"/>
                </a:moveTo>
                <a:lnTo>
                  <a:pt x="1809580" y="0"/>
                </a:lnTo>
              </a:path>
            </a:pathLst>
          </a:custGeom>
          <a:noFill/>
          <a:ln w="57150">
            <a:solidFill>
              <a:srgbClr val="00B050"/>
            </a:solidFill>
            <a:prstDash val="solid"/>
            <a:headEnd type="none"/>
            <a:tailEnd type="none"/>
          </a:ln>
        </p:spPr>
      </p:sp>
      <p:pic>
        <p:nvPicPr>
          <p:cNvPr id="57" name="Image 10" descr="preencoded.png">
            <a:extLst>
              <a:ext uri="{FF2B5EF4-FFF2-40B4-BE49-F238E27FC236}">
                <a16:creationId xmlns:a16="http://schemas.microsoft.com/office/drawing/2014/main" id="{9BA3523A-B08D-BB45-853F-0082B0446719}"/>
              </a:ext>
            </a:extLst>
          </p:cNvPr>
          <p:cNvPicPr>
            <a:picLocks noChangeAspect="1"/>
          </p:cNvPicPr>
          <p:nvPr/>
        </p:nvPicPr>
        <p:blipFill>
          <a:blip r:embed="rId7"/>
          <a:stretch>
            <a:fillRect/>
          </a:stretch>
        </p:blipFill>
        <p:spPr>
          <a:xfrm>
            <a:off x="794088" y="2247554"/>
            <a:ext cx="1077978" cy="1077978"/>
          </a:xfrm>
          <a:prstGeom prst="rect">
            <a:avLst/>
          </a:prstGeom>
        </p:spPr>
      </p:pic>
      <p:sp>
        <p:nvSpPr>
          <p:cNvPr id="58" name="Shape 16">
            <a:extLst>
              <a:ext uri="{FF2B5EF4-FFF2-40B4-BE49-F238E27FC236}">
                <a16:creationId xmlns:a16="http://schemas.microsoft.com/office/drawing/2014/main" id="{097DD504-18FA-B14B-A020-A2E46D16F005}"/>
              </a:ext>
            </a:extLst>
          </p:cNvPr>
          <p:cNvSpPr/>
          <p:nvPr/>
        </p:nvSpPr>
        <p:spPr>
          <a:xfrm>
            <a:off x="1113270" y="3959878"/>
            <a:ext cx="439615" cy="45720"/>
          </a:xfrm>
          <a:custGeom>
            <a:avLst/>
            <a:gdLst/>
            <a:ahLst/>
            <a:cxnLst/>
            <a:rect l="l" t="t" r="r" b="b"/>
            <a:pathLst>
              <a:path w="439615" h="45720">
                <a:moveTo>
                  <a:pt x="0" y="0"/>
                </a:moveTo>
                <a:moveTo>
                  <a:pt x="0" y="0"/>
                </a:moveTo>
                <a:lnTo>
                  <a:pt x="439615" y="0"/>
                </a:lnTo>
              </a:path>
            </a:pathLst>
          </a:custGeom>
          <a:noFill/>
          <a:ln w="38100">
            <a:solidFill>
              <a:srgbClr val="0F3558"/>
            </a:solidFill>
            <a:prstDash val="solid"/>
            <a:headEnd type="none"/>
            <a:tailEnd type="none"/>
          </a:ln>
        </p:spPr>
      </p:sp>
      <p:pic>
        <p:nvPicPr>
          <p:cNvPr id="59" name="Image 11" descr="preencoded.png">
            <a:extLst>
              <a:ext uri="{FF2B5EF4-FFF2-40B4-BE49-F238E27FC236}">
                <a16:creationId xmlns:a16="http://schemas.microsoft.com/office/drawing/2014/main" id="{D2DCB0A6-5646-D04C-BA96-037A7438EEBA}"/>
              </a:ext>
            </a:extLst>
          </p:cNvPr>
          <p:cNvPicPr>
            <a:picLocks noChangeAspect="1"/>
          </p:cNvPicPr>
          <p:nvPr/>
        </p:nvPicPr>
        <p:blipFill>
          <a:blip r:embed="rId8"/>
          <a:stretch>
            <a:fillRect/>
          </a:stretch>
        </p:blipFill>
        <p:spPr>
          <a:xfrm>
            <a:off x="1126356" y="2579822"/>
            <a:ext cx="413443" cy="413443"/>
          </a:xfrm>
          <a:prstGeom prst="rect">
            <a:avLst/>
          </a:prstGeom>
        </p:spPr>
      </p:pic>
    </p:spTree>
    <p:extLst>
      <p:ext uri="{BB962C8B-B14F-4D97-AF65-F5344CB8AC3E}">
        <p14:creationId xmlns:p14="http://schemas.microsoft.com/office/powerpoint/2010/main" val="2093654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Image 0" descr="preencoded.png">
            <a:extLst>
              <a:ext uri="{FF2B5EF4-FFF2-40B4-BE49-F238E27FC236}">
                <a16:creationId xmlns:a16="http://schemas.microsoft.com/office/drawing/2014/main" id="{5B8C5FE5-B6F4-8A42-862C-37465343099C}"/>
              </a:ext>
            </a:extLst>
          </p:cNvPr>
          <p:cNvPicPr>
            <a:picLocks noChangeAspect="1"/>
          </p:cNvPicPr>
          <p:nvPr/>
        </p:nvPicPr>
        <p:blipFill>
          <a:blip r:embed="rId2"/>
          <a:stretch>
            <a:fillRect/>
          </a:stretch>
        </p:blipFill>
        <p:spPr>
          <a:xfrm rot="554302">
            <a:off x="431601" y="331164"/>
            <a:ext cx="274320" cy="202082"/>
          </a:xfrm>
          <a:prstGeom prst="rect">
            <a:avLst/>
          </a:prstGeom>
        </p:spPr>
      </p:pic>
      <p:pic>
        <p:nvPicPr>
          <p:cNvPr id="21" name="Image 1" descr="preencoded.png">
            <a:extLst>
              <a:ext uri="{FF2B5EF4-FFF2-40B4-BE49-F238E27FC236}">
                <a16:creationId xmlns:a16="http://schemas.microsoft.com/office/drawing/2014/main" id="{8B7DF2B4-4DF6-C444-828E-527051F1850F}"/>
              </a:ext>
            </a:extLst>
          </p:cNvPr>
          <p:cNvPicPr>
            <a:picLocks noChangeAspect="1"/>
          </p:cNvPicPr>
          <p:nvPr/>
        </p:nvPicPr>
        <p:blipFill>
          <a:blip r:embed="rId2"/>
          <a:stretch>
            <a:fillRect/>
          </a:stretch>
        </p:blipFill>
        <p:spPr>
          <a:xfrm rot="554302">
            <a:off x="431601" y="471202"/>
            <a:ext cx="274320" cy="202082"/>
          </a:xfrm>
          <a:prstGeom prst="rect">
            <a:avLst/>
          </a:prstGeom>
        </p:spPr>
      </p:pic>
      <p:pic>
        <p:nvPicPr>
          <p:cNvPr id="22" name="Image 2" descr="preencoded.png">
            <a:extLst>
              <a:ext uri="{FF2B5EF4-FFF2-40B4-BE49-F238E27FC236}">
                <a16:creationId xmlns:a16="http://schemas.microsoft.com/office/drawing/2014/main" id="{BB6ED141-4D75-0E44-8693-7EFDEB6A414D}"/>
              </a:ext>
            </a:extLst>
          </p:cNvPr>
          <p:cNvPicPr>
            <a:picLocks noChangeAspect="1"/>
          </p:cNvPicPr>
          <p:nvPr/>
        </p:nvPicPr>
        <p:blipFill>
          <a:blip r:embed="rId2"/>
          <a:stretch>
            <a:fillRect/>
          </a:stretch>
        </p:blipFill>
        <p:spPr>
          <a:xfrm rot="554302">
            <a:off x="298287" y="312876"/>
            <a:ext cx="274320" cy="202082"/>
          </a:xfrm>
          <a:prstGeom prst="rect">
            <a:avLst/>
          </a:prstGeom>
        </p:spPr>
      </p:pic>
      <p:pic>
        <p:nvPicPr>
          <p:cNvPr id="23" name="Image 3" descr="preencoded.png">
            <a:extLst>
              <a:ext uri="{FF2B5EF4-FFF2-40B4-BE49-F238E27FC236}">
                <a16:creationId xmlns:a16="http://schemas.microsoft.com/office/drawing/2014/main" id="{4EE358B5-B7FB-7A4C-AF80-EB385E5D3DE6}"/>
              </a:ext>
            </a:extLst>
          </p:cNvPr>
          <p:cNvPicPr>
            <a:picLocks noChangeAspect="1"/>
          </p:cNvPicPr>
          <p:nvPr/>
        </p:nvPicPr>
        <p:blipFill>
          <a:blip r:embed="rId2"/>
          <a:stretch>
            <a:fillRect/>
          </a:stretch>
        </p:blipFill>
        <p:spPr>
          <a:xfrm rot="554302">
            <a:off x="298287" y="452914"/>
            <a:ext cx="274320" cy="202082"/>
          </a:xfrm>
          <a:prstGeom prst="rect">
            <a:avLst/>
          </a:prstGeom>
        </p:spPr>
      </p:pic>
      <p:sp>
        <p:nvSpPr>
          <p:cNvPr id="24" name="Text 0">
            <a:extLst>
              <a:ext uri="{FF2B5EF4-FFF2-40B4-BE49-F238E27FC236}">
                <a16:creationId xmlns:a16="http://schemas.microsoft.com/office/drawing/2014/main" id="{9D6C9EAE-1394-3646-AF05-BA418888FE1E}"/>
              </a:ext>
            </a:extLst>
          </p:cNvPr>
          <p:cNvSpPr/>
          <p:nvPr/>
        </p:nvSpPr>
        <p:spPr>
          <a:xfrm>
            <a:off x="756939" y="156192"/>
            <a:ext cx="8268500" cy="667512"/>
          </a:xfrm>
          <a:prstGeom prst="rect">
            <a:avLst/>
          </a:prstGeom>
          <a:noFill/>
          <a:ln/>
        </p:spPr>
        <p:txBody>
          <a:bodyPr wrap="square" lIns="91440" tIns="91440" rIns="91440" bIns="91440" rtlCol="0" anchor="t">
            <a:spAutoFit/>
          </a:bodyPr>
          <a:lstStyle/>
          <a:p>
            <a:pPr fontAlgn="auto">
              <a:lnSpc>
                <a:spcPct val="120000"/>
              </a:lnSpc>
              <a:spcBef>
                <a:spcPts val="360"/>
              </a:spcBef>
              <a:spcAft>
                <a:spcPts val="0"/>
              </a:spcAft>
              <a:buFontTx/>
              <a:buNone/>
            </a:pPr>
            <a:r>
              <a:rPr lang="en-US" sz="2448" b="1" dirty="0">
                <a:solidFill>
                  <a:srgbClr val="000000"/>
                </a:solidFill>
                <a:latin typeface="Microsoft Yahei" pitchFamily="34" charset="0"/>
                <a:ea typeface="Microsoft Yahei" pitchFamily="34" charset="-122"/>
                <a:cs typeface="Microsoft Yahei" pitchFamily="34" charset="-120"/>
              </a:rPr>
              <a:t>预先分配资源</a:t>
            </a:r>
            <a:endParaRPr lang="en-US" sz="1440" dirty="0">
              <a:solidFill>
                <a:prstClr val="black"/>
              </a:solidFill>
              <a:latin typeface="Calibri" panose="020F0502020204030204"/>
              <a:ea typeface="+mn-ea"/>
            </a:endParaRPr>
          </a:p>
        </p:txBody>
      </p:sp>
      <p:pic>
        <p:nvPicPr>
          <p:cNvPr id="25" name="Image 4" descr="preencoded.png">
            <a:extLst>
              <a:ext uri="{FF2B5EF4-FFF2-40B4-BE49-F238E27FC236}">
                <a16:creationId xmlns:a16="http://schemas.microsoft.com/office/drawing/2014/main" id="{20262603-C75B-D240-9AB8-AACFC8793F9C}"/>
              </a:ext>
            </a:extLst>
          </p:cNvPr>
          <p:cNvPicPr>
            <a:picLocks noChangeAspect="1"/>
          </p:cNvPicPr>
          <p:nvPr/>
        </p:nvPicPr>
        <p:blipFill>
          <a:blip r:embed="rId3"/>
          <a:stretch>
            <a:fillRect/>
          </a:stretch>
        </p:blipFill>
        <p:spPr>
          <a:xfrm flipH="1">
            <a:off x="6038889" y="1818152"/>
            <a:ext cx="2843784" cy="662940"/>
          </a:xfrm>
          <a:prstGeom prst="rect">
            <a:avLst/>
          </a:prstGeom>
        </p:spPr>
      </p:pic>
      <p:pic>
        <p:nvPicPr>
          <p:cNvPr id="26" name="Image 5" descr="preencoded.png">
            <a:extLst>
              <a:ext uri="{FF2B5EF4-FFF2-40B4-BE49-F238E27FC236}">
                <a16:creationId xmlns:a16="http://schemas.microsoft.com/office/drawing/2014/main" id="{D78B29CB-63BB-8346-B5A1-23C5327CF024}"/>
              </a:ext>
            </a:extLst>
          </p:cNvPr>
          <p:cNvPicPr>
            <a:picLocks noChangeAspect="1"/>
          </p:cNvPicPr>
          <p:nvPr/>
        </p:nvPicPr>
        <p:blipFill>
          <a:blip r:embed="rId4"/>
          <a:stretch>
            <a:fillRect/>
          </a:stretch>
        </p:blipFill>
        <p:spPr>
          <a:xfrm>
            <a:off x="298608" y="1853411"/>
            <a:ext cx="2850185" cy="662940"/>
          </a:xfrm>
          <a:prstGeom prst="rect">
            <a:avLst/>
          </a:prstGeom>
          <a:pattFill prst="pct5">
            <a:fgClr>
              <a:schemeClr val="accent1"/>
            </a:fgClr>
            <a:bgClr>
              <a:schemeClr val="bg1"/>
            </a:bgClr>
          </a:pattFill>
        </p:spPr>
      </p:pic>
      <p:pic>
        <p:nvPicPr>
          <p:cNvPr id="27" name="Image 6" descr="preencoded.png">
            <a:extLst>
              <a:ext uri="{FF2B5EF4-FFF2-40B4-BE49-F238E27FC236}">
                <a16:creationId xmlns:a16="http://schemas.microsoft.com/office/drawing/2014/main" id="{61050E4B-C2C2-044A-8532-AB6BBD21903C}"/>
              </a:ext>
            </a:extLst>
          </p:cNvPr>
          <p:cNvPicPr>
            <a:picLocks noChangeAspect="1"/>
          </p:cNvPicPr>
          <p:nvPr/>
        </p:nvPicPr>
        <p:blipFill>
          <a:blip r:embed="rId5"/>
          <a:stretch>
            <a:fillRect/>
          </a:stretch>
        </p:blipFill>
        <p:spPr>
          <a:xfrm>
            <a:off x="330280" y="3976730"/>
            <a:ext cx="2758745" cy="662940"/>
          </a:xfrm>
          <a:prstGeom prst="rect">
            <a:avLst/>
          </a:prstGeom>
        </p:spPr>
      </p:pic>
      <p:pic>
        <p:nvPicPr>
          <p:cNvPr id="28" name="Image 7" descr="preencoded.png">
            <a:extLst>
              <a:ext uri="{FF2B5EF4-FFF2-40B4-BE49-F238E27FC236}">
                <a16:creationId xmlns:a16="http://schemas.microsoft.com/office/drawing/2014/main" id="{6D75DEFB-B123-6348-A6B2-A6118174811B}"/>
              </a:ext>
            </a:extLst>
          </p:cNvPr>
          <p:cNvPicPr>
            <a:picLocks noChangeAspect="1"/>
          </p:cNvPicPr>
          <p:nvPr/>
        </p:nvPicPr>
        <p:blipFill>
          <a:blip r:embed="rId6"/>
          <a:stretch>
            <a:fillRect/>
          </a:stretch>
        </p:blipFill>
        <p:spPr>
          <a:xfrm flipH="1">
            <a:off x="6043442" y="3984718"/>
            <a:ext cx="2878531" cy="662940"/>
          </a:xfrm>
          <a:prstGeom prst="rect">
            <a:avLst/>
          </a:prstGeom>
        </p:spPr>
      </p:pic>
      <p:sp>
        <p:nvSpPr>
          <p:cNvPr id="29" name="Text 1">
            <a:extLst>
              <a:ext uri="{FF2B5EF4-FFF2-40B4-BE49-F238E27FC236}">
                <a16:creationId xmlns:a16="http://schemas.microsoft.com/office/drawing/2014/main" id="{6DA58FD8-E023-E040-AF80-C4F2C1E32464}"/>
              </a:ext>
            </a:extLst>
          </p:cNvPr>
          <p:cNvSpPr/>
          <p:nvPr/>
        </p:nvSpPr>
        <p:spPr>
          <a:xfrm>
            <a:off x="563388" y="2002001"/>
            <a:ext cx="2585405" cy="365760"/>
          </a:xfrm>
          <a:prstGeom prst="rect">
            <a:avLst/>
          </a:prstGeom>
          <a:noFill/>
          <a:ln/>
        </p:spPr>
        <p:txBody>
          <a:bodyPr wrap="square" lIns="91440" tIns="91440" rIns="91440" bIns="91440" rtlCol="0" anchor="ctr"/>
          <a:lstStyle/>
          <a:p>
            <a:pPr fontAlgn="auto">
              <a:spcBef>
                <a:spcPts val="360"/>
              </a:spcBef>
              <a:spcAft>
                <a:spcPts val="0"/>
              </a:spcAft>
              <a:buFontTx/>
              <a:buNone/>
            </a:pPr>
            <a:r>
              <a:rPr lang="en-US" sz="1440" b="1" dirty="0">
                <a:solidFill>
                  <a:srgbClr val="FFFFFF"/>
                </a:solidFill>
                <a:latin typeface="Trebuchet MS" pitchFamily="34" charset="0"/>
                <a:ea typeface="Trebuchet MS" pitchFamily="34" charset="-122"/>
                <a:cs typeface="Trebuchet MS" pitchFamily="34" charset="-120"/>
              </a:rPr>
              <a:t>预先分配资源的两种方法</a:t>
            </a:r>
            <a:endParaRPr lang="en-US" sz="1440" dirty="0">
              <a:solidFill>
                <a:prstClr val="black"/>
              </a:solidFill>
              <a:latin typeface="Calibri" panose="020F0502020204030204"/>
              <a:ea typeface="+mn-ea"/>
            </a:endParaRPr>
          </a:p>
        </p:txBody>
      </p:sp>
      <p:pic>
        <p:nvPicPr>
          <p:cNvPr id="30" name="Image 8" descr="https://sgw-dx.xf-yun.com/api/v1/sparkdesk/_1756867065158fa9c04496a284a5f8f3c764fc3c6842b.jpg?authorization=c2ltcGxlLWp3dCBhaz1zcGFya2Rlc2s4MDAwMDAwMDAwMDE7ZXhwPTMzMzM2NjcwNjU7YWxnbz1obWFjLXNoYTI1NjtzaWc9QTBZejBwbFhhdmhQY2hnTkd3SEkzbmd5ZS9VZTk1NlZKMmxkTlBOeGd5dz0=&amp;x_location=7YfmxI7B7uKO7jlRxIftd6UaeLD=">
            <a:extLst>
              <a:ext uri="{FF2B5EF4-FFF2-40B4-BE49-F238E27FC236}">
                <a16:creationId xmlns:a16="http://schemas.microsoft.com/office/drawing/2014/main" id="{27B50B7A-A1FE-4748-9B5A-07457F6CEA63}"/>
              </a:ext>
            </a:extLst>
          </p:cNvPr>
          <p:cNvPicPr>
            <a:picLocks noChangeAspect="1"/>
          </p:cNvPicPr>
          <p:nvPr/>
        </p:nvPicPr>
        <p:blipFill>
          <a:blip r:embed="rId7"/>
          <a:srcRect l="10000" r="10000"/>
          <a:stretch/>
        </p:blipFill>
        <p:spPr>
          <a:xfrm>
            <a:off x="3096004" y="1844824"/>
            <a:ext cx="2951991" cy="3689989"/>
          </a:xfrm>
          <a:prstGeom prst="rect">
            <a:avLst/>
          </a:prstGeom>
        </p:spPr>
      </p:pic>
      <p:sp>
        <p:nvSpPr>
          <p:cNvPr id="31" name="Text 2">
            <a:extLst>
              <a:ext uri="{FF2B5EF4-FFF2-40B4-BE49-F238E27FC236}">
                <a16:creationId xmlns:a16="http://schemas.microsoft.com/office/drawing/2014/main" id="{05AC4AB2-F74E-FD40-8CCC-73BC1D30748B}"/>
              </a:ext>
            </a:extLst>
          </p:cNvPr>
          <p:cNvSpPr/>
          <p:nvPr/>
        </p:nvSpPr>
        <p:spPr>
          <a:xfrm>
            <a:off x="298608" y="2477946"/>
            <a:ext cx="2850185" cy="1756956"/>
          </a:xfrm>
          <a:prstGeom prst="rect">
            <a:avLst/>
          </a:prstGeom>
          <a:noFill/>
          <a:ln/>
        </p:spPr>
        <p:txBody>
          <a:bodyPr wrap="square" lIns="91440" tIns="91440" rIns="91440" bIns="91440" rtlCol="0" anchor="t">
            <a:spAutoFit/>
          </a:bodyPr>
          <a:lstStyle/>
          <a:p>
            <a:pPr algn="r" fontAlgn="auto">
              <a:lnSpc>
                <a:spcPct val="115000"/>
              </a:lnSpc>
              <a:spcBef>
                <a:spcPts val="360"/>
              </a:spcBef>
              <a:spcAft>
                <a:spcPts val="0"/>
              </a:spcAft>
              <a:buFontTx/>
              <a:buNone/>
            </a:pPr>
            <a:r>
              <a:rPr lang="en-US" kern="0" spc="72" dirty="0">
                <a:solidFill>
                  <a:srgbClr val="000000"/>
                </a:solidFill>
                <a:latin typeface="Trebuchet MS" pitchFamily="34" charset="0"/>
                <a:ea typeface="Trebuchet MS" pitchFamily="34" charset="-122"/>
                <a:cs typeface="Trebuchet MS" pitchFamily="34" charset="-120"/>
              </a:rPr>
              <a:t>预先分配策略要求进程在运行前申请全部资源，或请求新资源前释放已占用资源，确保资源有序分配。</a:t>
            </a:r>
            <a:endParaRPr lang="en-US" dirty="0">
              <a:solidFill>
                <a:prstClr val="black"/>
              </a:solidFill>
              <a:latin typeface="Calibri" panose="020F0502020204030204"/>
              <a:ea typeface="+mn-ea"/>
            </a:endParaRPr>
          </a:p>
        </p:txBody>
      </p:sp>
      <p:sp>
        <p:nvSpPr>
          <p:cNvPr id="32" name="Text 3">
            <a:extLst>
              <a:ext uri="{FF2B5EF4-FFF2-40B4-BE49-F238E27FC236}">
                <a16:creationId xmlns:a16="http://schemas.microsoft.com/office/drawing/2014/main" id="{BCF864D4-3918-AD42-A986-B389623B28DB}"/>
              </a:ext>
            </a:extLst>
          </p:cNvPr>
          <p:cNvSpPr/>
          <p:nvPr/>
        </p:nvSpPr>
        <p:spPr>
          <a:xfrm>
            <a:off x="503620" y="4125320"/>
            <a:ext cx="2585405" cy="365760"/>
          </a:xfrm>
          <a:prstGeom prst="rect">
            <a:avLst/>
          </a:prstGeom>
          <a:noFill/>
          <a:ln/>
        </p:spPr>
        <p:txBody>
          <a:bodyPr wrap="square" lIns="91440" tIns="91440" rIns="91440" bIns="91440" rtlCol="0" anchor="ctr"/>
          <a:lstStyle/>
          <a:p>
            <a:pPr fontAlgn="auto">
              <a:spcBef>
                <a:spcPts val="360"/>
              </a:spcBef>
              <a:spcAft>
                <a:spcPts val="0"/>
              </a:spcAft>
              <a:buFontTx/>
              <a:buNone/>
            </a:pPr>
            <a:r>
              <a:rPr lang="en-US" sz="1440" b="1" dirty="0">
                <a:solidFill>
                  <a:srgbClr val="FFFFFF"/>
                </a:solidFill>
                <a:latin typeface="Trebuchet MS" pitchFamily="34" charset="0"/>
                <a:ea typeface="Trebuchet MS" pitchFamily="34" charset="-122"/>
                <a:cs typeface="Trebuchet MS" pitchFamily="34" charset="-120"/>
              </a:rPr>
              <a:t>资源利用率与潜在问题</a:t>
            </a:r>
            <a:endParaRPr lang="en-US" sz="1440" dirty="0">
              <a:solidFill>
                <a:prstClr val="black"/>
              </a:solidFill>
              <a:latin typeface="Calibri" panose="020F0502020204030204"/>
              <a:ea typeface="+mn-ea"/>
            </a:endParaRPr>
          </a:p>
        </p:txBody>
      </p:sp>
      <p:sp>
        <p:nvSpPr>
          <p:cNvPr id="33" name="Text 4">
            <a:extLst>
              <a:ext uri="{FF2B5EF4-FFF2-40B4-BE49-F238E27FC236}">
                <a16:creationId xmlns:a16="http://schemas.microsoft.com/office/drawing/2014/main" id="{AD6B7B1C-F954-4A40-8493-E2B52045A9C9}"/>
              </a:ext>
            </a:extLst>
          </p:cNvPr>
          <p:cNvSpPr/>
          <p:nvPr/>
        </p:nvSpPr>
        <p:spPr>
          <a:xfrm>
            <a:off x="330280" y="4612238"/>
            <a:ext cx="2758745" cy="1756956"/>
          </a:xfrm>
          <a:prstGeom prst="rect">
            <a:avLst/>
          </a:prstGeom>
          <a:noFill/>
          <a:ln/>
        </p:spPr>
        <p:txBody>
          <a:bodyPr wrap="square" lIns="91440" tIns="91440" rIns="91440" bIns="91440" rtlCol="0" anchor="t">
            <a:spAutoFit/>
          </a:bodyPr>
          <a:lstStyle/>
          <a:p>
            <a:pPr algn="r" fontAlgn="auto">
              <a:lnSpc>
                <a:spcPct val="115000"/>
              </a:lnSpc>
              <a:spcBef>
                <a:spcPts val="360"/>
              </a:spcBef>
              <a:spcAft>
                <a:spcPts val="0"/>
              </a:spcAft>
              <a:buFontTx/>
              <a:buNone/>
            </a:pPr>
            <a:r>
              <a:rPr lang="en-US" kern="0" spc="72" dirty="0">
                <a:solidFill>
                  <a:srgbClr val="000000"/>
                </a:solidFill>
                <a:latin typeface="Trebuchet MS" pitchFamily="34" charset="0"/>
                <a:ea typeface="Trebuchet MS" pitchFamily="34" charset="-122"/>
                <a:cs typeface="Trebuchet MS" pitchFamily="34" charset="-120"/>
              </a:rPr>
              <a:t>预先分配可能导致资源利用率低下，且进程可能因竞争激烈资源而无限等待，实际应用较少。</a:t>
            </a:r>
            <a:endParaRPr lang="en-US" dirty="0">
              <a:solidFill>
                <a:prstClr val="black"/>
              </a:solidFill>
              <a:latin typeface="Calibri" panose="020F0502020204030204"/>
              <a:ea typeface="+mn-ea"/>
            </a:endParaRPr>
          </a:p>
        </p:txBody>
      </p:sp>
      <p:sp>
        <p:nvSpPr>
          <p:cNvPr id="34" name="Text 5">
            <a:extLst>
              <a:ext uri="{FF2B5EF4-FFF2-40B4-BE49-F238E27FC236}">
                <a16:creationId xmlns:a16="http://schemas.microsoft.com/office/drawing/2014/main" id="{B9A921DD-4B2F-1947-8608-8B304B10383A}"/>
              </a:ext>
            </a:extLst>
          </p:cNvPr>
          <p:cNvSpPr/>
          <p:nvPr/>
        </p:nvSpPr>
        <p:spPr>
          <a:xfrm>
            <a:off x="6043442" y="1966742"/>
            <a:ext cx="2585009" cy="365760"/>
          </a:xfrm>
          <a:prstGeom prst="rect">
            <a:avLst/>
          </a:prstGeom>
          <a:noFill/>
          <a:ln/>
        </p:spPr>
        <p:txBody>
          <a:bodyPr wrap="square" lIns="91440" tIns="91440" rIns="91440" bIns="91440" rtlCol="0" anchor="ctr"/>
          <a:lstStyle/>
          <a:p>
            <a:pPr fontAlgn="auto">
              <a:spcBef>
                <a:spcPts val="360"/>
              </a:spcBef>
              <a:spcAft>
                <a:spcPts val="0"/>
              </a:spcAft>
              <a:buFontTx/>
              <a:buNone/>
            </a:pPr>
            <a:r>
              <a:rPr lang="en-US" sz="1440" b="1" dirty="0">
                <a:solidFill>
                  <a:srgbClr val="FFFFFF"/>
                </a:solidFill>
                <a:latin typeface="Trebuchet MS" pitchFamily="34" charset="0"/>
                <a:ea typeface="Trebuchet MS" pitchFamily="34" charset="-122"/>
                <a:cs typeface="Trebuchet MS" pitchFamily="34" charset="-120"/>
              </a:rPr>
              <a:t>有序分配策略原理</a:t>
            </a:r>
            <a:endParaRPr lang="en-US" sz="1440" dirty="0">
              <a:solidFill>
                <a:prstClr val="black"/>
              </a:solidFill>
              <a:latin typeface="Calibri" panose="020F0502020204030204"/>
              <a:ea typeface="+mn-ea"/>
            </a:endParaRPr>
          </a:p>
        </p:txBody>
      </p:sp>
      <p:sp>
        <p:nvSpPr>
          <p:cNvPr id="35" name="Text 6">
            <a:extLst>
              <a:ext uri="{FF2B5EF4-FFF2-40B4-BE49-F238E27FC236}">
                <a16:creationId xmlns:a16="http://schemas.microsoft.com/office/drawing/2014/main" id="{5D78F63F-711C-EF4D-8DF7-19559B34C667}"/>
              </a:ext>
            </a:extLst>
          </p:cNvPr>
          <p:cNvSpPr/>
          <p:nvPr/>
        </p:nvSpPr>
        <p:spPr>
          <a:xfrm>
            <a:off x="6043442" y="2442687"/>
            <a:ext cx="2802655" cy="1438407"/>
          </a:xfrm>
          <a:prstGeom prst="rect">
            <a:avLst/>
          </a:prstGeom>
          <a:noFill/>
          <a:ln/>
        </p:spPr>
        <p:txBody>
          <a:bodyPr wrap="square" lIns="91440" tIns="91440" rIns="91440" bIns="91440" rtlCol="0" anchor="t">
            <a:spAutoFit/>
          </a:bodyPr>
          <a:lstStyle/>
          <a:p>
            <a:pPr fontAlgn="auto">
              <a:lnSpc>
                <a:spcPct val="115000"/>
              </a:lnSpc>
              <a:spcBef>
                <a:spcPts val="360"/>
              </a:spcBef>
              <a:spcAft>
                <a:spcPts val="0"/>
              </a:spcAft>
              <a:buFontTx/>
              <a:buNone/>
            </a:pPr>
            <a:r>
              <a:rPr lang="en-US" kern="0" spc="72" dirty="0">
                <a:solidFill>
                  <a:srgbClr val="000000"/>
                </a:solidFill>
                <a:latin typeface="Trebuchet MS" pitchFamily="34" charset="0"/>
                <a:ea typeface="Trebuchet MS" pitchFamily="34" charset="-122"/>
                <a:cs typeface="Trebuchet MS" pitchFamily="34" charset="-120"/>
              </a:rPr>
              <a:t>通过为资源类编号并强制按递增顺序请求，破坏循环等待条件，避免死锁发生。</a:t>
            </a:r>
            <a:endParaRPr lang="en-US" dirty="0">
              <a:solidFill>
                <a:prstClr val="black"/>
              </a:solidFill>
              <a:latin typeface="Calibri" panose="020F0502020204030204"/>
              <a:ea typeface="+mn-ea"/>
            </a:endParaRPr>
          </a:p>
        </p:txBody>
      </p:sp>
      <p:sp>
        <p:nvSpPr>
          <p:cNvPr id="36" name="Text 7">
            <a:extLst>
              <a:ext uri="{FF2B5EF4-FFF2-40B4-BE49-F238E27FC236}">
                <a16:creationId xmlns:a16="http://schemas.microsoft.com/office/drawing/2014/main" id="{A3FF688C-3E92-F845-BF33-6432503BF4A2}"/>
              </a:ext>
            </a:extLst>
          </p:cNvPr>
          <p:cNvSpPr/>
          <p:nvPr/>
        </p:nvSpPr>
        <p:spPr>
          <a:xfrm>
            <a:off x="6043442" y="4133308"/>
            <a:ext cx="2589562" cy="365760"/>
          </a:xfrm>
          <a:prstGeom prst="rect">
            <a:avLst/>
          </a:prstGeom>
          <a:noFill/>
          <a:ln/>
        </p:spPr>
        <p:txBody>
          <a:bodyPr wrap="square" lIns="91440" tIns="91440" rIns="91440" bIns="91440" rtlCol="0" anchor="ctr"/>
          <a:lstStyle/>
          <a:p>
            <a:pPr fontAlgn="auto">
              <a:spcBef>
                <a:spcPts val="360"/>
              </a:spcBef>
              <a:spcAft>
                <a:spcPts val="0"/>
              </a:spcAft>
              <a:buFontTx/>
              <a:buNone/>
            </a:pPr>
            <a:r>
              <a:rPr lang="en-US" sz="1440" b="1" dirty="0">
                <a:solidFill>
                  <a:srgbClr val="FFFFFF"/>
                </a:solidFill>
                <a:latin typeface="Trebuchet MS" pitchFamily="34" charset="0"/>
                <a:ea typeface="Trebuchet MS" pitchFamily="34" charset="-122"/>
                <a:cs typeface="Trebuchet MS" pitchFamily="34" charset="-120"/>
              </a:rPr>
              <a:t>有序分配的实施示例</a:t>
            </a:r>
            <a:endParaRPr lang="en-US" sz="1440" dirty="0">
              <a:solidFill>
                <a:prstClr val="black"/>
              </a:solidFill>
              <a:latin typeface="Calibri" panose="020F0502020204030204"/>
              <a:ea typeface="+mn-ea"/>
            </a:endParaRPr>
          </a:p>
        </p:txBody>
      </p:sp>
      <p:sp>
        <p:nvSpPr>
          <p:cNvPr id="37" name="Text 8">
            <a:extLst>
              <a:ext uri="{FF2B5EF4-FFF2-40B4-BE49-F238E27FC236}">
                <a16:creationId xmlns:a16="http://schemas.microsoft.com/office/drawing/2014/main" id="{77F4BC53-7092-9D4C-B254-D15E4EBBC81B}"/>
              </a:ext>
            </a:extLst>
          </p:cNvPr>
          <p:cNvSpPr/>
          <p:nvPr/>
        </p:nvSpPr>
        <p:spPr>
          <a:xfrm>
            <a:off x="6043442" y="4620226"/>
            <a:ext cx="2878531" cy="1438407"/>
          </a:xfrm>
          <a:prstGeom prst="rect">
            <a:avLst/>
          </a:prstGeom>
          <a:noFill/>
          <a:ln/>
        </p:spPr>
        <p:txBody>
          <a:bodyPr wrap="square" lIns="91440" tIns="91440" rIns="91440" bIns="91440" rtlCol="0" anchor="t">
            <a:spAutoFit/>
          </a:bodyPr>
          <a:lstStyle/>
          <a:p>
            <a:pPr fontAlgn="auto">
              <a:lnSpc>
                <a:spcPct val="115000"/>
              </a:lnSpc>
              <a:spcBef>
                <a:spcPts val="360"/>
              </a:spcBef>
              <a:spcAft>
                <a:spcPts val="0"/>
              </a:spcAft>
              <a:buFontTx/>
              <a:buNone/>
            </a:pPr>
            <a:r>
              <a:rPr lang="en-US" kern="0" spc="72" dirty="0">
                <a:solidFill>
                  <a:srgbClr val="000000"/>
                </a:solidFill>
                <a:latin typeface="Trebuchet MS" pitchFamily="34" charset="0"/>
                <a:ea typeface="Trebuchet MS" pitchFamily="34" charset="-122"/>
                <a:cs typeface="Trebuchet MS" pitchFamily="34" charset="-120"/>
              </a:rPr>
              <a:t>定义资源编号函数后，进程需严格按编号递增请求资源，否则需释放高编号资源。</a:t>
            </a:r>
            <a:endParaRPr lang="en-US" dirty="0">
              <a:solidFill>
                <a:prstClr val="black"/>
              </a:solidFill>
              <a:latin typeface="Calibri" panose="020F0502020204030204"/>
              <a:ea typeface="+mn-ea"/>
            </a:endParaRPr>
          </a:p>
        </p:txBody>
      </p:sp>
    </p:spTree>
    <p:extLst>
      <p:ext uri="{BB962C8B-B14F-4D97-AF65-F5344CB8AC3E}">
        <p14:creationId xmlns:p14="http://schemas.microsoft.com/office/powerpoint/2010/main" val="19011400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D26E9CB-4F58-9744-92A5-F1D6CCB056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13" y="0"/>
            <a:ext cx="9263063" cy="684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edg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5" name="文本占位符 5">
            <a:extLst>
              <a:ext uri="{FF2B5EF4-FFF2-40B4-BE49-F238E27FC236}">
                <a16:creationId xmlns:a16="http://schemas.microsoft.com/office/drawing/2014/main" id="{EFDAF705-3023-8E43-8BDC-F35DF511F796}"/>
              </a:ext>
            </a:extLst>
          </p:cNvPr>
          <p:cNvSpPr>
            <a:spLocks noGrp="1" noChangeArrowheads="1"/>
          </p:cNvSpPr>
          <p:nvPr>
            <p:ph type="body" idx="4294967295"/>
          </p:nvPr>
        </p:nvSpPr>
        <p:spPr>
          <a:xfrm>
            <a:off x="623888" y="4589463"/>
            <a:ext cx="7886700" cy="1500187"/>
          </a:xfrm>
        </p:spPr>
        <p:txBody>
          <a:bodyPr/>
          <a:lstStyle/>
          <a:p>
            <a:pPr marL="0" indent="0">
              <a:lnSpc>
                <a:spcPct val="80000"/>
              </a:lnSpc>
              <a:buFontTx/>
              <a:buNone/>
            </a:pPr>
            <a:endParaRPr lang="zh-CN" altLang="en-US" sz="2400"/>
          </a:p>
        </p:txBody>
      </p:sp>
      <p:pic>
        <p:nvPicPr>
          <p:cNvPr id="31746" name="Picture 2" descr="无标题-4">
            <a:extLst>
              <a:ext uri="{FF2B5EF4-FFF2-40B4-BE49-F238E27FC236}">
                <a16:creationId xmlns:a16="http://schemas.microsoft.com/office/drawing/2014/main" id="{8351F081-2666-C64A-84C6-95CE310D79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44700"/>
            <a:ext cx="9144000" cy="180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7" name="标题 4">
            <a:extLst>
              <a:ext uri="{FF2B5EF4-FFF2-40B4-BE49-F238E27FC236}">
                <a16:creationId xmlns:a16="http://schemas.microsoft.com/office/drawing/2014/main" id="{F3750F08-A48B-5841-807C-338268949C25}"/>
              </a:ext>
            </a:extLst>
          </p:cNvPr>
          <p:cNvSpPr>
            <a:spLocks noGrp="1" noChangeArrowheads="1"/>
          </p:cNvSpPr>
          <p:nvPr>
            <p:ph type="title" idx="4294967295"/>
          </p:nvPr>
        </p:nvSpPr>
        <p:spPr>
          <a:xfrm>
            <a:off x="623888" y="1711325"/>
            <a:ext cx="7886700" cy="1881188"/>
          </a:xfrm>
        </p:spPr>
        <p:txBody>
          <a:bodyPr anchor="b"/>
          <a:lstStyle/>
          <a:p>
            <a:r>
              <a:rPr lang="en-US" altLang="zh-CN" dirty="0">
                <a:latin typeface="黑体" panose="02010609060101010101" pitchFamily="49" charset="-122"/>
                <a:ea typeface="黑体" panose="02010609060101010101" pitchFamily="49" charset="-122"/>
              </a:rPr>
              <a:t>3 </a:t>
            </a:r>
            <a:r>
              <a:rPr lang="zh-CN" altLang="en-US" dirty="0">
                <a:latin typeface="黑体" panose="02010609060101010101" pitchFamily="49" charset="-122"/>
                <a:ea typeface="黑体" panose="02010609060101010101" pitchFamily="49" charset="-122"/>
              </a:rPr>
              <a:t>鸵鸟算法</a:t>
            </a:r>
          </a:p>
        </p:txBody>
      </p:sp>
      <p:pic>
        <p:nvPicPr>
          <p:cNvPr id="5" name="图片 6">
            <a:extLst>
              <a:ext uri="{FF2B5EF4-FFF2-40B4-BE49-F238E27FC236}">
                <a16:creationId xmlns:a16="http://schemas.microsoft.com/office/drawing/2014/main" id="{FAA5A4D3-A022-9944-86D4-53A559A832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5025" y="3854450"/>
            <a:ext cx="4513263" cy="300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edge">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32D3BD86-36FF-724A-9A6D-9FB87340E172}"/>
              </a:ext>
            </a:extLst>
          </p:cNvPr>
          <p:cNvSpPr>
            <a:spLocks noGrp="1"/>
          </p:cNvSpPr>
          <p:nvPr>
            <p:ph idx="4294967295"/>
          </p:nvPr>
        </p:nvSpPr>
        <p:spPr>
          <a:xfrm>
            <a:off x="422275" y="1755775"/>
            <a:ext cx="8721725" cy="4527550"/>
          </a:xfrm>
          <a:ln>
            <a:miter/>
          </a:ln>
        </p:spPr>
        <p:txBody>
          <a:bodyPr/>
          <a:lstStyle/>
          <a:p>
            <a:pPr marL="457200" indent="-457200">
              <a:lnSpc>
                <a:spcPct val="120000"/>
              </a:lnSpc>
              <a:buFontTx/>
              <a:buNone/>
            </a:pPr>
            <a:endParaRPr lang="en-US" altLang="zh-CN" sz="2400"/>
          </a:p>
          <a:p>
            <a:pPr marL="457200" indent="-457200">
              <a:lnSpc>
                <a:spcPct val="140000"/>
              </a:lnSpc>
            </a:pPr>
            <a:r>
              <a:rPr lang="zh-CN" altLang="en-US" sz="2400">
                <a:latin typeface="宋体" panose="02010600030101010101" pitchFamily="2" charset="-122"/>
              </a:rPr>
              <a:t>处理死锁的方法有很多。</a:t>
            </a:r>
          </a:p>
          <a:p>
            <a:pPr marL="457200" indent="-457200">
              <a:lnSpc>
                <a:spcPct val="140000"/>
              </a:lnSpc>
            </a:pPr>
            <a:r>
              <a:rPr lang="zh-CN" altLang="en-US" sz="2400">
                <a:latin typeface="宋体" panose="02010600030101010101" pitchFamily="2" charset="-122"/>
              </a:rPr>
              <a:t>最简单的方法，就是忽略死锁。</a:t>
            </a:r>
          </a:p>
          <a:p>
            <a:pPr marL="457200" indent="-457200">
              <a:lnSpc>
                <a:spcPct val="140000"/>
              </a:lnSpc>
            </a:pPr>
            <a:r>
              <a:rPr lang="zh-CN" altLang="en-US" sz="2400">
                <a:latin typeface="黑体" panose="02010609060101010101" pitchFamily="49" charset="-122"/>
                <a:ea typeface="黑体" panose="02010609060101010101" pitchFamily="49" charset="-122"/>
              </a:rPr>
              <a:t>据说</a:t>
            </a:r>
            <a:r>
              <a:rPr lang="en-US" altLang="zh-CN" sz="2400">
                <a:latin typeface="黑体" panose="02010609060101010101" pitchFamily="49" charset="-122"/>
                <a:ea typeface="黑体" panose="02010609060101010101" pitchFamily="49" charset="-122"/>
              </a:rPr>
              <a:t>(</a:t>
            </a:r>
            <a:r>
              <a:rPr lang="zh-CN" altLang="en-US" sz="2400">
                <a:latin typeface="黑体" panose="02010609060101010101" pitchFamily="49" charset="-122"/>
                <a:ea typeface="黑体" panose="02010609060101010101" pitchFamily="49" charset="-122"/>
              </a:rPr>
              <a:t>尽管很多人认为不可能</a:t>
            </a:r>
            <a:r>
              <a:rPr lang="en-US" altLang="zh-CN" sz="2400">
                <a:latin typeface="黑体" panose="02010609060101010101" pitchFamily="49" charset="-122"/>
                <a:ea typeface="黑体" panose="02010609060101010101" pitchFamily="49" charset="-122"/>
              </a:rPr>
              <a:t>)</a:t>
            </a:r>
            <a:r>
              <a:rPr lang="zh-CN" altLang="en-US" sz="2400">
                <a:solidFill>
                  <a:schemeClr val="accent2"/>
                </a:solidFill>
                <a:latin typeface="黑体" panose="02010609060101010101" pitchFamily="49" charset="-122"/>
                <a:ea typeface="黑体" panose="02010609060101010101" pitchFamily="49" charset="-122"/>
              </a:rPr>
              <a:t>鸵鸟</a:t>
            </a:r>
            <a:r>
              <a:rPr lang="zh-CN" altLang="en-US" sz="2400">
                <a:latin typeface="黑体" panose="02010609060101010101" pitchFamily="49" charset="-122"/>
                <a:ea typeface="黑体" panose="02010609060101010101" pitchFamily="49" charset="-122"/>
              </a:rPr>
              <a:t>遇到无法避免的危险时就把头埋在沙子里，对出现的危险不管不顾。</a:t>
            </a:r>
          </a:p>
          <a:p>
            <a:pPr marL="457200" indent="-457200">
              <a:lnSpc>
                <a:spcPct val="140000"/>
              </a:lnSpc>
            </a:pPr>
            <a:r>
              <a:rPr lang="zh-CN" altLang="en-US" sz="2400">
                <a:latin typeface="宋体" panose="02010600030101010101" pitchFamily="2" charset="-122"/>
              </a:rPr>
              <a:t>操作系统处理死锁的一种策略是不预防、不避免，对可能出现的死锁采取放任的态度，称作鸵鸟算法</a:t>
            </a:r>
            <a:r>
              <a:rPr lang="zh-CN" altLang="en-US" sz="2400"/>
              <a:t>。</a:t>
            </a:r>
          </a:p>
        </p:txBody>
      </p:sp>
      <p:pic>
        <p:nvPicPr>
          <p:cNvPr id="32771" name="Picture 3" descr="无标题-5">
            <a:extLst>
              <a:ext uri="{FF2B5EF4-FFF2-40B4-BE49-F238E27FC236}">
                <a16:creationId xmlns:a16="http://schemas.microsoft.com/office/drawing/2014/main" id="{BA621583-CD00-B34D-8B36-DD135453D8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2" name="标题 5">
            <a:extLst>
              <a:ext uri="{FF2B5EF4-FFF2-40B4-BE49-F238E27FC236}">
                <a16:creationId xmlns:a16="http://schemas.microsoft.com/office/drawing/2014/main" id="{55FBB3A4-2163-BB4F-82C2-21B70A06FCFA}"/>
              </a:ext>
            </a:extLst>
          </p:cNvPr>
          <p:cNvSpPr>
            <a:spLocks noGrp="1" noChangeArrowheads="1"/>
          </p:cNvSpPr>
          <p:nvPr>
            <p:ph type="title" idx="4294967295"/>
          </p:nvPr>
        </p:nvSpPr>
        <p:spPr>
          <a:xfrm>
            <a:off x="179388" y="557213"/>
            <a:ext cx="8229600" cy="1143000"/>
          </a:xfrm>
        </p:spPr>
        <p:txBody>
          <a:bodyPr/>
          <a:lstStyle/>
          <a:p>
            <a:r>
              <a:rPr lang="en-US" altLang="zh-CN" dirty="0">
                <a:sym typeface="宋体" panose="02010600030101010101" pitchFamily="2" charset="-122"/>
              </a:rPr>
              <a:t>3 </a:t>
            </a:r>
            <a:r>
              <a:rPr lang="zh-CN" altLang="en-US" dirty="0">
                <a:sym typeface="宋体" panose="02010600030101010101" pitchFamily="2" charset="-122"/>
              </a:rPr>
              <a:t>鸵鸟算法</a:t>
            </a:r>
          </a:p>
        </p:txBody>
      </p:sp>
      <p:pic>
        <p:nvPicPr>
          <p:cNvPr id="8" name="图片 7">
            <a:extLst>
              <a:ext uri="{FF2B5EF4-FFF2-40B4-BE49-F238E27FC236}">
                <a16:creationId xmlns:a16="http://schemas.microsoft.com/office/drawing/2014/main" id="{757C4F4D-CF5A-9445-8A40-9C6ED70655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1090"/>
          <a:stretch>
            <a:fillRect/>
          </a:stretch>
        </p:blipFill>
        <p:spPr bwMode="auto">
          <a:xfrm>
            <a:off x="5664200" y="-6350"/>
            <a:ext cx="3502025" cy="349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2">
                                            <p:txEl>
                                              <p:pRg st="1" end="1"/>
                                            </p:txEl>
                                          </p:spTgt>
                                        </p:tgtEl>
                                        <p:attrNameLst>
                                          <p:attrName>style.visibility</p:attrName>
                                        </p:attrNameLst>
                                      </p:cBhvr>
                                      <p:to>
                                        <p:strVal val="visible"/>
                                      </p:to>
                                    </p:set>
                                    <p:anim calcmode="discrete" valueType="clr">
                                      <p:cBhvr override="childStyle">
                                        <p:cTn id="7" dur="80"/>
                                        <p:tgtEl>
                                          <p:spTgt spid="2">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xEl>
                                              <p:pRg st="1" end="1"/>
                                            </p:txEl>
                                          </p:spTgt>
                                        </p:tgtEl>
                                        <p:attrNameLst>
                                          <p:attrName>fillcolor</p:attrName>
                                        </p:attrNameLst>
                                      </p:cBhvr>
                                      <p:tavLst>
                                        <p:tav tm="0">
                                          <p:val>
                                            <p:clrVal>
                                              <a:schemeClr val="accent2"/>
                                            </p:clrVal>
                                          </p:val>
                                        </p:tav>
                                        <p:tav tm="50000">
                                          <p:val>
                                            <p:clrVal>
                                              <a:schemeClr val="hlink"/>
                                            </p:clrVal>
                                          </p:val>
                                        </p:tav>
                                      </p:tavLst>
                                    </p:anim>
                                    <p:set>
                                      <p:cBhvr>
                                        <p:cTn id="9" dur="80"/>
                                        <p:tgtEl>
                                          <p:spTgt spid="2">
                                            <p:txEl>
                                              <p:pRg st="1" end="1"/>
                                            </p:txEl>
                                          </p:spTgt>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2">
                                            <p:txEl>
                                              <p:pRg st="2" end="2"/>
                                            </p:txEl>
                                          </p:spTgt>
                                        </p:tgtEl>
                                        <p:attrNameLst>
                                          <p:attrName>style.visibility</p:attrName>
                                        </p:attrNameLst>
                                      </p:cBhvr>
                                      <p:to>
                                        <p:strVal val="visible"/>
                                      </p:to>
                                    </p:set>
                                    <p:anim calcmode="discrete" valueType="clr">
                                      <p:cBhvr override="childStyle">
                                        <p:cTn id="14" dur="80"/>
                                        <p:tgtEl>
                                          <p:spTgt spid="2">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
                                            <p:txEl>
                                              <p:pRg st="2" end="2"/>
                                            </p:txEl>
                                          </p:spTgt>
                                        </p:tgtEl>
                                        <p:attrNameLst>
                                          <p:attrName>fillcolor</p:attrName>
                                        </p:attrNameLst>
                                      </p:cBhvr>
                                      <p:tavLst>
                                        <p:tav tm="0">
                                          <p:val>
                                            <p:clrVal>
                                              <a:schemeClr val="accent2"/>
                                            </p:clrVal>
                                          </p:val>
                                        </p:tav>
                                        <p:tav tm="50000">
                                          <p:val>
                                            <p:clrVal>
                                              <a:schemeClr val="hlink"/>
                                            </p:clrVal>
                                          </p:val>
                                        </p:tav>
                                      </p:tavLst>
                                    </p:anim>
                                    <p:set>
                                      <p:cBhvr>
                                        <p:cTn id="16" dur="80"/>
                                        <p:tgtEl>
                                          <p:spTgt spid="2">
                                            <p:txEl>
                                              <p:pRg st="2" end="2"/>
                                            </p:txEl>
                                          </p:spTgt>
                                        </p:tgtEl>
                                        <p:attrNameLst>
                                          <p:attrName>fill.type</p:attrName>
                                        </p:attrNameLst>
                                      </p:cBhvr>
                                      <p:to>
                                        <p:strVal val="solid"/>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7" presetClass="entr" presetSubtype="0" fill="hold" nodeType="clickEffect">
                                  <p:stCondLst>
                                    <p:cond delay="0"/>
                                  </p:stCondLst>
                                  <p:iterate type="lt">
                                    <p:tmPct val="50000"/>
                                  </p:iterate>
                                  <p:childTnLst>
                                    <p:set>
                                      <p:cBhvr>
                                        <p:cTn id="20" dur="1" fill="hold">
                                          <p:stCondLst>
                                            <p:cond delay="0"/>
                                          </p:stCondLst>
                                        </p:cTn>
                                        <p:tgtEl>
                                          <p:spTgt spid="2">
                                            <p:txEl>
                                              <p:pRg st="3" end="3"/>
                                            </p:txEl>
                                          </p:spTgt>
                                        </p:tgtEl>
                                        <p:attrNameLst>
                                          <p:attrName>style.visibility</p:attrName>
                                        </p:attrNameLst>
                                      </p:cBhvr>
                                      <p:to>
                                        <p:strVal val="visible"/>
                                      </p:to>
                                    </p:set>
                                    <p:anim calcmode="discrete" valueType="clr">
                                      <p:cBhvr override="childStyle">
                                        <p:cTn id="21" dur="80"/>
                                        <p:tgtEl>
                                          <p:spTgt spid="2">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2">
                                            <p:txEl>
                                              <p:pRg st="3" end="3"/>
                                            </p:txEl>
                                          </p:spTgt>
                                        </p:tgtEl>
                                        <p:attrNameLst>
                                          <p:attrName>fillcolor</p:attrName>
                                        </p:attrNameLst>
                                      </p:cBhvr>
                                      <p:tavLst>
                                        <p:tav tm="0">
                                          <p:val>
                                            <p:clrVal>
                                              <a:schemeClr val="accent2"/>
                                            </p:clrVal>
                                          </p:val>
                                        </p:tav>
                                        <p:tav tm="50000">
                                          <p:val>
                                            <p:clrVal>
                                              <a:schemeClr val="hlink"/>
                                            </p:clrVal>
                                          </p:val>
                                        </p:tav>
                                      </p:tavLst>
                                    </p:anim>
                                    <p:set>
                                      <p:cBhvr>
                                        <p:cTn id="23" dur="80"/>
                                        <p:tgtEl>
                                          <p:spTgt spid="2">
                                            <p:txEl>
                                              <p:pRg st="3" end="3"/>
                                            </p:txEl>
                                          </p:spTgt>
                                        </p:tgtEl>
                                        <p:attrNameLst>
                                          <p:attrName>fill.type</p:attrName>
                                        </p:attrNameLst>
                                      </p:cBhvr>
                                      <p:to>
                                        <p:strVal val="solid"/>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51"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770" decel="100000"/>
                                        <p:tgtEl>
                                          <p:spTgt spid="8"/>
                                        </p:tgtEl>
                                      </p:cBhvr>
                                    </p:animEffect>
                                    <p:animScale>
                                      <p:cBhvr>
                                        <p:cTn id="29" dur="770" decel="100000"/>
                                        <p:tgtEl>
                                          <p:spTgt spid="8"/>
                                        </p:tgtEl>
                                      </p:cBhvr>
                                      <p:from x="10000" y="10000"/>
                                      <p:to x="200000" y="450000"/>
                                    </p:animScale>
                                    <p:animScale>
                                      <p:cBhvr>
                                        <p:cTn id="30" dur="1230" accel="100000" fill="hold">
                                          <p:stCondLst>
                                            <p:cond delay="770"/>
                                          </p:stCondLst>
                                        </p:cTn>
                                        <p:tgtEl>
                                          <p:spTgt spid="8"/>
                                        </p:tgtEl>
                                      </p:cBhvr>
                                      <p:from x="200000" y="450000"/>
                                      <p:to x="100000" y="100000"/>
                                    </p:animScale>
                                    <p:set>
                                      <p:cBhvr>
                                        <p:cTn id="31" dur="770" fill="hold"/>
                                        <p:tgtEl>
                                          <p:spTgt spid="8"/>
                                        </p:tgtEl>
                                        <p:attrNameLst>
                                          <p:attrName>ppt_x</p:attrName>
                                        </p:attrNameLst>
                                      </p:cBhvr>
                                      <p:to>
                                        <p:strVal val="(0.5)"/>
                                      </p:to>
                                    </p:set>
                                    <p:anim from="(0.5)" to="(#ppt_x)" calcmode="lin" valueType="num">
                                      <p:cBhvr>
                                        <p:cTn id="32" dur="1230" accel="100000" fill="hold">
                                          <p:stCondLst>
                                            <p:cond delay="770"/>
                                          </p:stCondLst>
                                        </p:cTn>
                                        <p:tgtEl>
                                          <p:spTgt spid="8"/>
                                        </p:tgtEl>
                                        <p:attrNameLst>
                                          <p:attrName>ppt_x</p:attrName>
                                        </p:attrNameLst>
                                      </p:cBhvr>
                                    </p:anim>
                                    <p:set>
                                      <p:cBhvr>
                                        <p:cTn id="33" dur="770" fill="hold"/>
                                        <p:tgtEl>
                                          <p:spTgt spid="8"/>
                                        </p:tgtEl>
                                        <p:attrNameLst>
                                          <p:attrName>ppt_y</p:attrName>
                                        </p:attrNameLst>
                                      </p:cBhvr>
                                      <p:to>
                                        <p:strVal val="(#ppt_y+0.4)"/>
                                      </p:to>
                                    </p:set>
                                    <p:anim from="(#ppt_y+0.4)" to="(#ppt_y)" calcmode="lin" valueType="num">
                                      <p:cBhvr>
                                        <p:cTn id="34" dur="1230" accel="100000" fill="hold">
                                          <p:stCondLst>
                                            <p:cond delay="770"/>
                                          </p:stCondLst>
                                        </p:cTn>
                                        <p:tgtEl>
                                          <p:spTgt spid="8"/>
                                        </p:tgtEl>
                                        <p:attrNameLst>
                                          <p:attrName>ppt_y</p:attrName>
                                        </p:attrNameLst>
                                      </p:cBhvr>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7" presetClass="entr" presetSubtype="0" fill="hold" nodeType="clickEffect">
                                  <p:stCondLst>
                                    <p:cond delay="0"/>
                                  </p:stCondLst>
                                  <p:iterate type="lt">
                                    <p:tmPct val="50000"/>
                                  </p:iterate>
                                  <p:childTnLst>
                                    <p:set>
                                      <p:cBhvr>
                                        <p:cTn id="38" dur="1" fill="hold">
                                          <p:stCondLst>
                                            <p:cond delay="0"/>
                                          </p:stCondLst>
                                        </p:cTn>
                                        <p:tgtEl>
                                          <p:spTgt spid="2">
                                            <p:txEl>
                                              <p:pRg st="4" end="4"/>
                                            </p:txEl>
                                          </p:spTgt>
                                        </p:tgtEl>
                                        <p:attrNameLst>
                                          <p:attrName>style.visibility</p:attrName>
                                        </p:attrNameLst>
                                      </p:cBhvr>
                                      <p:to>
                                        <p:strVal val="visible"/>
                                      </p:to>
                                    </p:set>
                                    <p:anim calcmode="discrete" valueType="clr">
                                      <p:cBhvr override="childStyle">
                                        <p:cTn id="39" dur="80"/>
                                        <p:tgtEl>
                                          <p:spTgt spid="2">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0" dur="80"/>
                                        <p:tgtEl>
                                          <p:spTgt spid="2">
                                            <p:txEl>
                                              <p:pRg st="4" end="4"/>
                                            </p:txEl>
                                          </p:spTgt>
                                        </p:tgtEl>
                                        <p:attrNameLst>
                                          <p:attrName>fillcolor</p:attrName>
                                        </p:attrNameLst>
                                      </p:cBhvr>
                                      <p:tavLst>
                                        <p:tav tm="0">
                                          <p:val>
                                            <p:clrVal>
                                              <a:schemeClr val="accent2"/>
                                            </p:clrVal>
                                          </p:val>
                                        </p:tav>
                                        <p:tav tm="50000">
                                          <p:val>
                                            <p:clrVal>
                                              <a:schemeClr val="hlink"/>
                                            </p:clrVal>
                                          </p:val>
                                        </p:tav>
                                      </p:tavLst>
                                    </p:anim>
                                    <p:set>
                                      <p:cBhvr>
                                        <p:cTn id="41" dur="80"/>
                                        <p:tgtEl>
                                          <p:spTgt spid="2">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FE317D60-78C9-B34C-A66C-E6680DC1CB80}"/>
              </a:ext>
            </a:extLst>
          </p:cNvPr>
          <p:cNvSpPr>
            <a:spLocks noGrp="1"/>
          </p:cNvSpPr>
          <p:nvPr>
            <p:ph idx="4294967295"/>
          </p:nvPr>
        </p:nvSpPr>
        <p:spPr>
          <a:xfrm>
            <a:off x="422275" y="1755775"/>
            <a:ext cx="8721725" cy="4527550"/>
          </a:xfrm>
          <a:ln>
            <a:miter/>
          </a:ln>
        </p:spPr>
        <p:txBody>
          <a:bodyPr/>
          <a:lstStyle/>
          <a:p>
            <a:pPr marL="457200" indent="-457200">
              <a:lnSpc>
                <a:spcPct val="120000"/>
              </a:lnSpc>
              <a:buFontTx/>
              <a:buNone/>
            </a:pPr>
            <a:endParaRPr lang="en-US" altLang="zh-CN" sz="2400"/>
          </a:p>
          <a:p>
            <a:pPr marL="457200" indent="-457200">
              <a:lnSpc>
                <a:spcPct val="120000"/>
              </a:lnSpc>
            </a:pPr>
            <a:r>
              <a:rPr lang="en-US" altLang="zh-CN" sz="2400">
                <a:latin typeface="宋体" panose="02010600030101010101" pitchFamily="2" charset="-122"/>
              </a:rPr>
              <a:t>UNIX</a:t>
            </a:r>
            <a:r>
              <a:rPr lang="zh-CN" altLang="en-US" sz="2400">
                <a:latin typeface="宋体" panose="02010600030101010101" pitchFamily="2" charset="-122"/>
              </a:rPr>
              <a:t>采用鸵鸟算法。</a:t>
            </a:r>
          </a:p>
          <a:p>
            <a:pPr marL="457200" indent="-457200">
              <a:lnSpc>
                <a:spcPct val="120000"/>
              </a:lnSpc>
            </a:pPr>
            <a:r>
              <a:rPr lang="en-US" altLang="zh-CN" sz="2400">
                <a:latin typeface="宋体" panose="02010600030101010101" pitchFamily="2" charset="-122"/>
              </a:rPr>
              <a:t>UNIX</a:t>
            </a:r>
            <a:r>
              <a:rPr lang="zh-CN" altLang="en-US" sz="2400">
                <a:latin typeface="宋体" panose="02010600030101010101" pitchFamily="2" charset="-122"/>
              </a:rPr>
              <a:t>认为多数用户宁可选择偶然出现死锁的系统，也不会选择限制很严格的、不方便的、复杂而且运行速度慢的系统。</a:t>
            </a:r>
          </a:p>
          <a:p>
            <a:pPr marL="457200" indent="-457200">
              <a:lnSpc>
                <a:spcPct val="120000"/>
              </a:lnSpc>
            </a:pPr>
            <a:r>
              <a:rPr lang="zh-CN" altLang="en-US" sz="2400">
                <a:latin typeface="宋体" panose="02010600030101010101" pitchFamily="2" charset="-122"/>
              </a:rPr>
              <a:t>鸵鸟算法的意义在于，当出现死锁的概率很小，并且出现之后处理死锁会花费很大的代价时，执行死锁避免的开销很大，还不如不做处理。因此，鸵鸟算法是平衡性能和复杂性的一种方法。</a:t>
            </a:r>
          </a:p>
        </p:txBody>
      </p:sp>
      <p:pic>
        <p:nvPicPr>
          <p:cNvPr id="33795" name="Picture 3" descr="无标题-5">
            <a:extLst>
              <a:ext uri="{FF2B5EF4-FFF2-40B4-BE49-F238E27FC236}">
                <a16:creationId xmlns:a16="http://schemas.microsoft.com/office/drawing/2014/main" id="{4D6F561E-6176-F741-8120-1944070C3A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6" name="标题 5">
            <a:extLst>
              <a:ext uri="{FF2B5EF4-FFF2-40B4-BE49-F238E27FC236}">
                <a16:creationId xmlns:a16="http://schemas.microsoft.com/office/drawing/2014/main" id="{E8BC452C-8560-8745-9684-C572D4729952}"/>
              </a:ext>
            </a:extLst>
          </p:cNvPr>
          <p:cNvSpPr>
            <a:spLocks noGrp="1" noChangeArrowheads="1"/>
          </p:cNvSpPr>
          <p:nvPr>
            <p:ph type="title" idx="4294967295"/>
          </p:nvPr>
        </p:nvSpPr>
        <p:spPr>
          <a:xfrm>
            <a:off x="179388" y="557213"/>
            <a:ext cx="8229600" cy="1143000"/>
          </a:xfrm>
        </p:spPr>
        <p:txBody>
          <a:bodyPr/>
          <a:lstStyle/>
          <a:p>
            <a:r>
              <a:rPr lang="en-US" altLang="zh-CN" dirty="0">
                <a:sym typeface="宋体" panose="02010600030101010101" pitchFamily="2" charset="-122"/>
              </a:rPr>
              <a:t>3 </a:t>
            </a:r>
            <a:r>
              <a:rPr lang="zh-CN" altLang="en-US" dirty="0">
                <a:sym typeface="宋体" panose="02010600030101010101" pitchFamily="2" charset="-122"/>
              </a:rPr>
              <a:t>鸵鸟算法</a:t>
            </a:r>
          </a:p>
        </p:txBody>
      </p:sp>
      <p:pic>
        <p:nvPicPr>
          <p:cNvPr id="7" name="图片 6">
            <a:extLst>
              <a:ext uri="{FF2B5EF4-FFF2-40B4-BE49-F238E27FC236}">
                <a16:creationId xmlns:a16="http://schemas.microsoft.com/office/drawing/2014/main" id="{A93365D0-047C-884C-95A0-BAF03E129F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4546"/>
          <a:stretch>
            <a:fillRect/>
          </a:stretch>
        </p:blipFill>
        <p:spPr bwMode="auto">
          <a:xfrm>
            <a:off x="4448175" y="5160963"/>
            <a:ext cx="455295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edge">
                                      <p:cBhvr>
                                        <p:cTn id="7" dur="2000"/>
                                        <p:tgtEl>
                                          <p:spTgt spid="7"/>
                                        </p:tgtEl>
                                      </p:cBhvr>
                                    </p:animEffect>
                                  </p:childTnLst>
                                </p:cTn>
                              </p:par>
                              <p:par>
                                <p:cTn id="8" presetID="27" presetClass="entr" presetSubtype="0" fill="hold" nodeType="withEffect">
                                  <p:stCondLst>
                                    <p:cond delay="0"/>
                                  </p:stCondLst>
                                  <p:iterate type="lt">
                                    <p:tmPct val="50000"/>
                                  </p:iterate>
                                  <p:childTnLst>
                                    <p:set>
                                      <p:cBhvr>
                                        <p:cTn id="9" dur="1" fill="hold">
                                          <p:stCondLst>
                                            <p:cond delay="0"/>
                                          </p:stCondLst>
                                        </p:cTn>
                                        <p:tgtEl>
                                          <p:spTgt spid="2">
                                            <p:txEl>
                                              <p:pRg st="1" end="1"/>
                                            </p:txEl>
                                          </p:spTgt>
                                        </p:tgtEl>
                                        <p:attrNameLst>
                                          <p:attrName>style.visibility</p:attrName>
                                        </p:attrNameLst>
                                      </p:cBhvr>
                                      <p:to>
                                        <p:strVal val="visible"/>
                                      </p:to>
                                    </p:set>
                                    <p:anim calcmode="discrete" valueType="clr">
                                      <p:cBhvr override="childStyle">
                                        <p:cTn id="10" dur="80"/>
                                        <p:tgtEl>
                                          <p:spTgt spid="2">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1" dur="80"/>
                                        <p:tgtEl>
                                          <p:spTgt spid="2">
                                            <p:txEl>
                                              <p:pRg st="1" end="1"/>
                                            </p:txEl>
                                          </p:spTgt>
                                        </p:tgtEl>
                                        <p:attrNameLst>
                                          <p:attrName>fillcolor</p:attrName>
                                        </p:attrNameLst>
                                      </p:cBhvr>
                                      <p:tavLst>
                                        <p:tav tm="0">
                                          <p:val>
                                            <p:clrVal>
                                              <a:schemeClr val="accent2"/>
                                            </p:clrVal>
                                          </p:val>
                                        </p:tav>
                                        <p:tav tm="50000">
                                          <p:val>
                                            <p:clrVal>
                                              <a:schemeClr val="hlink"/>
                                            </p:clrVal>
                                          </p:val>
                                        </p:tav>
                                      </p:tavLst>
                                    </p:anim>
                                    <p:set>
                                      <p:cBhvr>
                                        <p:cTn id="12" dur="80"/>
                                        <p:tgtEl>
                                          <p:spTgt spid="2">
                                            <p:txEl>
                                              <p:pRg st="1" end="1"/>
                                            </p:txEl>
                                          </p:spTgt>
                                        </p:tgtEl>
                                        <p:attrNameLst>
                                          <p:attrName>fill.type</p:attrName>
                                        </p:attrNameLst>
                                      </p:cBhvr>
                                      <p:to>
                                        <p:strVal val="solid"/>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7" presetClass="entr" presetSubtype="0" fill="hold" nodeType="clickEffect">
                                  <p:stCondLst>
                                    <p:cond delay="0"/>
                                  </p:stCondLst>
                                  <p:iterate type="lt">
                                    <p:tmPct val="50000"/>
                                  </p:iterate>
                                  <p:childTnLst>
                                    <p:set>
                                      <p:cBhvr>
                                        <p:cTn id="16" dur="1" fill="hold">
                                          <p:stCondLst>
                                            <p:cond delay="0"/>
                                          </p:stCondLst>
                                        </p:cTn>
                                        <p:tgtEl>
                                          <p:spTgt spid="2">
                                            <p:txEl>
                                              <p:pRg st="2" end="2"/>
                                            </p:txEl>
                                          </p:spTgt>
                                        </p:tgtEl>
                                        <p:attrNameLst>
                                          <p:attrName>style.visibility</p:attrName>
                                        </p:attrNameLst>
                                      </p:cBhvr>
                                      <p:to>
                                        <p:strVal val="visible"/>
                                      </p:to>
                                    </p:set>
                                    <p:anim calcmode="discrete" valueType="clr">
                                      <p:cBhvr override="childStyle">
                                        <p:cTn id="17" dur="80"/>
                                        <p:tgtEl>
                                          <p:spTgt spid="2">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8" dur="80"/>
                                        <p:tgtEl>
                                          <p:spTgt spid="2">
                                            <p:txEl>
                                              <p:pRg st="2" end="2"/>
                                            </p:txEl>
                                          </p:spTgt>
                                        </p:tgtEl>
                                        <p:attrNameLst>
                                          <p:attrName>fillcolor</p:attrName>
                                        </p:attrNameLst>
                                      </p:cBhvr>
                                      <p:tavLst>
                                        <p:tav tm="0">
                                          <p:val>
                                            <p:clrVal>
                                              <a:schemeClr val="accent2"/>
                                            </p:clrVal>
                                          </p:val>
                                        </p:tav>
                                        <p:tav tm="50000">
                                          <p:val>
                                            <p:clrVal>
                                              <a:schemeClr val="hlink"/>
                                            </p:clrVal>
                                          </p:val>
                                        </p:tav>
                                      </p:tavLst>
                                    </p:anim>
                                    <p:set>
                                      <p:cBhvr>
                                        <p:cTn id="19" dur="80"/>
                                        <p:tgtEl>
                                          <p:spTgt spid="2">
                                            <p:txEl>
                                              <p:pRg st="2" end="2"/>
                                            </p:txEl>
                                          </p:spTgt>
                                        </p:tgtEl>
                                        <p:attrNameLst>
                                          <p:attrName>fill.type</p:attrName>
                                        </p:attrNameLst>
                                      </p:cBhvr>
                                      <p:to>
                                        <p:strVal val="solid"/>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27" presetClass="entr" presetSubtype="0" fill="hold" nodeType="clickEffect">
                                  <p:stCondLst>
                                    <p:cond delay="0"/>
                                  </p:stCondLst>
                                  <p:iterate type="lt">
                                    <p:tmPct val="50000"/>
                                  </p:iterate>
                                  <p:childTnLst>
                                    <p:set>
                                      <p:cBhvr>
                                        <p:cTn id="23" dur="1" fill="hold">
                                          <p:stCondLst>
                                            <p:cond delay="0"/>
                                          </p:stCondLst>
                                        </p:cTn>
                                        <p:tgtEl>
                                          <p:spTgt spid="2">
                                            <p:txEl>
                                              <p:pRg st="3" end="3"/>
                                            </p:txEl>
                                          </p:spTgt>
                                        </p:tgtEl>
                                        <p:attrNameLst>
                                          <p:attrName>style.visibility</p:attrName>
                                        </p:attrNameLst>
                                      </p:cBhvr>
                                      <p:to>
                                        <p:strVal val="visible"/>
                                      </p:to>
                                    </p:set>
                                    <p:anim calcmode="discrete" valueType="clr">
                                      <p:cBhvr override="childStyle">
                                        <p:cTn id="24" dur="80"/>
                                        <p:tgtEl>
                                          <p:spTgt spid="2">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5" dur="80"/>
                                        <p:tgtEl>
                                          <p:spTgt spid="2">
                                            <p:txEl>
                                              <p:pRg st="3" end="3"/>
                                            </p:txEl>
                                          </p:spTgt>
                                        </p:tgtEl>
                                        <p:attrNameLst>
                                          <p:attrName>fillcolor</p:attrName>
                                        </p:attrNameLst>
                                      </p:cBhvr>
                                      <p:tavLst>
                                        <p:tav tm="0">
                                          <p:val>
                                            <p:clrVal>
                                              <a:schemeClr val="accent2"/>
                                            </p:clrVal>
                                          </p:val>
                                        </p:tav>
                                        <p:tav tm="50000">
                                          <p:val>
                                            <p:clrVal>
                                              <a:schemeClr val="hlink"/>
                                            </p:clrVal>
                                          </p:val>
                                        </p:tav>
                                      </p:tavLst>
                                    </p:anim>
                                    <p:set>
                                      <p:cBhvr>
                                        <p:cTn id="26" dur="80"/>
                                        <p:tgtEl>
                                          <p:spTgt spid="2">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7" name="文本占位符 5">
            <a:extLst>
              <a:ext uri="{FF2B5EF4-FFF2-40B4-BE49-F238E27FC236}">
                <a16:creationId xmlns:a16="http://schemas.microsoft.com/office/drawing/2014/main" id="{E1B1D29E-3DB5-6F4C-9AB2-BC1C7CDACE8A}"/>
              </a:ext>
            </a:extLst>
          </p:cNvPr>
          <p:cNvSpPr>
            <a:spLocks noGrp="1" noChangeArrowheads="1"/>
          </p:cNvSpPr>
          <p:nvPr>
            <p:ph type="body" idx="4294967295"/>
          </p:nvPr>
        </p:nvSpPr>
        <p:spPr>
          <a:xfrm>
            <a:off x="623888" y="4589463"/>
            <a:ext cx="7886700" cy="1500187"/>
          </a:xfrm>
        </p:spPr>
        <p:txBody>
          <a:bodyPr/>
          <a:lstStyle/>
          <a:p>
            <a:pPr marL="0" indent="0">
              <a:lnSpc>
                <a:spcPct val="80000"/>
              </a:lnSpc>
              <a:buFontTx/>
              <a:buNone/>
            </a:pPr>
            <a:endParaRPr lang="zh-CN" altLang="en-US" sz="2400"/>
          </a:p>
        </p:txBody>
      </p:sp>
      <p:pic>
        <p:nvPicPr>
          <p:cNvPr id="3" name="Picture 2" descr="无标题-4">
            <a:extLst>
              <a:ext uri="{FF2B5EF4-FFF2-40B4-BE49-F238E27FC236}">
                <a16:creationId xmlns:a16="http://schemas.microsoft.com/office/drawing/2014/main" id="{15666885-1763-2844-ACB2-84A5FF0102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44700"/>
            <a:ext cx="9144000" cy="180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19" name="图片 8">
            <a:extLst>
              <a:ext uri="{FF2B5EF4-FFF2-40B4-BE49-F238E27FC236}">
                <a16:creationId xmlns:a16="http://schemas.microsoft.com/office/drawing/2014/main" id="{24743592-17F8-524A-AD24-494E1E767B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8411"/>
          <a:stretch>
            <a:fillRect/>
          </a:stretch>
        </p:blipFill>
        <p:spPr bwMode="auto">
          <a:xfrm>
            <a:off x="5956300" y="3854450"/>
            <a:ext cx="3187700" cy="300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0" name="标题 4">
            <a:extLst>
              <a:ext uri="{FF2B5EF4-FFF2-40B4-BE49-F238E27FC236}">
                <a16:creationId xmlns:a16="http://schemas.microsoft.com/office/drawing/2014/main" id="{511FFD99-FF35-9444-8FB9-B37587868918}"/>
              </a:ext>
            </a:extLst>
          </p:cNvPr>
          <p:cNvSpPr>
            <a:spLocks noGrp="1" noChangeArrowheads="1"/>
          </p:cNvSpPr>
          <p:nvPr>
            <p:ph type="title" idx="4294967295"/>
          </p:nvPr>
        </p:nvSpPr>
        <p:spPr>
          <a:xfrm>
            <a:off x="623888" y="1711325"/>
            <a:ext cx="7886700" cy="1881188"/>
          </a:xfrm>
        </p:spPr>
        <p:txBody>
          <a:bodyPr anchor="b"/>
          <a:lstStyle/>
          <a:p>
            <a:r>
              <a:rPr lang="en-US" altLang="zh-CN" dirty="0">
                <a:latin typeface="黑体" panose="02010609060101010101" pitchFamily="49" charset="-122"/>
                <a:ea typeface="黑体" panose="02010609060101010101" pitchFamily="49" charset="-122"/>
              </a:rPr>
              <a:t>4 </a:t>
            </a:r>
            <a:r>
              <a:rPr lang="zh-CN" altLang="en-US" dirty="0">
                <a:latin typeface="黑体" panose="02010609060101010101" pitchFamily="49" charset="-122"/>
                <a:ea typeface="黑体" panose="02010609060101010101" pitchFamily="49" charset="-122"/>
              </a:rPr>
              <a:t>银行家算法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0.70"/>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16BFAE44-2E5F-2343-8B3A-573A32E8FF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4563" y="4257675"/>
            <a:ext cx="3800475" cy="257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E0C12073-3092-6F40-8832-1F5C05B41B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350"/>
            <a:ext cx="3317875" cy="421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a:extLst>
              <a:ext uri="{FF2B5EF4-FFF2-40B4-BE49-F238E27FC236}">
                <a16:creationId xmlns:a16="http://schemas.microsoft.com/office/drawing/2014/main" id="{09B2C796-4CFD-1A43-814C-F023F9F7D74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875" y="4471988"/>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a:extLst>
              <a:ext uri="{FF2B5EF4-FFF2-40B4-BE49-F238E27FC236}">
                <a16:creationId xmlns:a16="http://schemas.microsoft.com/office/drawing/2014/main" id="{1D384A2C-0658-D542-96F9-9459476F65F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03950" y="4233863"/>
            <a:ext cx="2998788" cy="259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A207FC74-2541-2A41-A9F8-26B46B9A7F6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19463" y="7938"/>
            <a:ext cx="5876925" cy="421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edge">
                                      <p:cBhvr>
                                        <p:cTn id="7" dur="20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edge">
                                      <p:cBhvr>
                                        <p:cTn id="12" dur="20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edge">
                                      <p:cBhvr>
                                        <p:cTn id="17" dur="20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edge">
                                      <p:cBhvr>
                                        <p:cTn id="22" dur="20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0"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edge">
                                      <p:cBhvr>
                                        <p:cTn id="2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E32F8A8D-65BB-C24D-BE16-86DBBF416AC6}"/>
              </a:ext>
            </a:extLst>
          </p:cNvPr>
          <p:cNvSpPr>
            <a:spLocks noGrp="1"/>
          </p:cNvSpPr>
          <p:nvPr>
            <p:ph idx="4294967295"/>
          </p:nvPr>
        </p:nvSpPr>
        <p:spPr>
          <a:xfrm>
            <a:off x="422275" y="1755775"/>
            <a:ext cx="8721725" cy="4527550"/>
          </a:xfrm>
          <a:ln>
            <a:miter/>
          </a:ln>
        </p:spPr>
        <p:txBody>
          <a:bodyPr/>
          <a:lstStyle/>
          <a:p>
            <a:pPr marL="457200" indent="-457200">
              <a:lnSpc>
                <a:spcPct val="120000"/>
              </a:lnSpc>
              <a:buFontTx/>
              <a:buNone/>
            </a:pPr>
            <a:endParaRPr lang="en-US" altLang="zh-CN" sz="2400"/>
          </a:p>
          <a:p>
            <a:pPr marL="457200" indent="-457200">
              <a:lnSpc>
                <a:spcPct val="150000"/>
              </a:lnSpc>
            </a:pPr>
            <a:r>
              <a:rPr lang="zh-CN" altLang="en-US" sz="2400">
                <a:latin typeface="宋体" panose="02010600030101010101" pitchFamily="2" charset="-122"/>
              </a:rPr>
              <a:t>银行家算法是一种最有代表性的避免死锁的算法。</a:t>
            </a:r>
          </a:p>
          <a:p>
            <a:pPr marL="457200" indent="-457200">
              <a:lnSpc>
                <a:spcPct val="150000"/>
              </a:lnSpc>
            </a:pPr>
            <a:r>
              <a:rPr lang="zh-CN" altLang="en-US" sz="2400">
                <a:latin typeface="宋体" panose="02010600030101010101" pitchFamily="2" charset="-122"/>
              </a:rPr>
              <a:t>又被称为“资源分配拒绝”法。</a:t>
            </a:r>
          </a:p>
        </p:txBody>
      </p:sp>
      <p:pic>
        <p:nvPicPr>
          <p:cNvPr id="37891" name="Picture 3" descr="无标题-5">
            <a:extLst>
              <a:ext uri="{FF2B5EF4-FFF2-40B4-BE49-F238E27FC236}">
                <a16:creationId xmlns:a16="http://schemas.microsoft.com/office/drawing/2014/main" id="{62DA7E12-81CE-C845-AC59-7856C8AD83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2" name="标题 5">
            <a:extLst>
              <a:ext uri="{FF2B5EF4-FFF2-40B4-BE49-F238E27FC236}">
                <a16:creationId xmlns:a16="http://schemas.microsoft.com/office/drawing/2014/main" id="{952B48BB-CDDD-5E42-B7E2-CED251585149}"/>
              </a:ext>
            </a:extLst>
          </p:cNvPr>
          <p:cNvSpPr>
            <a:spLocks noGrp="1" noChangeArrowheads="1"/>
          </p:cNvSpPr>
          <p:nvPr>
            <p:ph type="title" idx="4294967295"/>
          </p:nvPr>
        </p:nvSpPr>
        <p:spPr>
          <a:xfrm>
            <a:off x="179388" y="557213"/>
            <a:ext cx="8229600" cy="1143000"/>
          </a:xfrm>
        </p:spPr>
        <p:txBody>
          <a:bodyPr/>
          <a:lstStyle/>
          <a:p>
            <a:r>
              <a:rPr lang="en-US" altLang="zh-CN" dirty="0">
                <a:sym typeface="宋体" panose="02010600030101010101" pitchFamily="2" charset="-122"/>
              </a:rPr>
              <a:t>4 </a:t>
            </a:r>
            <a:r>
              <a:rPr lang="zh-CN" altLang="en-US" dirty="0">
                <a:sym typeface="宋体" panose="02010600030101010101" pitchFamily="2" charset="-122"/>
              </a:rPr>
              <a:t>银行家算法</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DCD80401-FF2D-E24F-B757-7AF650C95EA1}"/>
              </a:ext>
            </a:extLst>
          </p:cNvPr>
          <p:cNvSpPr>
            <a:spLocks noGrp="1"/>
          </p:cNvSpPr>
          <p:nvPr>
            <p:ph idx="4294967295"/>
          </p:nvPr>
        </p:nvSpPr>
        <p:spPr>
          <a:xfrm>
            <a:off x="422275" y="1755775"/>
            <a:ext cx="8721725" cy="4527550"/>
          </a:xfrm>
          <a:ln>
            <a:miter/>
          </a:ln>
        </p:spPr>
        <p:txBody>
          <a:bodyPr/>
          <a:lstStyle/>
          <a:p>
            <a:pPr marL="9525" indent="0">
              <a:lnSpc>
                <a:spcPct val="130000"/>
              </a:lnSpc>
              <a:buFontTx/>
              <a:buNone/>
            </a:pPr>
            <a:r>
              <a:rPr lang="en-US" altLang="zh-CN" sz="2400">
                <a:latin typeface="宋体" panose="02010600030101010101" pitchFamily="2" charset="-122"/>
              </a:rPr>
              <a:t>1</a:t>
            </a:r>
            <a:r>
              <a:rPr lang="zh-CN" altLang="en-US" sz="2400">
                <a:latin typeface="宋体" panose="02010600030101010101" pitchFamily="2" charset="-122"/>
              </a:rPr>
              <a:t>安全状态</a:t>
            </a:r>
          </a:p>
          <a:p>
            <a:pPr marL="9525" indent="0">
              <a:lnSpc>
                <a:spcPct val="130000"/>
              </a:lnSpc>
            </a:pPr>
            <a:r>
              <a:rPr lang="zh-CN" altLang="en-US" sz="2400">
                <a:latin typeface="宋体" panose="02010600030101010101" pitchFamily="2" charset="-122"/>
              </a:rPr>
              <a:t>所谓系统是安全的，是指系统中的所有进程能够按照某一种次序分配资源，并且依次地运行完毕，这种进程序列</a:t>
            </a:r>
            <a:r>
              <a:rPr lang="en-US" altLang="zh-CN" sz="2400">
                <a:latin typeface="宋体" panose="02010600030101010101" pitchFamily="2" charset="-122"/>
              </a:rPr>
              <a:t>{ P1 </a:t>
            </a:r>
            <a:r>
              <a:rPr lang="zh-CN" altLang="en-US" sz="2400">
                <a:latin typeface="宋体" panose="02010600030101010101" pitchFamily="2" charset="-122"/>
              </a:rPr>
              <a:t>，</a:t>
            </a:r>
            <a:r>
              <a:rPr lang="en-US" altLang="zh-CN" sz="2400">
                <a:latin typeface="宋体" panose="02010600030101010101" pitchFamily="2" charset="-122"/>
              </a:rPr>
              <a:t>P2 …Pn}</a:t>
            </a:r>
            <a:r>
              <a:rPr lang="zh-CN" altLang="en-US" sz="2400">
                <a:latin typeface="宋体" panose="02010600030101010101" pitchFamily="2" charset="-122"/>
              </a:rPr>
              <a:t>就是安全序列。</a:t>
            </a:r>
          </a:p>
          <a:p>
            <a:pPr marL="9525" indent="0">
              <a:lnSpc>
                <a:spcPct val="130000"/>
              </a:lnSpc>
            </a:pPr>
            <a:r>
              <a:rPr lang="zh-CN" altLang="en-US" sz="2400">
                <a:latin typeface="宋体" panose="02010600030101010101" pitchFamily="2" charset="-122"/>
              </a:rPr>
              <a:t>如果存在这样一个安全序列，则系统是安全的。</a:t>
            </a:r>
          </a:p>
          <a:p>
            <a:pPr marL="9525" indent="0">
              <a:lnSpc>
                <a:spcPct val="130000"/>
              </a:lnSpc>
              <a:buFontTx/>
              <a:buNone/>
            </a:pPr>
            <a:r>
              <a:rPr lang="en-US" altLang="zh-CN" sz="2400">
                <a:latin typeface="宋体" panose="02010600030101010101" pitchFamily="2" charset="-122"/>
              </a:rPr>
              <a:t>2</a:t>
            </a:r>
            <a:r>
              <a:rPr lang="zh-CN" altLang="en-US" sz="2400">
                <a:latin typeface="宋体" panose="02010600030101010101" pitchFamily="2" charset="-122"/>
              </a:rPr>
              <a:t>由安全状态向不安全状态的转换</a:t>
            </a:r>
          </a:p>
          <a:p>
            <a:pPr marL="9525" indent="0">
              <a:lnSpc>
                <a:spcPct val="130000"/>
              </a:lnSpc>
            </a:pPr>
            <a:r>
              <a:rPr lang="zh-CN" altLang="en-US" sz="2400">
                <a:latin typeface="宋体" panose="02010600030101010101" pitchFamily="2" charset="-122"/>
              </a:rPr>
              <a:t>对于处于安全状态的系统，当某进程请求某些资源后，系统不再安全，也就是说，不存在一个安全序列，那么，此时系统处于不安全状态。</a:t>
            </a:r>
          </a:p>
        </p:txBody>
      </p:sp>
      <p:pic>
        <p:nvPicPr>
          <p:cNvPr id="38915" name="Picture 3" descr="无标题-5">
            <a:extLst>
              <a:ext uri="{FF2B5EF4-FFF2-40B4-BE49-F238E27FC236}">
                <a16:creationId xmlns:a16="http://schemas.microsoft.com/office/drawing/2014/main" id="{0C0E4D54-F593-2C46-BAEC-1E3D97D9EA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6" name="标题 5">
            <a:extLst>
              <a:ext uri="{FF2B5EF4-FFF2-40B4-BE49-F238E27FC236}">
                <a16:creationId xmlns:a16="http://schemas.microsoft.com/office/drawing/2014/main" id="{2AE3FC4B-9DEF-8943-A3E2-BF134E153111}"/>
              </a:ext>
            </a:extLst>
          </p:cNvPr>
          <p:cNvSpPr>
            <a:spLocks noGrp="1" noChangeArrowheads="1"/>
          </p:cNvSpPr>
          <p:nvPr>
            <p:ph type="title" idx="4294967295"/>
          </p:nvPr>
        </p:nvSpPr>
        <p:spPr>
          <a:xfrm>
            <a:off x="179388" y="557213"/>
            <a:ext cx="8229600" cy="1143000"/>
          </a:xfrm>
        </p:spPr>
        <p:txBody>
          <a:bodyPr/>
          <a:lstStyle/>
          <a:p>
            <a:r>
              <a:rPr lang="en-US" altLang="zh-CN" dirty="0">
                <a:sym typeface="宋体" panose="02010600030101010101" pitchFamily="2" charset="-122"/>
              </a:rPr>
              <a:t>4.1 </a:t>
            </a:r>
            <a:r>
              <a:rPr lang="zh-CN" altLang="en-US" dirty="0">
                <a:sym typeface="宋体" panose="02010600030101010101" pitchFamily="2" charset="-122"/>
              </a:rPr>
              <a:t>系统安全状态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2">
                                            <p:txEl>
                                              <p:pRg st="0" end="0"/>
                                            </p:txEl>
                                          </p:spTgt>
                                        </p:tgtEl>
                                        <p:attrNameLst>
                                          <p:attrName>style.visibility</p:attrName>
                                        </p:attrNameLst>
                                      </p:cBhvr>
                                      <p:to>
                                        <p:strVal val="visible"/>
                                      </p:to>
                                    </p:set>
                                    <p:anim calcmode="discrete" valueType="clr">
                                      <p:cBhvr override="childStyle">
                                        <p:cTn id="7" dur="80"/>
                                        <p:tgtEl>
                                          <p:spTgt spid="2">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2">
                                            <p:txEl>
                                              <p:pRg st="0" end="0"/>
                                            </p:txEl>
                                          </p:spTgt>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2">
                                            <p:txEl>
                                              <p:pRg st="1" end="1"/>
                                            </p:txEl>
                                          </p:spTgt>
                                        </p:tgtEl>
                                        <p:attrNameLst>
                                          <p:attrName>style.visibility</p:attrName>
                                        </p:attrNameLst>
                                      </p:cBhvr>
                                      <p:to>
                                        <p:strVal val="visible"/>
                                      </p:to>
                                    </p:set>
                                    <p:anim calcmode="discrete" valueType="clr">
                                      <p:cBhvr override="childStyle">
                                        <p:cTn id="14" dur="80"/>
                                        <p:tgtEl>
                                          <p:spTgt spid="2">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2">
                                            <p:txEl>
                                              <p:pRg st="1" end="1"/>
                                            </p:txEl>
                                          </p:spTgt>
                                        </p:tgtEl>
                                        <p:attrNameLst>
                                          <p:attrName>fill.type</p:attrName>
                                        </p:attrNameLst>
                                      </p:cBhvr>
                                      <p:to>
                                        <p:strVal val="solid"/>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7" presetClass="entr" presetSubtype="0" fill="hold" nodeType="clickEffect">
                                  <p:stCondLst>
                                    <p:cond delay="0"/>
                                  </p:stCondLst>
                                  <p:iterate type="lt">
                                    <p:tmPct val="50000"/>
                                  </p:iterate>
                                  <p:childTnLst>
                                    <p:set>
                                      <p:cBhvr>
                                        <p:cTn id="20" dur="1" fill="hold">
                                          <p:stCondLst>
                                            <p:cond delay="0"/>
                                          </p:stCondLst>
                                        </p:cTn>
                                        <p:tgtEl>
                                          <p:spTgt spid="2">
                                            <p:txEl>
                                              <p:pRg st="2" end="2"/>
                                            </p:txEl>
                                          </p:spTgt>
                                        </p:tgtEl>
                                        <p:attrNameLst>
                                          <p:attrName>style.visibility</p:attrName>
                                        </p:attrNameLst>
                                      </p:cBhvr>
                                      <p:to>
                                        <p:strVal val="visible"/>
                                      </p:to>
                                    </p:set>
                                    <p:anim calcmode="discrete" valueType="clr">
                                      <p:cBhvr override="childStyle">
                                        <p:cTn id="21" dur="80"/>
                                        <p:tgtEl>
                                          <p:spTgt spid="2">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2">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2">
                                            <p:txEl>
                                              <p:pRg st="2" end="2"/>
                                            </p:txEl>
                                          </p:spTgt>
                                        </p:tgtEl>
                                        <p:attrNameLst>
                                          <p:attrName>fill.type</p:attrName>
                                        </p:attrNameLst>
                                      </p:cBhvr>
                                      <p:to>
                                        <p:strVal val="solid"/>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27" presetClass="entr" presetSubtype="0" fill="hold" nodeType="clickEffect">
                                  <p:stCondLst>
                                    <p:cond delay="0"/>
                                  </p:stCondLst>
                                  <p:iterate type="lt">
                                    <p:tmPct val="50000"/>
                                  </p:iterate>
                                  <p:childTnLst>
                                    <p:set>
                                      <p:cBhvr>
                                        <p:cTn id="27" dur="1" fill="hold">
                                          <p:stCondLst>
                                            <p:cond delay="0"/>
                                          </p:stCondLst>
                                        </p:cTn>
                                        <p:tgtEl>
                                          <p:spTgt spid="2">
                                            <p:txEl>
                                              <p:pRg st="3" end="3"/>
                                            </p:txEl>
                                          </p:spTgt>
                                        </p:tgtEl>
                                        <p:attrNameLst>
                                          <p:attrName>style.visibility</p:attrName>
                                        </p:attrNameLst>
                                      </p:cBhvr>
                                      <p:to>
                                        <p:strVal val="visible"/>
                                      </p:to>
                                    </p:set>
                                    <p:anim calcmode="discrete" valueType="clr">
                                      <p:cBhvr override="childStyle">
                                        <p:cTn id="28" dur="80"/>
                                        <p:tgtEl>
                                          <p:spTgt spid="2">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2">
                                            <p:txEl>
                                              <p:pRg st="3" end="3"/>
                                            </p:txEl>
                                          </p:spTgt>
                                        </p:tgtEl>
                                        <p:attrNameLst>
                                          <p:attrName>fillcolor</p:attrName>
                                        </p:attrNameLst>
                                      </p:cBhvr>
                                      <p:tavLst>
                                        <p:tav tm="0">
                                          <p:val>
                                            <p:clrVal>
                                              <a:schemeClr val="accent2"/>
                                            </p:clrVal>
                                          </p:val>
                                        </p:tav>
                                        <p:tav tm="50000">
                                          <p:val>
                                            <p:clrVal>
                                              <a:schemeClr val="hlink"/>
                                            </p:clrVal>
                                          </p:val>
                                        </p:tav>
                                      </p:tavLst>
                                    </p:anim>
                                    <p:set>
                                      <p:cBhvr>
                                        <p:cTn id="30" dur="80"/>
                                        <p:tgtEl>
                                          <p:spTgt spid="2">
                                            <p:txEl>
                                              <p:pRg st="3" end="3"/>
                                            </p:txEl>
                                          </p:spTgt>
                                        </p:tgtEl>
                                        <p:attrNameLst>
                                          <p:attrName>fill.type</p:attrName>
                                        </p:attrNameLst>
                                      </p:cBhvr>
                                      <p:to>
                                        <p:strVal val="solid"/>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27" presetClass="entr" presetSubtype="0" fill="hold" nodeType="clickEffect">
                                  <p:stCondLst>
                                    <p:cond delay="0"/>
                                  </p:stCondLst>
                                  <p:iterate type="lt">
                                    <p:tmPct val="50000"/>
                                  </p:iterate>
                                  <p:childTnLst>
                                    <p:set>
                                      <p:cBhvr>
                                        <p:cTn id="34" dur="1" fill="hold">
                                          <p:stCondLst>
                                            <p:cond delay="0"/>
                                          </p:stCondLst>
                                        </p:cTn>
                                        <p:tgtEl>
                                          <p:spTgt spid="2">
                                            <p:txEl>
                                              <p:pRg st="4" end="4"/>
                                            </p:txEl>
                                          </p:spTgt>
                                        </p:tgtEl>
                                        <p:attrNameLst>
                                          <p:attrName>style.visibility</p:attrName>
                                        </p:attrNameLst>
                                      </p:cBhvr>
                                      <p:to>
                                        <p:strVal val="visible"/>
                                      </p:to>
                                    </p:set>
                                    <p:anim calcmode="discrete" valueType="clr">
                                      <p:cBhvr override="childStyle">
                                        <p:cTn id="35" dur="80"/>
                                        <p:tgtEl>
                                          <p:spTgt spid="2">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6" dur="80"/>
                                        <p:tgtEl>
                                          <p:spTgt spid="2">
                                            <p:txEl>
                                              <p:pRg st="4" end="4"/>
                                            </p:txEl>
                                          </p:spTgt>
                                        </p:tgtEl>
                                        <p:attrNameLst>
                                          <p:attrName>fillcolor</p:attrName>
                                        </p:attrNameLst>
                                      </p:cBhvr>
                                      <p:tavLst>
                                        <p:tav tm="0">
                                          <p:val>
                                            <p:clrVal>
                                              <a:schemeClr val="accent2"/>
                                            </p:clrVal>
                                          </p:val>
                                        </p:tav>
                                        <p:tav tm="50000">
                                          <p:val>
                                            <p:clrVal>
                                              <a:schemeClr val="hlink"/>
                                            </p:clrVal>
                                          </p:val>
                                        </p:tav>
                                      </p:tavLst>
                                    </p:anim>
                                    <p:set>
                                      <p:cBhvr>
                                        <p:cTn id="37" dur="80"/>
                                        <p:tgtEl>
                                          <p:spTgt spid="2">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3B65D607-31C9-2C47-BA36-D75B70C8BAEA}"/>
              </a:ext>
            </a:extLst>
          </p:cNvPr>
          <p:cNvSpPr>
            <a:spLocks noGrp="1" noChangeArrowheads="1"/>
          </p:cNvSpPr>
          <p:nvPr>
            <p:ph idx="4294967295"/>
          </p:nvPr>
        </p:nvSpPr>
        <p:spPr>
          <a:xfrm>
            <a:off x="422275" y="1755775"/>
            <a:ext cx="8721725" cy="4527550"/>
          </a:xfrm>
        </p:spPr>
        <p:txBody>
          <a:bodyPr/>
          <a:lstStyle/>
          <a:p>
            <a:pPr marL="9525" indent="0">
              <a:lnSpc>
                <a:spcPct val="130000"/>
              </a:lnSpc>
              <a:buFontTx/>
              <a:buNone/>
            </a:pPr>
            <a:r>
              <a:rPr lang="en-US" altLang="zh-CN" sz="2400">
                <a:latin typeface="宋体" panose="02010600030101010101" pitchFamily="2" charset="-122"/>
              </a:rPr>
              <a:t>3</a:t>
            </a:r>
            <a:r>
              <a:rPr lang="zh-CN" altLang="en-US" sz="2400">
                <a:latin typeface="宋体" panose="02010600030101010101" pitchFamily="2" charset="-122"/>
              </a:rPr>
              <a:t>安全状态案例</a:t>
            </a:r>
          </a:p>
          <a:p>
            <a:pPr marL="9525" indent="0">
              <a:lnSpc>
                <a:spcPct val="130000"/>
              </a:lnSpc>
              <a:buFontTx/>
              <a:buNone/>
            </a:pPr>
            <a:r>
              <a:rPr lang="zh-CN" altLang="en-US" sz="2400">
                <a:latin typeface="宋体" panose="02010600030101010101" pitchFamily="2" charset="-122"/>
              </a:rPr>
              <a:t>   有</a:t>
            </a:r>
            <a:r>
              <a:rPr lang="en-US" altLang="zh-CN" sz="2400">
                <a:latin typeface="宋体" panose="02010600030101010101" pitchFamily="2" charset="-122"/>
              </a:rPr>
              <a:t>3</a:t>
            </a:r>
            <a:r>
              <a:rPr lang="zh-CN" altLang="en-US" sz="2400">
                <a:latin typeface="宋体" panose="02010600030101010101" pitchFamily="2" charset="-122"/>
              </a:rPr>
              <a:t>个进程</a:t>
            </a:r>
            <a:r>
              <a:rPr lang="en-US" altLang="zh-CN" sz="2400">
                <a:latin typeface="宋体" panose="02010600030101010101" pitchFamily="2" charset="-122"/>
              </a:rPr>
              <a:t>P1</a:t>
            </a:r>
            <a:r>
              <a:rPr lang="zh-CN" altLang="en-US" sz="2400">
                <a:latin typeface="宋体" panose="02010600030101010101" pitchFamily="2" charset="-122"/>
              </a:rPr>
              <a:t>、</a:t>
            </a:r>
            <a:r>
              <a:rPr lang="en-US" altLang="zh-CN" sz="2400">
                <a:latin typeface="宋体" panose="02010600030101010101" pitchFamily="2" charset="-122"/>
              </a:rPr>
              <a:t>P2</a:t>
            </a:r>
            <a:r>
              <a:rPr lang="zh-CN" altLang="en-US" sz="2400">
                <a:latin typeface="宋体" panose="02010600030101010101" pitchFamily="2" charset="-122"/>
              </a:rPr>
              <a:t>和</a:t>
            </a:r>
            <a:r>
              <a:rPr lang="en-US" altLang="zh-CN" sz="2400">
                <a:latin typeface="宋体" panose="02010600030101010101" pitchFamily="2" charset="-122"/>
              </a:rPr>
              <a:t>P3</a:t>
            </a:r>
            <a:r>
              <a:rPr lang="zh-CN" altLang="en-US" sz="2400">
                <a:latin typeface="宋体" panose="02010600030101010101" pitchFamily="2" charset="-122"/>
              </a:rPr>
              <a:t>，对资源的最大需求、已分配资源数和系统可用资源数，如表</a:t>
            </a:r>
            <a:r>
              <a:rPr lang="en-US" altLang="zh-CN" sz="2400">
                <a:latin typeface="宋体" panose="02010600030101010101" pitchFamily="2" charset="-122"/>
              </a:rPr>
              <a:t>4-2</a:t>
            </a:r>
            <a:r>
              <a:rPr lang="zh-CN" altLang="en-US" sz="2400">
                <a:latin typeface="宋体" panose="02010600030101010101" pitchFamily="2" charset="-122"/>
              </a:rPr>
              <a:t>所示。</a:t>
            </a:r>
          </a:p>
          <a:p>
            <a:pPr marL="9525" indent="0">
              <a:lnSpc>
                <a:spcPct val="130000"/>
              </a:lnSpc>
              <a:buFontTx/>
              <a:buNone/>
            </a:pPr>
            <a:r>
              <a:rPr lang="zh-CN" altLang="en-US" sz="2400">
                <a:latin typeface="宋体" panose="02010600030101010101" pitchFamily="2" charset="-122"/>
              </a:rPr>
              <a:t>    </a:t>
            </a:r>
          </a:p>
        </p:txBody>
      </p:sp>
      <p:pic>
        <p:nvPicPr>
          <p:cNvPr id="39939" name="Picture 3" descr="无标题-5">
            <a:extLst>
              <a:ext uri="{FF2B5EF4-FFF2-40B4-BE49-F238E27FC236}">
                <a16:creationId xmlns:a16="http://schemas.microsoft.com/office/drawing/2014/main" id="{7585D764-3DC4-A44D-9CD2-3DFFCEFC3A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0" name="标题 5">
            <a:extLst>
              <a:ext uri="{FF2B5EF4-FFF2-40B4-BE49-F238E27FC236}">
                <a16:creationId xmlns:a16="http://schemas.microsoft.com/office/drawing/2014/main" id="{07CD86AE-8FC2-F144-AA60-F2A541D6037C}"/>
              </a:ext>
            </a:extLst>
          </p:cNvPr>
          <p:cNvSpPr>
            <a:spLocks noGrp="1" noChangeArrowheads="1"/>
          </p:cNvSpPr>
          <p:nvPr>
            <p:ph type="title" idx="4294967295"/>
          </p:nvPr>
        </p:nvSpPr>
        <p:spPr>
          <a:xfrm>
            <a:off x="179388" y="557213"/>
            <a:ext cx="8229600" cy="1143000"/>
          </a:xfrm>
        </p:spPr>
        <p:txBody>
          <a:bodyPr/>
          <a:lstStyle/>
          <a:p>
            <a:r>
              <a:rPr lang="en-US" altLang="zh-CN" dirty="0">
                <a:sym typeface="宋体" panose="02010600030101010101" pitchFamily="2" charset="-122"/>
              </a:rPr>
              <a:t>4.1 </a:t>
            </a:r>
            <a:r>
              <a:rPr lang="zh-CN" altLang="en-US" dirty="0">
                <a:sym typeface="宋体" panose="02010600030101010101" pitchFamily="2" charset="-122"/>
              </a:rPr>
              <a:t>系统安全状态</a:t>
            </a:r>
          </a:p>
        </p:txBody>
      </p:sp>
      <p:pic>
        <p:nvPicPr>
          <p:cNvPr id="39941" name="图片 8">
            <a:extLst>
              <a:ext uri="{FF2B5EF4-FFF2-40B4-BE49-F238E27FC236}">
                <a16:creationId xmlns:a16="http://schemas.microsoft.com/office/drawing/2014/main" id="{C7198938-BD1B-C047-B40F-1B9CABA442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878"/>
          <a:stretch>
            <a:fillRect/>
          </a:stretch>
        </p:blipFill>
        <p:spPr bwMode="auto">
          <a:xfrm>
            <a:off x="898525" y="3284538"/>
            <a:ext cx="7165975"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2">
                                            <p:txEl>
                                              <p:pRg st="0" end="0"/>
                                            </p:txEl>
                                          </p:spTgt>
                                        </p:tgtEl>
                                        <p:attrNameLst>
                                          <p:attrName>style.visibility</p:attrName>
                                        </p:attrNameLst>
                                      </p:cBhvr>
                                      <p:to>
                                        <p:strVal val="visible"/>
                                      </p:to>
                                    </p:set>
                                    <p:anim calcmode="discrete" valueType="clr">
                                      <p:cBhvr override="childStyle">
                                        <p:cTn id="7" dur="80"/>
                                        <p:tgtEl>
                                          <p:spTgt spid="2">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2">
                                            <p:txEl>
                                              <p:pRg st="0" end="0"/>
                                            </p:txEl>
                                          </p:spTgt>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2">
                                            <p:txEl>
                                              <p:pRg st="1" end="1"/>
                                            </p:txEl>
                                          </p:spTgt>
                                        </p:tgtEl>
                                        <p:attrNameLst>
                                          <p:attrName>style.visibility</p:attrName>
                                        </p:attrNameLst>
                                      </p:cBhvr>
                                      <p:to>
                                        <p:strVal val="visible"/>
                                      </p:to>
                                    </p:set>
                                    <p:anim calcmode="discrete" valueType="clr">
                                      <p:cBhvr override="childStyle">
                                        <p:cTn id="14" dur="80"/>
                                        <p:tgtEl>
                                          <p:spTgt spid="2">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2">
                                            <p:txEl>
                                              <p:pRg st="1" end="1"/>
                                            </p:txEl>
                                          </p:spTgt>
                                        </p:tgtEl>
                                        <p:attrNameLst>
                                          <p:attrName>fill.type</p:attrName>
                                        </p:attrNameLst>
                                      </p:cBhvr>
                                      <p:to>
                                        <p:strVal val="solid"/>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7" presetClass="entr" presetSubtype="0" fill="hold" nodeType="clickEffect">
                                  <p:stCondLst>
                                    <p:cond delay="0"/>
                                  </p:stCondLst>
                                  <p:iterate type="lt">
                                    <p:tmPct val="50000"/>
                                  </p:iterate>
                                  <p:childTnLst>
                                    <p:set>
                                      <p:cBhvr>
                                        <p:cTn id="20" dur="1" fill="hold">
                                          <p:stCondLst>
                                            <p:cond delay="0"/>
                                          </p:stCondLst>
                                        </p:cTn>
                                        <p:tgtEl>
                                          <p:spTgt spid="2">
                                            <p:txEl>
                                              <p:pRg st="2" end="2"/>
                                            </p:txEl>
                                          </p:spTgt>
                                        </p:tgtEl>
                                        <p:attrNameLst>
                                          <p:attrName>style.visibility</p:attrName>
                                        </p:attrNameLst>
                                      </p:cBhvr>
                                      <p:to>
                                        <p:strVal val="visible"/>
                                      </p:to>
                                    </p:set>
                                    <p:anim calcmode="discrete" valueType="clr">
                                      <p:cBhvr override="childStyle">
                                        <p:cTn id="21" dur="80"/>
                                        <p:tgtEl>
                                          <p:spTgt spid="2">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2">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2">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210140D4-E196-244E-9921-69BEC6A5189C}"/>
              </a:ext>
            </a:extLst>
          </p:cNvPr>
          <p:cNvSpPr>
            <a:spLocks noGrp="1" noChangeArrowheads="1"/>
          </p:cNvSpPr>
          <p:nvPr>
            <p:ph idx="4294967295"/>
          </p:nvPr>
        </p:nvSpPr>
        <p:spPr>
          <a:xfrm>
            <a:off x="422275" y="1755775"/>
            <a:ext cx="8721725" cy="4527550"/>
          </a:xfrm>
        </p:spPr>
        <p:txBody>
          <a:bodyPr/>
          <a:lstStyle/>
          <a:p>
            <a:pPr marL="9525" indent="0">
              <a:lnSpc>
                <a:spcPct val="130000"/>
              </a:lnSpc>
              <a:buFontTx/>
              <a:buNone/>
            </a:pPr>
            <a:r>
              <a:rPr lang="zh-CN" altLang="en-US" sz="2400">
                <a:latin typeface="宋体" panose="02010600030101010101" pitchFamily="2" charset="-122"/>
              </a:rPr>
              <a:t>安全序列：</a:t>
            </a:r>
            <a:r>
              <a:rPr lang="en-US" altLang="zh-CN" sz="2400">
                <a:latin typeface="宋体" panose="02010600030101010101" pitchFamily="2" charset="-122"/>
              </a:rPr>
              <a:t>P3→P1→P2</a:t>
            </a:r>
          </a:p>
          <a:p>
            <a:pPr marL="9525" indent="0">
              <a:lnSpc>
                <a:spcPct val="130000"/>
              </a:lnSpc>
              <a:buFontTx/>
              <a:buNone/>
            </a:pPr>
            <a:r>
              <a:rPr lang="zh-CN" altLang="en-US" sz="2400">
                <a:latin typeface="宋体" panose="02010600030101010101" pitchFamily="2" charset="-122"/>
              </a:rPr>
              <a:t>不安全序列：</a:t>
            </a:r>
            <a:r>
              <a:rPr lang="en-US" altLang="zh-CN" sz="2400">
                <a:latin typeface="宋体" panose="02010600030101010101" pitchFamily="2" charset="-122"/>
              </a:rPr>
              <a:t>P1→…</a:t>
            </a:r>
          </a:p>
          <a:p>
            <a:pPr marL="9525" indent="0">
              <a:lnSpc>
                <a:spcPct val="130000"/>
              </a:lnSpc>
              <a:buFontTx/>
              <a:buNone/>
            </a:pPr>
            <a:r>
              <a:rPr lang="en-US" altLang="zh-CN" sz="2400">
                <a:latin typeface="宋体" panose="02010600030101010101" pitchFamily="2" charset="-122"/>
              </a:rPr>
              <a:t>            P2→… </a:t>
            </a:r>
          </a:p>
          <a:p>
            <a:pPr marL="9525" indent="0">
              <a:lnSpc>
                <a:spcPct val="130000"/>
              </a:lnSpc>
              <a:buFontTx/>
              <a:buNone/>
            </a:pPr>
            <a:r>
              <a:rPr lang="en-US" altLang="zh-CN" sz="2400">
                <a:latin typeface="宋体" panose="02010600030101010101" pitchFamily="2" charset="-122"/>
              </a:rPr>
              <a:t>            P3→P2→P1</a:t>
            </a:r>
          </a:p>
          <a:p>
            <a:pPr marL="9525" indent="0">
              <a:lnSpc>
                <a:spcPct val="130000"/>
              </a:lnSpc>
              <a:buFontTx/>
              <a:buNone/>
            </a:pPr>
            <a:r>
              <a:rPr lang="zh-CN" altLang="en-US" sz="2400">
                <a:latin typeface="宋体" panose="02010600030101010101" pitchFamily="2" charset="-122"/>
              </a:rPr>
              <a:t>表</a:t>
            </a:r>
            <a:r>
              <a:rPr lang="en-US" altLang="zh-CN" sz="2400">
                <a:latin typeface="宋体" panose="02010600030101010101" pitchFamily="2" charset="-122"/>
              </a:rPr>
              <a:t>4-2</a:t>
            </a:r>
            <a:r>
              <a:rPr lang="zh-CN" altLang="en-US" sz="2400">
                <a:latin typeface="宋体" panose="02010600030101010101" pitchFamily="2" charset="-122"/>
              </a:rPr>
              <a:t>所示的系统状态是安全的，因为存在一个安全序列</a:t>
            </a:r>
            <a:r>
              <a:rPr lang="en-US" altLang="zh-CN" sz="2400">
                <a:latin typeface="宋体" panose="02010600030101010101" pitchFamily="2" charset="-122"/>
              </a:rPr>
              <a:t>P2→P1→P3</a:t>
            </a:r>
            <a:r>
              <a:rPr lang="zh-CN" altLang="en-US" sz="2400">
                <a:latin typeface="宋体" panose="02010600030101010101" pitchFamily="2" charset="-122"/>
              </a:rPr>
              <a:t>。</a:t>
            </a:r>
          </a:p>
          <a:p>
            <a:pPr marL="9525" indent="0">
              <a:lnSpc>
                <a:spcPct val="130000"/>
              </a:lnSpc>
              <a:buFontTx/>
              <a:buNone/>
            </a:pPr>
            <a:r>
              <a:rPr lang="zh-CN" altLang="en-US" sz="2400">
                <a:latin typeface="宋体" panose="02010600030101010101" pitchFamily="2" charset="-122"/>
              </a:rPr>
              <a:t>但是如果再给</a:t>
            </a:r>
            <a:r>
              <a:rPr lang="en-US" altLang="zh-CN" sz="2400">
                <a:latin typeface="宋体" panose="02010600030101010101" pitchFamily="2" charset="-122"/>
              </a:rPr>
              <a:t>P1</a:t>
            </a:r>
            <a:r>
              <a:rPr lang="zh-CN" altLang="en-US" sz="2400">
                <a:latin typeface="宋体" panose="02010600030101010101" pitchFamily="2" charset="-122"/>
              </a:rPr>
              <a:t>或</a:t>
            </a:r>
            <a:r>
              <a:rPr lang="en-US" altLang="zh-CN" sz="2400">
                <a:latin typeface="宋体" panose="02010600030101010101" pitchFamily="2" charset="-122"/>
              </a:rPr>
              <a:t>P3</a:t>
            </a:r>
            <a:r>
              <a:rPr lang="zh-CN" altLang="en-US" sz="2400">
                <a:latin typeface="宋体" panose="02010600030101010101" pitchFamily="2" charset="-122"/>
              </a:rPr>
              <a:t>分配资源，或者按照</a:t>
            </a:r>
            <a:r>
              <a:rPr lang="en-US" altLang="zh-CN" sz="2400">
                <a:latin typeface="宋体" panose="02010600030101010101" pitchFamily="2" charset="-122"/>
              </a:rPr>
              <a:t>P2→P3→P1</a:t>
            </a:r>
            <a:r>
              <a:rPr lang="zh-CN" altLang="en-US" sz="2400">
                <a:latin typeface="宋体" panose="02010600030101010101" pitchFamily="2" charset="-122"/>
              </a:rPr>
              <a:t>的序列分配资源，都会导致系统变为不安全状态，即不存在安全序列。</a:t>
            </a:r>
          </a:p>
        </p:txBody>
      </p:sp>
      <p:pic>
        <p:nvPicPr>
          <p:cNvPr id="40963" name="Picture 3" descr="无标题-5">
            <a:extLst>
              <a:ext uri="{FF2B5EF4-FFF2-40B4-BE49-F238E27FC236}">
                <a16:creationId xmlns:a16="http://schemas.microsoft.com/office/drawing/2014/main" id="{88E25BB9-614A-FE40-9512-520C037186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4" name="标题 5">
            <a:extLst>
              <a:ext uri="{FF2B5EF4-FFF2-40B4-BE49-F238E27FC236}">
                <a16:creationId xmlns:a16="http://schemas.microsoft.com/office/drawing/2014/main" id="{816B7446-A8DE-FB4D-A282-5D9519A55D77}"/>
              </a:ext>
            </a:extLst>
          </p:cNvPr>
          <p:cNvSpPr>
            <a:spLocks noGrp="1" noChangeArrowheads="1"/>
          </p:cNvSpPr>
          <p:nvPr>
            <p:ph type="title" idx="4294967295"/>
          </p:nvPr>
        </p:nvSpPr>
        <p:spPr>
          <a:xfrm>
            <a:off x="179388" y="557213"/>
            <a:ext cx="8229600" cy="1143000"/>
          </a:xfrm>
        </p:spPr>
        <p:txBody>
          <a:bodyPr/>
          <a:lstStyle/>
          <a:p>
            <a:r>
              <a:rPr lang="en-US" altLang="zh-CN" dirty="0">
                <a:sym typeface="宋体" panose="02010600030101010101" pitchFamily="2" charset="-122"/>
              </a:rPr>
              <a:t>4.1 </a:t>
            </a:r>
            <a:r>
              <a:rPr lang="zh-CN" altLang="en-US" dirty="0">
                <a:sym typeface="宋体" panose="02010600030101010101" pitchFamily="2" charset="-122"/>
              </a:rPr>
              <a:t>系统安全状态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2">
                                            <p:txEl>
                                              <p:pRg st="0" end="0"/>
                                            </p:txEl>
                                          </p:spTgt>
                                        </p:tgtEl>
                                        <p:attrNameLst>
                                          <p:attrName>style.visibility</p:attrName>
                                        </p:attrNameLst>
                                      </p:cBhvr>
                                      <p:to>
                                        <p:strVal val="visible"/>
                                      </p:to>
                                    </p:set>
                                    <p:anim calcmode="discrete" valueType="clr">
                                      <p:cBhvr override="childStyle">
                                        <p:cTn id="7" dur="80"/>
                                        <p:tgtEl>
                                          <p:spTgt spid="2">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2">
                                            <p:txEl>
                                              <p:pRg st="0" end="0"/>
                                            </p:txEl>
                                          </p:spTgt>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2">
                                            <p:txEl>
                                              <p:pRg st="1" end="1"/>
                                            </p:txEl>
                                          </p:spTgt>
                                        </p:tgtEl>
                                        <p:attrNameLst>
                                          <p:attrName>style.visibility</p:attrName>
                                        </p:attrNameLst>
                                      </p:cBhvr>
                                      <p:to>
                                        <p:strVal val="visible"/>
                                      </p:to>
                                    </p:set>
                                    <p:anim calcmode="discrete" valueType="clr">
                                      <p:cBhvr override="childStyle">
                                        <p:cTn id="14" dur="80"/>
                                        <p:tgtEl>
                                          <p:spTgt spid="2">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2">
                                            <p:txEl>
                                              <p:pRg st="1" end="1"/>
                                            </p:txEl>
                                          </p:spTgt>
                                        </p:tgtEl>
                                        <p:attrNameLst>
                                          <p:attrName>fill.type</p:attrName>
                                        </p:attrNameLst>
                                      </p:cBhvr>
                                      <p:to>
                                        <p:strVal val="solid"/>
                                      </p:to>
                                    </p:set>
                                  </p:childTnLst>
                                </p:cTn>
                              </p:par>
                            </p:childTnLst>
                          </p:cTn>
                        </p:par>
                        <p:par>
                          <p:cTn id="17" fill="hold" nodeType="afterGroup">
                            <p:stCondLst>
                              <p:cond delay="440"/>
                            </p:stCondLst>
                            <p:childTnLst>
                              <p:par>
                                <p:cTn id="18" presetID="27" presetClass="entr" presetSubtype="0" fill="hold" nodeType="afterEffect">
                                  <p:stCondLst>
                                    <p:cond delay="0"/>
                                  </p:stCondLst>
                                  <p:iterate type="lt">
                                    <p:tmPct val="50000"/>
                                  </p:iterate>
                                  <p:childTnLst>
                                    <p:set>
                                      <p:cBhvr>
                                        <p:cTn id="19" dur="1" fill="hold">
                                          <p:stCondLst>
                                            <p:cond delay="0"/>
                                          </p:stCondLst>
                                        </p:cTn>
                                        <p:tgtEl>
                                          <p:spTgt spid="2">
                                            <p:txEl>
                                              <p:pRg st="2" end="2"/>
                                            </p:txEl>
                                          </p:spTgt>
                                        </p:tgtEl>
                                        <p:attrNameLst>
                                          <p:attrName>style.visibility</p:attrName>
                                        </p:attrNameLst>
                                      </p:cBhvr>
                                      <p:to>
                                        <p:strVal val="visible"/>
                                      </p:to>
                                    </p:set>
                                    <p:anim calcmode="discrete" valueType="clr">
                                      <p:cBhvr override="childStyle">
                                        <p:cTn id="20" dur="80"/>
                                        <p:tgtEl>
                                          <p:spTgt spid="2">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1" dur="80"/>
                                        <p:tgtEl>
                                          <p:spTgt spid="2">
                                            <p:txEl>
                                              <p:pRg st="2" end="2"/>
                                            </p:txEl>
                                          </p:spTgt>
                                        </p:tgtEl>
                                        <p:attrNameLst>
                                          <p:attrName>fillcolor</p:attrName>
                                        </p:attrNameLst>
                                      </p:cBhvr>
                                      <p:tavLst>
                                        <p:tav tm="0">
                                          <p:val>
                                            <p:clrVal>
                                              <a:schemeClr val="accent2"/>
                                            </p:clrVal>
                                          </p:val>
                                        </p:tav>
                                        <p:tav tm="50000">
                                          <p:val>
                                            <p:clrVal>
                                              <a:schemeClr val="hlink"/>
                                            </p:clrVal>
                                          </p:val>
                                        </p:tav>
                                      </p:tavLst>
                                    </p:anim>
                                    <p:set>
                                      <p:cBhvr>
                                        <p:cTn id="22" dur="80"/>
                                        <p:tgtEl>
                                          <p:spTgt spid="2">
                                            <p:txEl>
                                              <p:pRg st="2" end="2"/>
                                            </p:txEl>
                                          </p:spTgt>
                                        </p:tgtEl>
                                        <p:attrNameLst>
                                          <p:attrName>fill.type</p:attrName>
                                        </p:attrNameLst>
                                      </p:cBhvr>
                                      <p:to>
                                        <p:strVal val="solid"/>
                                      </p:to>
                                    </p:set>
                                  </p:childTnLst>
                                </p:cTn>
                              </p:par>
                            </p:childTnLst>
                          </p:cTn>
                        </p:par>
                        <p:par>
                          <p:cTn id="23" fill="hold" nodeType="afterGroup">
                            <p:stCondLst>
                              <p:cond delay="1160"/>
                            </p:stCondLst>
                            <p:childTnLst>
                              <p:par>
                                <p:cTn id="24" presetID="27" presetClass="entr" presetSubtype="0" fill="hold" nodeType="afterEffect">
                                  <p:stCondLst>
                                    <p:cond delay="0"/>
                                  </p:stCondLst>
                                  <p:iterate type="lt">
                                    <p:tmPct val="50000"/>
                                  </p:iterate>
                                  <p:childTnLst>
                                    <p:set>
                                      <p:cBhvr>
                                        <p:cTn id="25" dur="1" fill="hold">
                                          <p:stCondLst>
                                            <p:cond delay="0"/>
                                          </p:stCondLst>
                                        </p:cTn>
                                        <p:tgtEl>
                                          <p:spTgt spid="2">
                                            <p:txEl>
                                              <p:pRg st="3" end="3"/>
                                            </p:txEl>
                                          </p:spTgt>
                                        </p:tgtEl>
                                        <p:attrNameLst>
                                          <p:attrName>style.visibility</p:attrName>
                                        </p:attrNameLst>
                                      </p:cBhvr>
                                      <p:to>
                                        <p:strVal val="visible"/>
                                      </p:to>
                                    </p:set>
                                    <p:anim calcmode="discrete" valueType="clr">
                                      <p:cBhvr override="childStyle">
                                        <p:cTn id="26" dur="80"/>
                                        <p:tgtEl>
                                          <p:spTgt spid="2">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7" dur="80"/>
                                        <p:tgtEl>
                                          <p:spTgt spid="2">
                                            <p:txEl>
                                              <p:pRg st="3" end="3"/>
                                            </p:txEl>
                                          </p:spTgt>
                                        </p:tgtEl>
                                        <p:attrNameLst>
                                          <p:attrName>fillcolor</p:attrName>
                                        </p:attrNameLst>
                                      </p:cBhvr>
                                      <p:tavLst>
                                        <p:tav tm="0">
                                          <p:val>
                                            <p:clrVal>
                                              <a:schemeClr val="accent2"/>
                                            </p:clrVal>
                                          </p:val>
                                        </p:tav>
                                        <p:tav tm="50000">
                                          <p:val>
                                            <p:clrVal>
                                              <a:schemeClr val="hlink"/>
                                            </p:clrVal>
                                          </p:val>
                                        </p:tav>
                                      </p:tavLst>
                                    </p:anim>
                                    <p:set>
                                      <p:cBhvr>
                                        <p:cTn id="28" dur="80"/>
                                        <p:tgtEl>
                                          <p:spTgt spid="2">
                                            <p:txEl>
                                              <p:pRg st="3" end="3"/>
                                            </p:txEl>
                                          </p:spTgt>
                                        </p:tgtEl>
                                        <p:attrNameLst>
                                          <p:attrName>fill.type</p:attrName>
                                        </p:attrNameLst>
                                      </p:cBhvr>
                                      <p:to>
                                        <p:strVal val="solid"/>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27" presetClass="entr" presetSubtype="0" fill="hold" nodeType="clickEffect">
                                  <p:stCondLst>
                                    <p:cond delay="0"/>
                                  </p:stCondLst>
                                  <p:iterate type="lt">
                                    <p:tmPct val="50000"/>
                                  </p:iterate>
                                  <p:childTnLst>
                                    <p:set>
                                      <p:cBhvr>
                                        <p:cTn id="32" dur="1" fill="hold">
                                          <p:stCondLst>
                                            <p:cond delay="0"/>
                                          </p:stCondLst>
                                        </p:cTn>
                                        <p:tgtEl>
                                          <p:spTgt spid="2">
                                            <p:txEl>
                                              <p:pRg st="4" end="4"/>
                                            </p:txEl>
                                          </p:spTgt>
                                        </p:tgtEl>
                                        <p:attrNameLst>
                                          <p:attrName>style.visibility</p:attrName>
                                        </p:attrNameLst>
                                      </p:cBhvr>
                                      <p:to>
                                        <p:strVal val="visible"/>
                                      </p:to>
                                    </p:set>
                                    <p:anim calcmode="discrete" valueType="clr">
                                      <p:cBhvr override="childStyle">
                                        <p:cTn id="33" dur="80"/>
                                        <p:tgtEl>
                                          <p:spTgt spid="2">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4" dur="80"/>
                                        <p:tgtEl>
                                          <p:spTgt spid="2">
                                            <p:txEl>
                                              <p:pRg st="4" end="4"/>
                                            </p:txEl>
                                          </p:spTgt>
                                        </p:tgtEl>
                                        <p:attrNameLst>
                                          <p:attrName>fillcolor</p:attrName>
                                        </p:attrNameLst>
                                      </p:cBhvr>
                                      <p:tavLst>
                                        <p:tav tm="0">
                                          <p:val>
                                            <p:clrVal>
                                              <a:schemeClr val="accent2"/>
                                            </p:clrVal>
                                          </p:val>
                                        </p:tav>
                                        <p:tav tm="50000">
                                          <p:val>
                                            <p:clrVal>
                                              <a:schemeClr val="hlink"/>
                                            </p:clrVal>
                                          </p:val>
                                        </p:tav>
                                      </p:tavLst>
                                    </p:anim>
                                    <p:set>
                                      <p:cBhvr>
                                        <p:cTn id="35" dur="80"/>
                                        <p:tgtEl>
                                          <p:spTgt spid="2">
                                            <p:txEl>
                                              <p:pRg st="4" end="4"/>
                                            </p:txEl>
                                          </p:spTgt>
                                        </p:tgtEl>
                                        <p:attrNameLst>
                                          <p:attrName>fill.type</p:attrName>
                                        </p:attrNameLst>
                                      </p:cBhvr>
                                      <p:to>
                                        <p:strVal val="solid"/>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27" presetClass="entr" presetSubtype="0" fill="hold" nodeType="clickEffect">
                                  <p:stCondLst>
                                    <p:cond delay="0"/>
                                  </p:stCondLst>
                                  <p:iterate type="lt">
                                    <p:tmPct val="50000"/>
                                  </p:iterate>
                                  <p:childTnLst>
                                    <p:set>
                                      <p:cBhvr>
                                        <p:cTn id="39" dur="1" fill="hold">
                                          <p:stCondLst>
                                            <p:cond delay="0"/>
                                          </p:stCondLst>
                                        </p:cTn>
                                        <p:tgtEl>
                                          <p:spTgt spid="2">
                                            <p:txEl>
                                              <p:pRg st="5" end="5"/>
                                            </p:txEl>
                                          </p:spTgt>
                                        </p:tgtEl>
                                        <p:attrNameLst>
                                          <p:attrName>style.visibility</p:attrName>
                                        </p:attrNameLst>
                                      </p:cBhvr>
                                      <p:to>
                                        <p:strVal val="visible"/>
                                      </p:to>
                                    </p:set>
                                    <p:anim calcmode="discrete" valueType="clr">
                                      <p:cBhvr override="childStyle">
                                        <p:cTn id="40" dur="80"/>
                                        <p:tgtEl>
                                          <p:spTgt spid="2">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1" dur="80"/>
                                        <p:tgtEl>
                                          <p:spTgt spid="2">
                                            <p:txEl>
                                              <p:pRg st="5" end="5"/>
                                            </p:txEl>
                                          </p:spTgt>
                                        </p:tgtEl>
                                        <p:attrNameLst>
                                          <p:attrName>fillcolor</p:attrName>
                                        </p:attrNameLst>
                                      </p:cBhvr>
                                      <p:tavLst>
                                        <p:tav tm="0">
                                          <p:val>
                                            <p:clrVal>
                                              <a:schemeClr val="accent2"/>
                                            </p:clrVal>
                                          </p:val>
                                        </p:tav>
                                        <p:tav tm="50000">
                                          <p:val>
                                            <p:clrVal>
                                              <a:schemeClr val="hlink"/>
                                            </p:clrVal>
                                          </p:val>
                                        </p:tav>
                                      </p:tavLst>
                                    </p:anim>
                                    <p:set>
                                      <p:cBhvr>
                                        <p:cTn id="42" dur="80"/>
                                        <p:tgtEl>
                                          <p:spTgt spid="2">
                                            <p:txEl>
                                              <p:pRg st="5" end="5"/>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212461C5-FC0C-DF40-9BA2-6CBC830BA5BF}"/>
              </a:ext>
            </a:extLst>
          </p:cNvPr>
          <p:cNvSpPr>
            <a:spLocks noGrp="1" noChangeArrowheads="1"/>
          </p:cNvSpPr>
          <p:nvPr>
            <p:ph idx="4294967295"/>
          </p:nvPr>
        </p:nvSpPr>
        <p:spPr>
          <a:xfrm>
            <a:off x="422275" y="1755775"/>
            <a:ext cx="8721725" cy="4527550"/>
          </a:xfrm>
        </p:spPr>
        <p:txBody>
          <a:bodyPr/>
          <a:lstStyle/>
          <a:p>
            <a:pPr marL="352425">
              <a:lnSpc>
                <a:spcPct val="200000"/>
              </a:lnSpc>
            </a:pPr>
            <a:r>
              <a:rPr lang="zh-CN" altLang="en-US" sz="2400">
                <a:latin typeface="宋体" panose="02010600030101010101" pitchFamily="2" charset="-122"/>
              </a:rPr>
              <a:t>表</a:t>
            </a:r>
            <a:r>
              <a:rPr lang="en-US" altLang="zh-CN" sz="2400">
                <a:latin typeface="宋体" panose="02010600030101010101" pitchFamily="2" charset="-122"/>
              </a:rPr>
              <a:t>4-2</a:t>
            </a:r>
            <a:r>
              <a:rPr lang="zh-CN" altLang="en-US" sz="2400">
                <a:latin typeface="宋体" panose="02010600030101010101" pitchFamily="2" charset="-122"/>
              </a:rPr>
              <a:t>中仅涉及一种资源，称只分配一种资源的银行家算法为单银行家算法。</a:t>
            </a:r>
          </a:p>
          <a:p>
            <a:pPr marL="352425">
              <a:lnSpc>
                <a:spcPct val="200000"/>
              </a:lnSpc>
            </a:pPr>
            <a:r>
              <a:rPr lang="zh-CN" altLang="en-US" sz="2400">
                <a:latin typeface="宋体" panose="02010600030101010101" pitchFamily="2" charset="-122"/>
              </a:rPr>
              <a:t>如果分配的资源之类较多，则称为多银行家算法。</a:t>
            </a:r>
          </a:p>
        </p:txBody>
      </p:sp>
      <p:pic>
        <p:nvPicPr>
          <p:cNvPr id="41987" name="Picture 3" descr="无标题-5">
            <a:extLst>
              <a:ext uri="{FF2B5EF4-FFF2-40B4-BE49-F238E27FC236}">
                <a16:creationId xmlns:a16="http://schemas.microsoft.com/office/drawing/2014/main" id="{B618694B-70BC-A449-8DDB-A67A5C57AF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8" name="标题 5">
            <a:extLst>
              <a:ext uri="{FF2B5EF4-FFF2-40B4-BE49-F238E27FC236}">
                <a16:creationId xmlns:a16="http://schemas.microsoft.com/office/drawing/2014/main" id="{4FC64D78-4713-5B46-B0F9-9A56F4B1D8B6}"/>
              </a:ext>
            </a:extLst>
          </p:cNvPr>
          <p:cNvSpPr>
            <a:spLocks noGrp="1" noChangeArrowheads="1"/>
          </p:cNvSpPr>
          <p:nvPr>
            <p:ph type="title" idx="4294967295"/>
          </p:nvPr>
        </p:nvSpPr>
        <p:spPr>
          <a:xfrm>
            <a:off x="179388" y="557213"/>
            <a:ext cx="8229600" cy="1143000"/>
          </a:xfrm>
        </p:spPr>
        <p:txBody>
          <a:bodyPr/>
          <a:lstStyle/>
          <a:p>
            <a:r>
              <a:rPr lang="en-US" altLang="zh-CN" dirty="0">
                <a:sym typeface="宋体" panose="02010600030101010101" pitchFamily="2" charset="-122"/>
              </a:rPr>
              <a:t>4.1 </a:t>
            </a:r>
            <a:r>
              <a:rPr lang="zh-CN" altLang="en-US" dirty="0">
                <a:sym typeface="宋体" panose="02010600030101010101" pitchFamily="2" charset="-122"/>
              </a:rPr>
              <a:t>系统安全状态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2">
                                            <p:txEl>
                                              <p:pRg st="0" end="0"/>
                                            </p:txEl>
                                          </p:spTgt>
                                        </p:tgtEl>
                                        <p:attrNameLst>
                                          <p:attrName>style.visibility</p:attrName>
                                        </p:attrNameLst>
                                      </p:cBhvr>
                                      <p:to>
                                        <p:strVal val="visible"/>
                                      </p:to>
                                    </p:set>
                                    <p:anim calcmode="discrete" valueType="clr">
                                      <p:cBhvr override="childStyle">
                                        <p:cTn id="7" dur="80"/>
                                        <p:tgtEl>
                                          <p:spTgt spid="2">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2">
                                            <p:txEl>
                                              <p:pRg st="0" end="0"/>
                                            </p:txEl>
                                          </p:spTgt>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2">
                                            <p:txEl>
                                              <p:pRg st="1" end="1"/>
                                            </p:txEl>
                                          </p:spTgt>
                                        </p:tgtEl>
                                        <p:attrNameLst>
                                          <p:attrName>style.visibility</p:attrName>
                                        </p:attrNameLst>
                                      </p:cBhvr>
                                      <p:to>
                                        <p:strVal val="visible"/>
                                      </p:to>
                                    </p:set>
                                    <p:anim calcmode="discrete" valueType="clr">
                                      <p:cBhvr override="childStyle">
                                        <p:cTn id="14" dur="80"/>
                                        <p:tgtEl>
                                          <p:spTgt spid="2">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2">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B11D0E4C-478C-C84B-A33A-E598085FE31C}"/>
              </a:ext>
            </a:extLst>
          </p:cNvPr>
          <p:cNvSpPr>
            <a:spLocks noGrp="1" noChangeArrowheads="1"/>
          </p:cNvSpPr>
          <p:nvPr>
            <p:ph idx="4294967295"/>
          </p:nvPr>
        </p:nvSpPr>
        <p:spPr>
          <a:xfrm>
            <a:off x="422275" y="1755775"/>
            <a:ext cx="8721725" cy="4527550"/>
          </a:xfrm>
        </p:spPr>
        <p:txBody>
          <a:bodyPr/>
          <a:lstStyle/>
          <a:p>
            <a:pPr marL="352425">
              <a:lnSpc>
                <a:spcPct val="110000"/>
              </a:lnSpc>
            </a:pPr>
            <a:r>
              <a:rPr lang="zh-CN" altLang="en-US" sz="2400">
                <a:latin typeface="宋体" panose="02010600030101010101" pitchFamily="2" charset="-122"/>
              </a:rPr>
              <a:t>某银行家拥有一定资金，可以为顾客办理贷款为保证资金的安全，银行家规定如下协议，顾客认可后可办理贷款：</a:t>
            </a:r>
          </a:p>
          <a:p>
            <a:pPr marL="352425">
              <a:lnSpc>
                <a:spcPct val="110000"/>
              </a:lnSpc>
            </a:pPr>
            <a:r>
              <a:rPr lang="en-US" altLang="zh-CN" sz="2400">
                <a:latin typeface="宋体" panose="02010600030101010101" pitchFamily="2" charset="-122"/>
              </a:rPr>
              <a:t>1)</a:t>
            </a:r>
            <a:r>
              <a:rPr lang="zh-CN" altLang="en-US" sz="2400">
                <a:latin typeface="宋体" panose="02010600030101010101" pitchFamily="2" charset="-122"/>
              </a:rPr>
              <a:t>当一个顾客对资金的最大需求量不超过银行家现有的资金时就可接纳该顾客。</a:t>
            </a:r>
          </a:p>
          <a:p>
            <a:pPr marL="352425">
              <a:lnSpc>
                <a:spcPct val="110000"/>
              </a:lnSpc>
            </a:pPr>
            <a:r>
              <a:rPr lang="en-US" altLang="zh-CN" sz="2400">
                <a:latin typeface="宋体" panose="02010600030101010101" pitchFamily="2" charset="-122"/>
              </a:rPr>
              <a:t>2)</a:t>
            </a:r>
            <a:r>
              <a:rPr lang="zh-CN" altLang="en-US" sz="2400">
                <a:latin typeface="宋体" panose="02010600030101010101" pitchFamily="2" charset="-122"/>
              </a:rPr>
              <a:t>顾客可以分期贷款，但贷款的总数不能超过最大需求量；资金的最大需求量中途不能改变；</a:t>
            </a:r>
          </a:p>
          <a:p>
            <a:pPr marL="352425">
              <a:lnSpc>
                <a:spcPct val="110000"/>
              </a:lnSpc>
            </a:pPr>
            <a:r>
              <a:rPr lang="en-US" altLang="zh-CN" sz="2400">
                <a:latin typeface="宋体" panose="02010600030101010101" pitchFamily="2" charset="-122"/>
              </a:rPr>
              <a:t>3)</a:t>
            </a:r>
            <a:r>
              <a:rPr lang="zh-CN" altLang="en-US" sz="2400">
                <a:latin typeface="宋体" panose="02010600030101010101" pitchFamily="2" charset="-122"/>
              </a:rPr>
              <a:t>当银行家现有的资金不能满足顾客尚需的贷款数额时，对顾客的贷款可推迟支付，但总能使顾客在有限的时间里得到贷款；</a:t>
            </a:r>
          </a:p>
          <a:p>
            <a:pPr marL="352425">
              <a:lnSpc>
                <a:spcPct val="110000"/>
              </a:lnSpc>
            </a:pPr>
            <a:r>
              <a:rPr lang="en-US" altLang="zh-CN" sz="2400">
                <a:latin typeface="宋体" panose="02010600030101010101" pitchFamily="2" charset="-122"/>
              </a:rPr>
              <a:t>4)</a:t>
            </a:r>
            <a:r>
              <a:rPr lang="zh-CN" altLang="en-US" sz="2400">
                <a:latin typeface="宋体" panose="02010600030101010101" pitchFamily="2" charset="-122"/>
              </a:rPr>
              <a:t>当顾客得到所需的全部资金后，一定能在有限的时间里归还所有的资金。 </a:t>
            </a:r>
          </a:p>
        </p:txBody>
      </p:sp>
      <p:pic>
        <p:nvPicPr>
          <p:cNvPr id="43011" name="Picture 3" descr="无标题-5">
            <a:extLst>
              <a:ext uri="{FF2B5EF4-FFF2-40B4-BE49-F238E27FC236}">
                <a16:creationId xmlns:a16="http://schemas.microsoft.com/office/drawing/2014/main" id="{1CDEF80E-61DD-C446-90F9-4422BDB519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2" name="标题 5">
            <a:extLst>
              <a:ext uri="{FF2B5EF4-FFF2-40B4-BE49-F238E27FC236}">
                <a16:creationId xmlns:a16="http://schemas.microsoft.com/office/drawing/2014/main" id="{ABCDF86A-7797-AB4A-AB95-6EAE986E71E7}"/>
              </a:ext>
            </a:extLst>
          </p:cNvPr>
          <p:cNvSpPr>
            <a:spLocks noGrp="1" noChangeArrowheads="1"/>
          </p:cNvSpPr>
          <p:nvPr>
            <p:ph type="title" idx="4294967295"/>
          </p:nvPr>
        </p:nvSpPr>
        <p:spPr>
          <a:xfrm>
            <a:off x="179388" y="557213"/>
            <a:ext cx="8229600" cy="1143000"/>
          </a:xfrm>
        </p:spPr>
        <p:txBody>
          <a:bodyPr/>
          <a:lstStyle/>
          <a:p>
            <a:r>
              <a:rPr lang="en-US" altLang="zh-CN" dirty="0">
                <a:sym typeface="宋体" panose="02010600030101010101" pitchFamily="2" charset="-122"/>
              </a:rPr>
              <a:t>4.2 </a:t>
            </a:r>
            <a:r>
              <a:rPr lang="zh-CN" altLang="en-US" dirty="0">
                <a:sym typeface="宋体" panose="02010600030101010101" pitchFamily="2" charset="-122"/>
              </a:rPr>
              <a:t>银行家算法原型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2">
                                            <p:txEl>
                                              <p:pRg st="1" end="1"/>
                                            </p:txEl>
                                          </p:spTgt>
                                        </p:tgtEl>
                                        <p:attrNameLst>
                                          <p:attrName>style.visibility</p:attrName>
                                        </p:attrNameLst>
                                      </p:cBhvr>
                                      <p:to>
                                        <p:strVal val="visible"/>
                                      </p:to>
                                    </p:set>
                                    <p:anim calcmode="discrete" valueType="clr">
                                      <p:cBhvr override="childStyle">
                                        <p:cTn id="7" dur="80"/>
                                        <p:tgtEl>
                                          <p:spTgt spid="2">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xEl>
                                              <p:pRg st="1" end="1"/>
                                            </p:txEl>
                                          </p:spTgt>
                                        </p:tgtEl>
                                        <p:attrNameLst>
                                          <p:attrName>fillcolor</p:attrName>
                                        </p:attrNameLst>
                                      </p:cBhvr>
                                      <p:tavLst>
                                        <p:tav tm="0">
                                          <p:val>
                                            <p:clrVal>
                                              <a:schemeClr val="accent2"/>
                                            </p:clrVal>
                                          </p:val>
                                        </p:tav>
                                        <p:tav tm="50000">
                                          <p:val>
                                            <p:clrVal>
                                              <a:schemeClr val="hlink"/>
                                            </p:clrVal>
                                          </p:val>
                                        </p:tav>
                                      </p:tavLst>
                                    </p:anim>
                                    <p:set>
                                      <p:cBhvr>
                                        <p:cTn id="9" dur="80"/>
                                        <p:tgtEl>
                                          <p:spTgt spid="2">
                                            <p:txEl>
                                              <p:pRg st="1" end="1"/>
                                            </p:txEl>
                                          </p:spTgt>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2">
                                            <p:txEl>
                                              <p:pRg st="2" end="2"/>
                                            </p:txEl>
                                          </p:spTgt>
                                        </p:tgtEl>
                                        <p:attrNameLst>
                                          <p:attrName>style.visibility</p:attrName>
                                        </p:attrNameLst>
                                      </p:cBhvr>
                                      <p:to>
                                        <p:strVal val="visible"/>
                                      </p:to>
                                    </p:set>
                                    <p:anim calcmode="discrete" valueType="clr">
                                      <p:cBhvr override="childStyle">
                                        <p:cTn id="14" dur="80"/>
                                        <p:tgtEl>
                                          <p:spTgt spid="2">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
                                            <p:txEl>
                                              <p:pRg st="2" end="2"/>
                                            </p:txEl>
                                          </p:spTgt>
                                        </p:tgtEl>
                                        <p:attrNameLst>
                                          <p:attrName>fillcolor</p:attrName>
                                        </p:attrNameLst>
                                      </p:cBhvr>
                                      <p:tavLst>
                                        <p:tav tm="0">
                                          <p:val>
                                            <p:clrVal>
                                              <a:schemeClr val="accent2"/>
                                            </p:clrVal>
                                          </p:val>
                                        </p:tav>
                                        <p:tav tm="50000">
                                          <p:val>
                                            <p:clrVal>
                                              <a:schemeClr val="hlink"/>
                                            </p:clrVal>
                                          </p:val>
                                        </p:tav>
                                      </p:tavLst>
                                    </p:anim>
                                    <p:set>
                                      <p:cBhvr>
                                        <p:cTn id="16" dur="80"/>
                                        <p:tgtEl>
                                          <p:spTgt spid="2">
                                            <p:txEl>
                                              <p:pRg st="2" end="2"/>
                                            </p:txEl>
                                          </p:spTgt>
                                        </p:tgtEl>
                                        <p:attrNameLst>
                                          <p:attrName>fill.type</p:attrName>
                                        </p:attrNameLst>
                                      </p:cBhvr>
                                      <p:to>
                                        <p:strVal val="solid"/>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7" presetClass="entr" presetSubtype="0" fill="hold" nodeType="clickEffect">
                                  <p:stCondLst>
                                    <p:cond delay="0"/>
                                  </p:stCondLst>
                                  <p:iterate type="lt">
                                    <p:tmPct val="50000"/>
                                  </p:iterate>
                                  <p:childTnLst>
                                    <p:set>
                                      <p:cBhvr>
                                        <p:cTn id="20" dur="1" fill="hold">
                                          <p:stCondLst>
                                            <p:cond delay="0"/>
                                          </p:stCondLst>
                                        </p:cTn>
                                        <p:tgtEl>
                                          <p:spTgt spid="2">
                                            <p:txEl>
                                              <p:pRg st="3" end="3"/>
                                            </p:txEl>
                                          </p:spTgt>
                                        </p:tgtEl>
                                        <p:attrNameLst>
                                          <p:attrName>style.visibility</p:attrName>
                                        </p:attrNameLst>
                                      </p:cBhvr>
                                      <p:to>
                                        <p:strVal val="visible"/>
                                      </p:to>
                                    </p:set>
                                    <p:anim calcmode="discrete" valueType="clr">
                                      <p:cBhvr override="childStyle">
                                        <p:cTn id="21" dur="80"/>
                                        <p:tgtEl>
                                          <p:spTgt spid="2">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2">
                                            <p:txEl>
                                              <p:pRg st="3" end="3"/>
                                            </p:txEl>
                                          </p:spTgt>
                                        </p:tgtEl>
                                        <p:attrNameLst>
                                          <p:attrName>fillcolor</p:attrName>
                                        </p:attrNameLst>
                                      </p:cBhvr>
                                      <p:tavLst>
                                        <p:tav tm="0">
                                          <p:val>
                                            <p:clrVal>
                                              <a:schemeClr val="accent2"/>
                                            </p:clrVal>
                                          </p:val>
                                        </p:tav>
                                        <p:tav tm="50000">
                                          <p:val>
                                            <p:clrVal>
                                              <a:schemeClr val="hlink"/>
                                            </p:clrVal>
                                          </p:val>
                                        </p:tav>
                                      </p:tavLst>
                                    </p:anim>
                                    <p:set>
                                      <p:cBhvr>
                                        <p:cTn id="23" dur="80"/>
                                        <p:tgtEl>
                                          <p:spTgt spid="2">
                                            <p:txEl>
                                              <p:pRg st="3" end="3"/>
                                            </p:txEl>
                                          </p:spTgt>
                                        </p:tgtEl>
                                        <p:attrNameLst>
                                          <p:attrName>fill.type</p:attrName>
                                        </p:attrNameLst>
                                      </p:cBhvr>
                                      <p:to>
                                        <p:strVal val="solid"/>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27" presetClass="entr" presetSubtype="0" fill="hold" nodeType="clickEffect">
                                  <p:stCondLst>
                                    <p:cond delay="0"/>
                                  </p:stCondLst>
                                  <p:iterate type="lt">
                                    <p:tmPct val="50000"/>
                                  </p:iterate>
                                  <p:childTnLst>
                                    <p:set>
                                      <p:cBhvr>
                                        <p:cTn id="27" dur="1" fill="hold">
                                          <p:stCondLst>
                                            <p:cond delay="0"/>
                                          </p:stCondLst>
                                        </p:cTn>
                                        <p:tgtEl>
                                          <p:spTgt spid="2">
                                            <p:txEl>
                                              <p:pRg st="4" end="4"/>
                                            </p:txEl>
                                          </p:spTgt>
                                        </p:tgtEl>
                                        <p:attrNameLst>
                                          <p:attrName>style.visibility</p:attrName>
                                        </p:attrNameLst>
                                      </p:cBhvr>
                                      <p:to>
                                        <p:strVal val="visible"/>
                                      </p:to>
                                    </p:set>
                                    <p:anim calcmode="discrete" valueType="clr">
                                      <p:cBhvr override="childStyle">
                                        <p:cTn id="28" dur="80"/>
                                        <p:tgtEl>
                                          <p:spTgt spid="2">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2">
                                            <p:txEl>
                                              <p:pRg st="4" end="4"/>
                                            </p:txEl>
                                          </p:spTgt>
                                        </p:tgtEl>
                                        <p:attrNameLst>
                                          <p:attrName>fillcolor</p:attrName>
                                        </p:attrNameLst>
                                      </p:cBhvr>
                                      <p:tavLst>
                                        <p:tav tm="0">
                                          <p:val>
                                            <p:clrVal>
                                              <a:schemeClr val="accent2"/>
                                            </p:clrVal>
                                          </p:val>
                                        </p:tav>
                                        <p:tav tm="50000">
                                          <p:val>
                                            <p:clrVal>
                                              <a:schemeClr val="hlink"/>
                                            </p:clrVal>
                                          </p:val>
                                        </p:tav>
                                      </p:tavLst>
                                    </p:anim>
                                    <p:set>
                                      <p:cBhvr>
                                        <p:cTn id="30" dur="80"/>
                                        <p:tgtEl>
                                          <p:spTgt spid="2">
                                            <p:txEl>
                                              <p:pRg st="4" end="4"/>
                                            </p:txEl>
                                          </p:spTgt>
                                        </p:tgtEl>
                                        <p:attrNameLst>
                                          <p:attrName>fill.type</p:attrName>
                                        </p:attrNameLst>
                                      </p:cBhvr>
                                      <p:to>
                                        <p:strVal val="solid"/>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27" presetClass="entr" presetSubtype="0" fill="hold" nodeType="clickEffect">
                                  <p:stCondLst>
                                    <p:cond delay="0"/>
                                  </p:stCondLst>
                                  <p:iterate type="lt">
                                    <p:tmPct val="50000"/>
                                  </p:iterate>
                                  <p:childTnLst>
                                    <p:set>
                                      <p:cBhvr>
                                        <p:cTn id="34" dur="1" fill="hold">
                                          <p:stCondLst>
                                            <p:cond delay="0"/>
                                          </p:stCondLst>
                                        </p:cTn>
                                        <p:tgtEl>
                                          <p:spTgt spid="2">
                                            <p:txEl>
                                              <p:charRg st="5" end="5"/>
                                            </p:txEl>
                                          </p:spTgt>
                                        </p:tgtEl>
                                        <p:attrNameLst>
                                          <p:attrName>style.visibility</p:attrName>
                                        </p:attrNameLst>
                                      </p:cBhvr>
                                      <p:to>
                                        <p:strVal val="visible"/>
                                      </p:to>
                                    </p:set>
                                    <p:anim calcmode="discrete" valueType="clr">
                                      <p:cBhvr override="childStyle">
                                        <p:cTn id="35" dur="80"/>
                                        <p:tgtEl>
                                          <p:spTgt spid="2">
                                            <p:txEl>
                                              <p:char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6" dur="80"/>
                                        <p:tgtEl>
                                          <p:spTgt spid="2">
                                            <p:txEl>
                                              <p:charRg st="5" end="5"/>
                                            </p:txEl>
                                          </p:spTgt>
                                        </p:tgtEl>
                                        <p:attrNameLst>
                                          <p:attrName>fillcolor</p:attrName>
                                        </p:attrNameLst>
                                      </p:cBhvr>
                                      <p:tavLst>
                                        <p:tav tm="0">
                                          <p:val>
                                            <p:clrVal>
                                              <a:schemeClr val="accent2"/>
                                            </p:clrVal>
                                          </p:val>
                                        </p:tav>
                                        <p:tav tm="50000">
                                          <p:val>
                                            <p:clrVal>
                                              <a:schemeClr val="hlink"/>
                                            </p:clrVal>
                                          </p:val>
                                        </p:tav>
                                      </p:tavLst>
                                    </p:anim>
                                    <p:set>
                                      <p:cBhvr>
                                        <p:cTn id="37" dur="80"/>
                                        <p:tgtEl>
                                          <p:spTgt spid="2">
                                            <p:txEl>
                                              <p:charRg st="5" end="5"/>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63D0817C-1E5A-4B42-BD34-3678F2A82FDA}"/>
              </a:ext>
            </a:extLst>
          </p:cNvPr>
          <p:cNvSpPr>
            <a:spLocks noGrp="1" noChangeArrowheads="1"/>
          </p:cNvSpPr>
          <p:nvPr>
            <p:ph idx="4294967295"/>
          </p:nvPr>
        </p:nvSpPr>
        <p:spPr>
          <a:xfrm>
            <a:off x="422275" y="1755775"/>
            <a:ext cx="8721725" cy="4527550"/>
          </a:xfrm>
        </p:spPr>
        <p:txBody>
          <a:bodyPr/>
          <a:lstStyle/>
          <a:p>
            <a:pPr marL="9525" indent="0">
              <a:lnSpc>
                <a:spcPct val="110000"/>
              </a:lnSpc>
              <a:buFontTx/>
              <a:buNone/>
            </a:pPr>
            <a:r>
              <a:rPr lang="en-US" altLang="zh-CN" sz="2400">
                <a:latin typeface="宋体" panose="02010600030101010101" pitchFamily="2" charset="-122"/>
              </a:rPr>
              <a:t>1)</a:t>
            </a:r>
            <a:r>
              <a:rPr lang="zh-CN" altLang="en-US" sz="2400">
                <a:latin typeface="宋体" panose="02010600030101010101" pitchFamily="2" charset="-122"/>
              </a:rPr>
              <a:t>把操作系统看作是银行家，操作系统管理的资源相当于银行家管理的资金，进程向操作系统请求分配资源相当于用户向银行家贷款。</a:t>
            </a:r>
          </a:p>
          <a:p>
            <a:pPr marL="9525" indent="0">
              <a:lnSpc>
                <a:spcPct val="110000"/>
              </a:lnSpc>
              <a:buFontTx/>
              <a:buNone/>
            </a:pPr>
            <a:r>
              <a:rPr lang="en-US" altLang="zh-CN" sz="2400">
                <a:latin typeface="宋体" panose="02010600030101010101" pitchFamily="2" charset="-122"/>
              </a:rPr>
              <a:t>2)</a:t>
            </a:r>
            <a:r>
              <a:rPr lang="zh-CN" altLang="en-US" sz="2400">
                <a:latin typeface="宋体" panose="02010600030101010101" pitchFamily="2" charset="-122"/>
              </a:rPr>
              <a:t>操作系统按照银行家制定的规则为进程分配资源。</a:t>
            </a:r>
          </a:p>
          <a:p>
            <a:pPr marL="9525" indent="0">
              <a:lnSpc>
                <a:spcPct val="110000"/>
              </a:lnSpc>
              <a:buFontTx/>
              <a:buNone/>
            </a:pPr>
            <a:r>
              <a:rPr lang="en-US" altLang="zh-CN" sz="2400">
                <a:latin typeface="宋体" panose="02010600030101010101" pitchFamily="2" charset="-122"/>
              </a:rPr>
              <a:t>3)</a:t>
            </a:r>
            <a:r>
              <a:rPr lang="zh-CN" altLang="en-US" sz="2400">
                <a:latin typeface="宋体" panose="02010600030101010101" pitchFamily="2" charset="-122"/>
              </a:rPr>
              <a:t>当进程首次申请资源时，要测试该进程对资源的最大需求量</a:t>
            </a:r>
          </a:p>
          <a:p>
            <a:pPr marL="9525" indent="0">
              <a:lnSpc>
                <a:spcPct val="110000"/>
              </a:lnSpc>
              <a:buFontTx/>
              <a:buNone/>
            </a:pPr>
            <a:r>
              <a:rPr lang="en-US" altLang="zh-CN" sz="2400">
                <a:latin typeface="宋体" panose="02010600030101010101" pitchFamily="2" charset="-122"/>
              </a:rPr>
              <a:t>4)</a:t>
            </a:r>
            <a:r>
              <a:rPr lang="zh-CN" altLang="en-US" sz="2400">
                <a:latin typeface="宋体" panose="02010600030101010101" pitchFamily="2" charset="-122"/>
              </a:rPr>
              <a:t>如果系统现存的资源可以满足它的最大需求量则按当前的申请量分配资源，否则就推迟分配。</a:t>
            </a:r>
          </a:p>
          <a:p>
            <a:pPr marL="9525" indent="0">
              <a:lnSpc>
                <a:spcPct val="110000"/>
              </a:lnSpc>
              <a:buFontTx/>
              <a:buNone/>
            </a:pPr>
            <a:r>
              <a:rPr lang="en-US" altLang="zh-CN" sz="2400">
                <a:latin typeface="宋体" panose="02010600030101010101" pitchFamily="2" charset="-122"/>
              </a:rPr>
              <a:t>5)</a:t>
            </a:r>
            <a:r>
              <a:rPr lang="zh-CN" altLang="en-US" sz="2400">
                <a:latin typeface="宋体" panose="02010600030101010101" pitchFamily="2" charset="-122"/>
              </a:rPr>
              <a:t>当进程在执行中继续申请资源时，先测试该进程本次申请的资源数是否超过了该资源所剩余的总量。</a:t>
            </a:r>
          </a:p>
          <a:p>
            <a:pPr marL="9525" indent="0">
              <a:lnSpc>
                <a:spcPct val="110000"/>
              </a:lnSpc>
              <a:buFontTx/>
              <a:buNone/>
            </a:pPr>
            <a:r>
              <a:rPr lang="zh-CN" altLang="en-US" sz="2400">
                <a:latin typeface="宋体" panose="02010600030101010101" pitchFamily="2" charset="-122"/>
              </a:rPr>
              <a:t>6)若超过则拒绝分配资源。若能满足则按当前的申请量分配资源，否则推迟分配。</a:t>
            </a:r>
          </a:p>
        </p:txBody>
      </p:sp>
      <p:pic>
        <p:nvPicPr>
          <p:cNvPr id="44035" name="Picture 3" descr="无标题-5">
            <a:extLst>
              <a:ext uri="{FF2B5EF4-FFF2-40B4-BE49-F238E27FC236}">
                <a16:creationId xmlns:a16="http://schemas.microsoft.com/office/drawing/2014/main" id="{03A660CF-560B-6A47-95E9-FE856343C0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6" name="标题 5">
            <a:extLst>
              <a:ext uri="{FF2B5EF4-FFF2-40B4-BE49-F238E27FC236}">
                <a16:creationId xmlns:a16="http://schemas.microsoft.com/office/drawing/2014/main" id="{B33BDAC8-7D9C-094A-87D0-EA7BA78B0E45}"/>
              </a:ext>
            </a:extLst>
          </p:cNvPr>
          <p:cNvSpPr>
            <a:spLocks noGrp="1" noChangeArrowheads="1"/>
          </p:cNvSpPr>
          <p:nvPr>
            <p:ph type="title" idx="4294967295"/>
          </p:nvPr>
        </p:nvSpPr>
        <p:spPr>
          <a:xfrm>
            <a:off x="179388" y="557213"/>
            <a:ext cx="8229600" cy="1143000"/>
          </a:xfrm>
        </p:spPr>
        <p:txBody>
          <a:bodyPr/>
          <a:lstStyle/>
          <a:p>
            <a:r>
              <a:rPr lang="en-US" altLang="zh-CN" dirty="0">
                <a:sym typeface="宋体" panose="02010600030101010101" pitchFamily="2" charset="-122"/>
              </a:rPr>
              <a:t>4.3 </a:t>
            </a:r>
            <a:r>
              <a:rPr lang="zh-CN" altLang="en-US" dirty="0">
                <a:sym typeface="宋体" panose="02010600030101010101" pitchFamily="2" charset="-122"/>
              </a:rPr>
              <a:t>银行家算法原理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2">
                                            <p:txEl>
                                              <p:pRg st="0" end="0"/>
                                            </p:txEl>
                                          </p:spTgt>
                                        </p:tgtEl>
                                        <p:attrNameLst>
                                          <p:attrName>style.visibility</p:attrName>
                                        </p:attrNameLst>
                                      </p:cBhvr>
                                      <p:to>
                                        <p:strVal val="visible"/>
                                      </p:to>
                                    </p:set>
                                    <p:anim calcmode="discrete" valueType="clr">
                                      <p:cBhvr override="childStyle">
                                        <p:cTn id="7" dur="80"/>
                                        <p:tgtEl>
                                          <p:spTgt spid="2">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2">
                                            <p:txEl>
                                              <p:pRg st="0" end="0"/>
                                            </p:txEl>
                                          </p:spTgt>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2">
                                            <p:txEl>
                                              <p:pRg st="1" end="1"/>
                                            </p:txEl>
                                          </p:spTgt>
                                        </p:tgtEl>
                                        <p:attrNameLst>
                                          <p:attrName>style.visibility</p:attrName>
                                        </p:attrNameLst>
                                      </p:cBhvr>
                                      <p:to>
                                        <p:strVal val="visible"/>
                                      </p:to>
                                    </p:set>
                                    <p:anim calcmode="discrete" valueType="clr">
                                      <p:cBhvr override="childStyle">
                                        <p:cTn id="14" dur="80"/>
                                        <p:tgtEl>
                                          <p:spTgt spid="2">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2">
                                            <p:txEl>
                                              <p:pRg st="1" end="1"/>
                                            </p:txEl>
                                          </p:spTgt>
                                        </p:tgtEl>
                                        <p:attrNameLst>
                                          <p:attrName>fill.type</p:attrName>
                                        </p:attrNameLst>
                                      </p:cBhvr>
                                      <p:to>
                                        <p:strVal val="solid"/>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7" presetClass="entr" presetSubtype="0" fill="hold" nodeType="clickEffect">
                                  <p:stCondLst>
                                    <p:cond delay="0"/>
                                  </p:stCondLst>
                                  <p:iterate type="lt">
                                    <p:tmPct val="50000"/>
                                  </p:iterate>
                                  <p:childTnLst>
                                    <p:set>
                                      <p:cBhvr>
                                        <p:cTn id="20" dur="1" fill="hold">
                                          <p:stCondLst>
                                            <p:cond delay="0"/>
                                          </p:stCondLst>
                                        </p:cTn>
                                        <p:tgtEl>
                                          <p:spTgt spid="2">
                                            <p:txEl>
                                              <p:pRg st="2" end="2"/>
                                            </p:txEl>
                                          </p:spTgt>
                                        </p:tgtEl>
                                        <p:attrNameLst>
                                          <p:attrName>style.visibility</p:attrName>
                                        </p:attrNameLst>
                                      </p:cBhvr>
                                      <p:to>
                                        <p:strVal val="visible"/>
                                      </p:to>
                                    </p:set>
                                    <p:anim calcmode="discrete" valueType="clr">
                                      <p:cBhvr override="childStyle">
                                        <p:cTn id="21" dur="80"/>
                                        <p:tgtEl>
                                          <p:spTgt spid="2">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2">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2">
                                            <p:txEl>
                                              <p:pRg st="2" end="2"/>
                                            </p:txEl>
                                          </p:spTgt>
                                        </p:tgtEl>
                                        <p:attrNameLst>
                                          <p:attrName>fill.type</p:attrName>
                                        </p:attrNameLst>
                                      </p:cBhvr>
                                      <p:to>
                                        <p:strVal val="solid"/>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27" presetClass="entr" presetSubtype="0" fill="hold" nodeType="clickEffect">
                                  <p:stCondLst>
                                    <p:cond delay="0"/>
                                  </p:stCondLst>
                                  <p:iterate type="lt">
                                    <p:tmPct val="50000"/>
                                  </p:iterate>
                                  <p:childTnLst>
                                    <p:set>
                                      <p:cBhvr>
                                        <p:cTn id="27" dur="1" fill="hold">
                                          <p:stCondLst>
                                            <p:cond delay="0"/>
                                          </p:stCondLst>
                                        </p:cTn>
                                        <p:tgtEl>
                                          <p:spTgt spid="2">
                                            <p:txEl>
                                              <p:pRg st="3" end="3"/>
                                            </p:txEl>
                                          </p:spTgt>
                                        </p:tgtEl>
                                        <p:attrNameLst>
                                          <p:attrName>style.visibility</p:attrName>
                                        </p:attrNameLst>
                                      </p:cBhvr>
                                      <p:to>
                                        <p:strVal val="visible"/>
                                      </p:to>
                                    </p:set>
                                    <p:anim calcmode="discrete" valueType="clr">
                                      <p:cBhvr override="childStyle">
                                        <p:cTn id="28" dur="80"/>
                                        <p:tgtEl>
                                          <p:spTgt spid="2">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2">
                                            <p:txEl>
                                              <p:pRg st="3" end="3"/>
                                            </p:txEl>
                                          </p:spTgt>
                                        </p:tgtEl>
                                        <p:attrNameLst>
                                          <p:attrName>fillcolor</p:attrName>
                                        </p:attrNameLst>
                                      </p:cBhvr>
                                      <p:tavLst>
                                        <p:tav tm="0">
                                          <p:val>
                                            <p:clrVal>
                                              <a:schemeClr val="accent2"/>
                                            </p:clrVal>
                                          </p:val>
                                        </p:tav>
                                        <p:tav tm="50000">
                                          <p:val>
                                            <p:clrVal>
                                              <a:schemeClr val="hlink"/>
                                            </p:clrVal>
                                          </p:val>
                                        </p:tav>
                                      </p:tavLst>
                                    </p:anim>
                                    <p:set>
                                      <p:cBhvr>
                                        <p:cTn id="30" dur="80"/>
                                        <p:tgtEl>
                                          <p:spTgt spid="2">
                                            <p:txEl>
                                              <p:pRg st="3" end="3"/>
                                            </p:txEl>
                                          </p:spTgt>
                                        </p:tgtEl>
                                        <p:attrNameLst>
                                          <p:attrName>fill.type</p:attrName>
                                        </p:attrNameLst>
                                      </p:cBhvr>
                                      <p:to>
                                        <p:strVal val="solid"/>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27" presetClass="entr" presetSubtype="0" fill="hold" nodeType="clickEffect">
                                  <p:stCondLst>
                                    <p:cond delay="0"/>
                                  </p:stCondLst>
                                  <p:iterate type="lt">
                                    <p:tmPct val="50000"/>
                                  </p:iterate>
                                  <p:childTnLst>
                                    <p:set>
                                      <p:cBhvr>
                                        <p:cTn id="34" dur="1" fill="hold">
                                          <p:stCondLst>
                                            <p:cond delay="0"/>
                                          </p:stCondLst>
                                        </p:cTn>
                                        <p:tgtEl>
                                          <p:spTgt spid="2">
                                            <p:txEl>
                                              <p:pRg st="4" end="4"/>
                                            </p:txEl>
                                          </p:spTgt>
                                        </p:tgtEl>
                                        <p:attrNameLst>
                                          <p:attrName>style.visibility</p:attrName>
                                        </p:attrNameLst>
                                      </p:cBhvr>
                                      <p:to>
                                        <p:strVal val="visible"/>
                                      </p:to>
                                    </p:set>
                                    <p:anim calcmode="discrete" valueType="clr">
                                      <p:cBhvr override="childStyle">
                                        <p:cTn id="35" dur="80"/>
                                        <p:tgtEl>
                                          <p:spTgt spid="2">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6" dur="80"/>
                                        <p:tgtEl>
                                          <p:spTgt spid="2">
                                            <p:txEl>
                                              <p:pRg st="4" end="4"/>
                                            </p:txEl>
                                          </p:spTgt>
                                        </p:tgtEl>
                                        <p:attrNameLst>
                                          <p:attrName>fillcolor</p:attrName>
                                        </p:attrNameLst>
                                      </p:cBhvr>
                                      <p:tavLst>
                                        <p:tav tm="0">
                                          <p:val>
                                            <p:clrVal>
                                              <a:schemeClr val="accent2"/>
                                            </p:clrVal>
                                          </p:val>
                                        </p:tav>
                                        <p:tav tm="50000">
                                          <p:val>
                                            <p:clrVal>
                                              <a:schemeClr val="hlink"/>
                                            </p:clrVal>
                                          </p:val>
                                        </p:tav>
                                      </p:tavLst>
                                    </p:anim>
                                    <p:set>
                                      <p:cBhvr>
                                        <p:cTn id="37" dur="80"/>
                                        <p:tgtEl>
                                          <p:spTgt spid="2">
                                            <p:txEl>
                                              <p:pRg st="4" end="4"/>
                                            </p:txEl>
                                          </p:spTgt>
                                        </p:tgtEl>
                                        <p:attrNameLst>
                                          <p:attrName>fill.type</p:attrName>
                                        </p:attrNameLst>
                                      </p:cBhvr>
                                      <p:to>
                                        <p:strVal val="solid"/>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27" presetClass="entr" presetSubtype="0" fill="hold" nodeType="clickEffect">
                                  <p:stCondLst>
                                    <p:cond delay="0"/>
                                  </p:stCondLst>
                                  <p:iterate type="lt">
                                    <p:tmPct val="50000"/>
                                  </p:iterate>
                                  <p:childTnLst>
                                    <p:set>
                                      <p:cBhvr>
                                        <p:cTn id="41" dur="1" fill="hold">
                                          <p:stCondLst>
                                            <p:cond delay="0"/>
                                          </p:stCondLst>
                                        </p:cTn>
                                        <p:tgtEl>
                                          <p:spTgt spid="2">
                                            <p:txEl>
                                              <p:pRg st="5" end="5"/>
                                            </p:txEl>
                                          </p:spTgt>
                                        </p:tgtEl>
                                        <p:attrNameLst>
                                          <p:attrName>style.visibility</p:attrName>
                                        </p:attrNameLst>
                                      </p:cBhvr>
                                      <p:to>
                                        <p:strVal val="visible"/>
                                      </p:to>
                                    </p:set>
                                    <p:anim calcmode="discrete" valueType="clr">
                                      <p:cBhvr override="childStyle">
                                        <p:cTn id="42" dur="80"/>
                                        <p:tgtEl>
                                          <p:spTgt spid="2">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3" dur="80"/>
                                        <p:tgtEl>
                                          <p:spTgt spid="2">
                                            <p:txEl>
                                              <p:pRg st="5" end="5"/>
                                            </p:txEl>
                                          </p:spTgt>
                                        </p:tgtEl>
                                        <p:attrNameLst>
                                          <p:attrName>fillcolor</p:attrName>
                                        </p:attrNameLst>
                                      </p:cBhvr>
                                      <p:tavLst>
                                        <p:tav tm="0">
                                          <p:val>
                                            <p:clrVal>
                                              <a:schemeClr val="accent2"/>
                                            </p:clrVal>
                                          </p:val>
                                        </p:tav>
                                        <p:tav tm="50000">
                                          <p:val>
                                            <p:clrVal>
                                              <a:schemeClr val="hlink"/>
                                            </p:clrVal>
                                          </p:val>
                                        </p:tav>
                                      </p:tavLst>
                                    </p:anim>
                                    <p:set>
                                      <p:cBhvr>
                                        <p:cTn id="44" dur="80"/>
                                        <p:tgtEl>
                                          <p:spTgt spid="2">
                                            <p:txEl>
                                              <p:pRg st="5" end="5"/>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2201CEFF-510C-6745-8185-4055B7090544}"/>
              </a:ext>
            </a:extLst>
          </p:cNvPr>
          <p:cNvSpPr>
            <a:spLocks noGrp="1"/>
          </p:cNvSpPr>
          <p:nvPr>
            <p:ph idx="4294967295"/>
          </p:nvPr>
        </p:nvSpPr>
        <p:spPr>
          <a:xfrm>
            <a:off x="422275" y="1755775"/>
            <a:ext cx="8721725" cy="4527550"/>
          </a:xfrm>
          <a:ln>
            <a:miter/>
          </a:ln>
        </p:spPr>
        <p:txBody>
          <a:bodyPr/>
          <a:lstStyle/>
          <a:p>
            <a:pPr marL="9525" indent="0">
              <a:lnSpc>
                <a:spcPct val="140000"/>
              </a:lnSpc>
              <a:buFontTx/>
              <a:buNone/>
            </a:pPr>
            <a:r>
              <a:rPr lang="en-US" altLang="zh-CN" sz="2400">
                <a:latin typeface="宋体" panose="02010600030101010101" pitchFamily="2" charset="-122"/>
              </a:rPr>
              <a:t>1</a:t>
            </a:r>
            <a:r>
              <a:rPr lang="zh-CN" altLang="en-US" sz="2400">
                <a:latin typeface="宋体" panose="02010600030101010101" pitchFamily="2" charset="-122"/>
              </a:rPr>
              <a:t>可利用资源向量</a:t>
            </a:r>
            <a:r>
              <a:rPr lang="en-US" altLang="zh-CN" sz="2400">
                <a:latin typeface="宋体" panose="02010600030101010101" pitchFamily="2" charset="-122"/>
              </a:rPr>
              <a:t>Available </a:t>
            </a:r>
          </a:p>
          <a:p>
            <a:pPr marL="9525" indent="0">
              <a:lnSpc>
                <a:spcPct val="140000"/>
              </a:lnSpc>
            </a:pPr>
            <a:r>
              <a:rPr lang="zh-CN" altLang="en-US" sz="2400">
                <a:latin typeface="宋体" panose="02010600030101010101" pitchFamily="2" charset="-122"/>
              </a:rPr>
              <a:t>是个含有</a:t>
            </a:r>
            <a:r>
              <a:rPr lang="en-US" altLang="zh-CN" sz="2400">
                <a:latin typeface="宋体" panose="02010600030101010101" pitchFamily="2" charset="-122"/>
              </a:rPr>
              <a:t>m</a:t>
            </a:r>
            <a:r>
              <a:rPr lang="zh-CN" altLang="en-US" sz="2400">
                <a:latin typeface="宋体" panose="02010600030101010101" pitchFamily="2" charset="-122"/>
              </a:rPr>
              <a:t>个元素的数组，其中的每一个元素代表一类可利用的资源数目。</a:t>
            </a:r>
          </a:p>
          <a:p>
            <a:pPr marL="9525" indent="0">
              <a:lnSpc>
                <a:spcPct val="140000"/>
              </a:lnSpc>
            </a:pPr>
            <a:r>
              <a:rPr lang="zh-CN" altLang="en-US" sz="2400">
                <a:latin typeface="宋体" panose="02010600030101010101" pitchFamily="2" charset="-122"/>
              </a:rPr>
              <a:t>如果</a:t>
            </a:r>
            <a:r>
              <a:rPr lang="en-US" altLang="zh-CN" sz="2400">
                <a:latin typeface="宋体" panose="02010600030101010101" pitchFamily="2" charset="-122"/>
              </a:rPr>
              <a:t>Available[j]=K</a:t>
            </a:r>
            <a:r>
              <a:rPr lang="zh-CN" altLang="en-US" sz="2400">
                <a:latin typeface="宋体" panose="02010600030101010101" pitchFamily="2" charset="-122"/>
              </a:rPr>
              <a:t>，则表示系统中现有</a:t>
            </a:r>
            <a:r>
              <a:rPr lang="en-US" altLang="zh-CN" sz="2400">
                <a:latin typeface="宋体" panose="02010600030101010101" pitchFamily="2" charset="-122"/>
              </a:rPr>
              <a:t>Rj</a:t>
            </a:r>
            <a:r>
              <a:rPr lang="zh-CN" altLang="en-US" sz="2400">
                <a:latin typeface="宋体" panose="02010600030101010101" pitchFamily="2" charset="-122"/>
              </a:rPr>
              <a:t>类资源</a:t>
            </a:r>
            <a:r>
              <a:rPr lang="en-US" altLang="zh-CN" sz="2400">
                <a:latin typeface="宋体" panose="02010600030101010101" pitchFamily="2" charset="-122"/>
              </a:rPr>
              <a:t>K</a:t>
            </a:r>
            <a:r>
              <a:rPr lang="zh-CN" altLang="en-US" sz="2400">
                <a:latin typeface="宋体" panose="02010600030101010101" pitchFamily="2" charset="-122"/>
              </a:rPr>
              <a:t>个。</a:t>
            </a:r>
          </a:p>
          <a:p>
            <a:pPr marL="9525" indent="0">
              <a:lnSpc>
                <a:spcPct val="140000"/>
              </a:lnSpc>
              <a:buFontTx/>
              <a:buNone/>
            </a:pPr>
            <a:r>
              <a:rPr lang="en-US" altLang="zh-CN" sz="2400">
                <a:latin typeface="宋体" panose="02010600030101010101" pitchFamily="2" charset="-122"/>
              </a:rPr>
              <a:t>2 </a:t>
            </a:r>
            <a:r>
              <a:rPr lang="zh-CN" altLang="en-US" sz="2400">
                <a:latin typeface="宋体" panose="02010600030101010101" pitchFamily="2" charset="-122"/>
              </a:rPr>
              <a:t>最大需求矩阵</a:t>
            </a:r>
            <a:r>
              <a:rPr lang="en-US" altLang="zh-CN" sz="2400">
                <a:latin typeface="宋体" panose="02010600030101010101" pitchFamily="2" charset="-122"/>
              </a:rPr>
              <a:t>Max</a:t>
            </a:r>
          </a:p>
          <a:p>
            <a:pPr marL="9525" indent="0">
              <a:lnSpc>
                <a:spcPct val="140000"/>
              </a:lnSpc>
            </a:pPr>
            <a:r>
              <a:rPr lang="zh-CN" altLang="en-US" sz="2400">
                <a:latin typeface="宋体" panose="02010600030101010101" pitchFamily="2" charset="-122"/>
              </a:rPr>
              <a:t>是一个</a:t>
            </a:r>
            <a:r>
              <a:rPr lang="en-US" altLang="zh-CN" sz="2400">
                <a:latin typeface="宋体" panose="02010600030101010101" pitchFamily="2" charset="-122"/>
              </a:rPr>
              <a:t>n×m</a:t>
            </a:r>
            <a:r>
              <a:rPr lang="zh-CN" altLang="en-US" sz="2400">
                <a:latin typeface="宋体" panose="02010600030101010101" pitchFamily="2" charset="-122"/>
              </a:rPr>
              <a:t>的矩阵，它定义了系统中</a:t>
            </a:r>
            <a:r>
              <a:rPr lang="en-US" altLang="zh-CN" sz="2400">
                <a:latin typeface="宋体" panose="02010600030101010101" pitchFamily="2" charset="-122"/>
              </a:rPr>
              <a:t>n</a:t>
            </a:r>
            <a:r>
              <a:rPr lang="zh-CN" altLang="en-US" sz="2400">
                <a:latin typeface="宋体" panose="02010600030101010101" pitchFamily="2" charset="-122"/>
              </a:rPr>
              <a:t>个进程中的每一个进程对</a:t>
            </a:r>
            <a:r>
              <a:rPr lang="en-US" altLang="zh-CN" sz="2400">
                <a:latin typeface="宋体" panose="02010600030101010101" pitchFamily="2" charset="-122"/>
              </a:rPr>
              <a:t>m</a:t>
            </a:r>
            <a:r>
              <a:rPr lang="zh-CN" altLang="en-US" sz="2400">
                <a:latin typeface="宋体" panose="02010600030101010101" pitchFamily="2" charset="-122"/>
              </a:rPr>
              <a:t>类资源的最大需求。</a:t>
            </a:r>
          </a:p>
          <a:p>
            <a:pPr marL="9525" indent="0">
              <a:lnSpc>
                <a:spcPct val="140000"/>
              </a:lnSpc>
            </a:pPr>
            <a:r>
              <a:rPr lang="zh-CN" altLang="en-US" sz="2400">
                <a:latin typeface="宋体" panose="02010600030101010101" pitchFamily="2" charset="-122"/>
              </a:rPr>
              <a:t>如果</a:t>
            </a:r>
            <a:r>
              <a:rPr lang="en-US" altLang="zh-CN" sz="2400">
                <a:latin typeface="宋体" panose="02010600030101010101" pitchFamily="2" charset="-122"/>
              </a:rPr>
              <a:t>Max[i,j]=K</a:t>
            </a:r>
            <a:r>
              <a:rPr lang="zh-CN" altLang="en-US" sz="2400">
                <a:latin typeface="宋体" panose="02010600030101010101" pitchFamily="2" charset="-122"/>
              </a:rPr>
              <a:t>，则表示进程</a:t>
            </a:r>
            <a:r>
              <a:rPr lang="en-US" altLang="zh-CN" sz="2400">
                <a:latin typeface="宋体" panose="02010600030101010101" pitchFamily="2" charset="-122"/>
              </a:rPr>
              <a:t>i</a:t>
            </a:r>
            <a:r>
              <a:rPr lang="zh-CN" altLang="en-US" sz="2400">
                <a:latin typeface="宋体" panose="02010600030101010101" pitchFamily="2" charset="-122"/>
              </a:rPr>
              <a:t>需要</a:t>
            </a:r>
            <a:r>
              <a:rPr lang="en-US" altLang="zh-CN" sz="2400">
                <a:latin typeface="宋体" panose="02010600030101010101" pitchFamily="2" charset="-122"/>
              </a:rPr>
              <a:t>Rj</a:t>
            </a:r>
            <a:r>
              <a:rPr lang="zh-CN" altLang="en-US" sz="2400">
                <a:latin typeface="宋体" panose="02010600030101010101" pitchFamily="2" charset="-122"/>
              </a:rPr>
              <a:t>类资源的最大数目为</a:t>
            </a:r>
            <a:r>
              <a:rPr lang="en-US" altLang="zh-CN" sz="2400">
                <a:latin typeface="宋体" panose="02010600030101010101" pitchFamily="2" charset="-122"/>
              </a:rPr>
              <a:t>K</a:t>
            </a:r>
            <a:r>
              <a:rPr lang="zh-CN" altLang="en-US" sz="2400">
                <a:latin typeface="宋体" panose="02010600030101010101" pitchFamily="2" charset="-122"/>
              </a:rPr>
              <a:t>。</a:t>
            </a:r>
          </a:p>
        </p:txBody>
      </p:sp>
      <p:pic>
        <p:nvPicPr>
          <p:cNvPr id="45059" name="Picture 3" descr="无标题-5">
            <a:extLst>
              <a:ext uri="{FF2B5EF4-FFF2-40B4-BE49-F238E27FC236}">
                <a16:creationId xmlns:a16="http://schemas.microsoft.com/office/drawing/2014/main" id="{32E22CDE-63DD-1043-8169-B0C086CB45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0" name="标题 5">
            <a:extLst>
              <a:ext uri="{FF2B5EF4-FFF2-40B4-BE49-F238E27FC236}">
                <a16:creationId xmlns:a16="http://schemas.microsoft.com/office/drawing/2014/main" id="{C5E1BEA1-ABEC-A34A-91E9-6711BC2AC2D0}"/>
              </a:ext>
            </a:extLst>
          </p:cNvPr>
          <p:cNvSpPr>
            <a:spLocks noGrp="1" noChangeArrowheads="1"/>
          </p:cNvSpPr>
          <p:nvPr>
            <p:ph type="title" idx="4294967295"/>
          </p:nvPr>
        </p:nvSpPr>
        <p:spPr>
          <a:xfrm>
            <a:off x="179388" y="557213"/>
            <a:ext cx="8229600" cy="1143000"/>
          </a:xfrm>
        </p:spPr>
        <p:txBody>
          <a:bodyPr/>
          <a:lstStyle/>
          <a:p>
            <a:r>
              <a:rPr lang="en-US" altLang="zh-CN" dirty="0">
                <a:sym typeface="宋体" panose="02010600030101010101" pitchFamily="2" charset="-122"/>
              </a:rPr>
              <a:t>4.4 </a:t>
            </a:r>
            <a:r>
              <a:rPr lang="zh-CN" altLang="en-US" dirty="0">
                <a:sym typeface="宋体" panose="02010600030101010101" pitchFamily="2" charset="-122"/>
              </a:rPr>
              <a:t>银行家算法中的数据结构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2">
                                            <p:txEl>
                                              <p:pRg st="1" end="1"/>
                                            </p:txEl>
                                          </p:spTgt>
                                        </p:tgtEl>
                                        <p:attrNameLst>
                                          <p:attrName>style.visibility</p:attrName>
                                        </p:attrNameLst>
                                      </p:cBhvr>
                                      <p:to>
                                        <p:strVal val="visible"/>
                                      </p:to>
                                    </p:set>
                                    <p:anim calcmode="discrete" valueType="clr">
                                      <p:cBhvr override="childStyle">
                                        <p:cTn id="7" dur="80"/>
                                        <p:tgtEl>
                                          <p:spTgt spid="2">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xEl>
                                              <p:pRg st="1" end="1"/>
                                            </p:txEl>
                                          </p:spTgt>
                                        </p:tgtEl>
                                        <p:attrNameLst>
                                          <p:attrName>fillcolor</p:attrName>
                                        </p:attrNameLst>
                                      </p:cBhvr>
                                      <p:tavLst>
                                        <p:tav tm="0">
                                          <p:val>
                                            <p:clrVal>
                                              <a:schemeClr val="accent2"/>
                                            </p:clrVal>
                                          </p:val>
                                        </p:tav>
                                        <p:tav tm="50000">
                                          <p:val>
                                            <p:clrVal>
                                              <a:schemeClr val="hlink"/>
                                            </p:clrVal>
                                          </p:val>
                                        </p:tav>
                                      </p:tavLst>
                                    </p:anim>
                                    <p:set>
                                      <p:cBhvr>
                                        <p:cTn id="9" dur="80"/>
                                        <p:tgtEl>
                                          <p:spTgt spid="2">
                                            <p:txEl>
                                              <p:pRg st="1" end="1"/>
                                            </p:txEl>
                                          </p:spTgt>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2">
                                            <p:txEl>
                                              <p:pRg st="2" end="2"/>
                                            </p:txEl>
                                          </p:spTgt>
                                        </p:tgtEl>
                                        <p:attrNameLst>
                                          <p:attrName>style.visibility</p:attrName>
                                        </p:attrNameLst>
                                      </p:cBhvr>
                                      <p:to>
                                        <p:strVal val="visible"/>
                                      </p:to>
                                    </p:set>
                                    <p:anim calcmode="discrete" valueType="clr">
                                      <p:cBhvr override="childStyle">
                                        <p:cTn id="14" dur="80"/>
                                        <p:tgtEl>
                                          <p:spTgt spid="2">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
                                            <p:txEl>
                                              <p:pRg st="2" end="2"/>
                                            </p:txEl>
                                          </p:spTgt>
                                        </p:tgtEl>
                                        <p:attrNameLst>
                                          <p:attrName>fillcolor</p:attrName>
                                        </p:attrNameLst>
                                      </p:cBhvr>
                                      <p:tavLst>
                                        <p:tav tm="0">
                                          <p:val>
                                            <p:clrVal>
                                              <a:schemeClr val="accent2"/>
                                            </p:clrVal>
                                          </p:val>
                                        </p:tav>
                                        <p:tav tm="50000">
                                          <p:val>
                                            <p:clrVal>
                                              <a:schemeClr val="hlink"/>
                                            </p:clrVal>
                                          </p:val>
                                        </p:tav>
                                      </p:tavLst>
                                    </p:anim>
                                    <p:set>
                                      <p:cBhvr>
                                        <p:cTn id="16" dur="80"/>
                                        <p:tgtEl>
                                          <p:spTgt spid="2">
                                            <p:txEl>
                                              <p:pRg st="2" end="2"/>
                                            </p:txEl>
                                          </p:spTgt>
                                        </p:tgtEl>
                                        <p:attrNameLst>
                                          <p:attrName>fill.type</p:attrName>
                                        </p:attrNameLst>
                                      </p:cBhvr>
                                      <p:to>
                                        <p:strVal val="solid"/>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7" presetClass="entr" presetSubtype="0" fill="hold" nodeType="clickEffect">
                                  <p:stCondLst>
                                    <p:cond delay="0"/>
                                  </p:stCondLst>
                                  <p:iterate type="lt">
                                    <p:tmPct val="50000"/>
                                  </p:iterate>
                                  <p:childTnLst>
                                    <p:set>
                                      <p:cBhvr>
                                        <p:cTn id="20" dur="1" fill="hold">
                                          <p:stCondLst>
                                            <p:cond delay="0"/>
                                          </p:stCondLst>
                                        </p:cTn>
                                        <p:tgtEl>
                                          <p:spTgt spid="2">
                                            <p:txEl>
                                              <p:pRg st="2" end="2"/>
                                            </p:txEl>
                                          </p:spTgt>
                                        </p:tgtEl>
                                        <p:attrNameLst>
                                          <p:attrName>style.visibility</p:attrName>
                                        </p:attrNameLst>
                                      </p:cBhvr>
                                      <p:to>
                                        <p:strVal val="visible"/>
                                      </p:to>
                                    </p:set>
                                    <p:anim calcmode="discrete" valueType="clr">
                                      <p:cBhvr override="childStyle">
                                        <p:cTn id="21" dur="80"/>
                                        <p:tgtEl>
                                          <p:spTgt spid="2">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2">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2">
                                            <p:txEl>
                                              <p:pRg st="2" end="2"/>
                                            </p:txEl>
                                          </p:spTgt>
                                        </p:tgtEl>
                                        <p:attrNameLst>
                                          <p:attrName>fill.type</p:attrName>
                                        </p:attrNameLst>
                                      </p:cBhvr>
                                      <p:to>
                                        <p:strVal val="solid"/>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27" presetClass="entr" presetSubtype="0" fill="hold" nodeType="clickEffect">
                                  <p:stCondLst>
                                    <p:cond delay="0"/>
                                  </p:stCondLst>
                                  <p:iterate type="lt">
                                    <p:tmPct val="50000"/>
                                  </p:iterate>
                                  <p:childTnLst>
                                    <p:set>
                                      <p:cBhvr>
                                        <p:cTn id="27" dur="1" fill="hold">
                                          <p:stCondLst>
                                            <p:cond delay="0"/>
                                          </p:stCondLst>
                                        </p:cTn>
                                        <p:tgtEl>
                                          <p:spTgt spid="2">
                                            <p:txEl>
                                              <p:pRg st="3" end="3"/>
                                            </p:txEl>
                                          </p:spTgt>
                                        </p:tgtEl>
                                        <p:attrNameLst>
                                          <p:attrName>style.visibility</p:attrName>
                                        </p:attrNameLst>
                                      </p:cBhvr>
                                      <p:to>
                                        <p:strVal val="visible"/>
                                      </p:to>
                                    </p:set>
                                    <p:anim calcmode="discrete" valueType="clr">
                                      <p:cBhvr override="childStyle">
                                        <p:cTn id="28" dur="80"/>
                                        <p:tgtEl>
                                          <p:spTgt spid="2">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2">
                                            <p:txEl>
                                              <p:pRg st="3" end="3"/>
                                            </p:txEl>
                                          </p:spTgt>
                                        </p:tgtEl>
                                        <p:attrNameLst>
                                          <p:attrName>fillcolor</p:attrName>
                                        </p:attrNameLst>
                                      </p:cBhvr>
                                      <p:tavLst>
                                        <p:tav tm="0">
                                          <p:val>
                                            <p:clrVal>
                                              <a:schemeClr val="accent2"/>
                                            </p:clrVal>
                                          </p:val>
                                        </p:tav>
                                        <p:tav tm="50000">
                                          <p:val>
                                            <p:clrVal>
                                              <a:schemeClr val="hlink"/>
                                            </p:clrVal>
                                          </p:val>
                                        </p:tav>
                                      </p:tavLst>
                                    </p:anim>
                                    <p:set>
                                      <p:cBhvr>
                                        <p:cTn id="30" dur="80"/>
                                        <p:tgtEl>
                                          <p:spTgt spid="2">
                                            <p:txEl>
                                              <p:pRg st="3" end="3"/>
                                            </p:txEl>
                                          </p:spTgt>
                                        </p:tgtEl>
                                        <p:attrNameLst>
                                          <p:attrName>fill.type</p:attrName>
                                        </p:attrNameLst>
                                      </p:cBhvr>
                                      <p:to>
                                        <p:strVal val="solid"/>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27" presetClass="entr" presetSubtype="0" fill="hold" nodeType="clickEffect">
                                  <p:stCondLst>
                                    <p:cond delay="0"/>
                                  </p:stCondLst>
                                  <p:iterate type="lt">
                                    <p:tmPct val="50000"/>
                                  </p:iterate>
                                  <p:childTnLst>
                                    <p:set>
                                      <p:cBhvr>
                                        <p:cTn id="34" dur="1" fill="hold">
                                          <p:stCondLst>
                                            <p:cond delay="0"/>
                                          </p:stCondLst>
                                        </p:cTn>
                                        <p:tgtEl>
                                          <p:spTgt spid="2">
                                            <p:txEl>
                                              <p:pRg st="4" end="4"/>
                                            </p:txEl>
                                          </p:spTgt>
                                        </p:tgtEl>
                                        <p:attrNameLst>
                                          <p:attrName>style.visibility</p:attrName>
                                        </p:attrNameLst>
                                      </p:cBhvr>
                                      <p:to>
                                        <p:strVal val="visible"/>
                                      </p:to>
                                    </p:set>
                                    <p:anim calcmode="discrete" valueType="clr">
                                      <p:cBhvr override="childStyle">
                                        <p:cTn id="35" dur="80"/>
                                        <p:tgtEl>
                                          <p:spTgt spid="2">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6" dur="80"/>
                                        <p:tgtEl>
                                          <p:spTgt spid="2">
                                            <p:txEl>
                                              <p:pRg st="4" end="4"/>
                                            </p:txEl>
                                          </p:spTgt>
                                        </p:tgtEl>
                                        <p:attrNameLst>
                                          <p:attrName>fillcolor</p:attrName>
                                        </p:attrNameLst>
                                      </p:cBhvr>
                                      <p:tavLst>
                                        <p:tav tm="0">
                                          <p:val>
                                            <p:clrVal>
                                              <a:schemeClr val="accent2"/>
                                            </p:clrVal>
                                          </p:val>
                                        </p:tav>
                                        <p:tav tm="50000">
                                          <p:val>
                                            <p:clrVal>
                                              <a:schemeClr val="hlink"/>
                                            </p:clrVal>
                                          </p:val>
                                        </p:tav>
                                      </p:tavLst>
                                    </p:anim>
                                    <p:set>
                                      <p:cBhvr>
                                        <p:cTn id="37" dur="80"/>
                                        <p:tgtEl>
                                          <p:spTgt spid="2">
                                            <p:txEl>
                                              <p:pRg st="4" end="4"/>
                                            </p:txEl>
                                          </p:spTgt>
                                        </p:tgtEl>
                                        <p:attrNameLst>
                                          <p:attrName>fill.type</p:attrName>
                                        </p:attrNameLst>
                                      </p:cBhvr>
                                      <p:to>
                                        <p:strVal val="solid"/>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27" presetClass="entr" presetSubtype="0" fill="hold" nodeType="clickEffect">
                                  <p:stCondLst>
                                    <p:cond delay="0"/>
                                  </p:stCondLst>
                                  <p:iterate type="lt">
                                    <p:tmPct val="50000"/>
                                  </p:iterate>
                                  <p:childTnLst>
                                    <p:set>
                                      <p:cBhvr>
                                        <p:cTn id="41" dur="1" fill="hold">
                                          <p:stCondLst>
                                            <p:cond delay="0"/>
                                          </p:stCondLst>
                                        </p:cTn>
                                        <p:tgtEl>
                                          <p:spTgt spid="2">
                                            <p:txEl>
                                              <p:pRg st="5" end="5"/>
                                            </p:txEl>
                                          </p:spTgt>
                                        </p:tgtEl>
                                        <p:attrNameLst>
                                          <p:attrName>style.visibility</p:attrName>
                                        </p:attrNameLst>
                                      </p:cBhvr>
                                      <p:to>
                                        <p:strVal val="visible"/>
                                      </p:to>
                                    </p:set>
                                    <p:anim calcmode="discrete" valueType="clr">
                                      <p:cBhvr override="childStyle">
                                        <p:cTn id="42" dur="80"/>
                                        <p:tgtEl>
                                          <p:spTgt spid="2">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3" dur="80"/>
                                        <p:tgtEl>
                                          <p:spTgt spid="2">
                                            <p:txEl>
                                              <p:pRg st="5" end="5"/>
                                            </p:txEl>
                                          </p:spTgt>
                                        </p:tgtEl>
                                        <p:attrNameLst>
                                          <p:attrName>fillcolor</p:attrName>
                                        </p:attrNameLst>
                                      </p:cBhvr>
                                      <p:tavLst>
                                        <p:tav tm="0">
                                          <p:val>
                                            <p:clrVal>
                                              <a:schemeClr val="accent2"/>
                                            </p:clrVal>
                                          </p:val>
                                        </p:tav>
                                        <p:tav tm="50000">
                                          <p:val>
                                            <p:clrVal>
                                              <a:schemeClr val="hlink"/>
                                            </p:clrVal>
                                          </p:val>
                                        </p:tav>
                                      </p:tavLst>
                                    </p:anim>
                                    <p:set>
                                      <p:cBhvr>
                                        <p:cTn id="44" dur="80"/>
                                        <p:tgtEl>
                                          <p:spTgt spid="2">
                                            <p:txEl>
                                              <p:pRg st="5" end="5"/>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9BABA280-51E7-CC48-803E-F8E2484A94BA}"/>
              </a:ext>
            </a:extLst>
          </p:cNvPr>
          <p:cNvSpPr>
            <a:spLocks noGrp="1"/>
          </p:cNvSpPr>
          <p:nvPr>
            <p:ph idx="4294967295"/>
          </p:nvPr>
        </p:nvSpPr>
        <p:spPr>
          <a:xfrm>
            <a:off x="422275" y="1755775"/>
            <a:ext cx="8721725" cy="4527550"/>
          </a:xfrm>
          <a:ln>
            <a:miter/>
          </a:ln>
        </p:spPr>
        <p:txBody>
          <a:bodyPr/>
          <a:lstStyle/>
          <a:p>
            <a:pPr marL="9525" indent="0">
              <a:lnSpc>
                <a:spcPct val="110000"/>
              </a:lnSpc>
              <a:buFontTx/>
              <a:buNone/>
            </a:pPr>
            <a:r>
              <a:rPr lang="en-US" altLang="zh-CN" sz="2400">
                <a:latin typeface="宋体" panose="02010600030101010101" pitchFamily="2" charset="-122"/>
              </a:rPr>
              <a:t>3 </a:t>
            </a:r>
            <a:r>
              <a:rPr lang="zh-CN" altLang="en-US" sz="2400">
                <a:latin typeface="宋体" panose="02010600030101010101" pitchFamily="2" charset="-122"/>
              </a:rPr>
              <a:t>分配矩阵</a:t>
            </a:r>
            <a:r>
              <a:rPr lang="en-US" altLang="zh-CN" sz="2400">
                <a:latin typeface="宋体" panose="02010600030101010101" pitchFamily="2" charset="-122"/>
              </a:rPr>
              <a:t>Allocation</a:t>
            </a:r>
          </a:p>
          <a:p>
            <a:pPr marL="9525" indent="0">
              <a:lnSpc>
                <a:spcPct val="110000"/>
              </a:lnSpc>
            </a:pPr>
            <a:r>
              <a:rPr lang="zh-CN" altLang="en-US" sz="2400">
                <a:latin typeface="宋体" panose="02010600030101010101" pitchFamily="2" charset="-122"/>
              </a:rPr>
              <a:t>是一个</a:t>
            </a:r>
            <a:r>
              <a:rPr lang="en-US" altLang="zh-CN" sz="2400">
                <a:latin typeface="宋体" panose="02010600030101010101" pitchFamily="2" charset="-122"/>
              </a:rPr>
              <a:t>n×m</a:t>
            </a:r>
            <a:r>
              <a:rPr lang="zh-CN" altLang="en-US" sz="2400">
                <a:latin typeface="宋体" panose="02010600030101010101" pitchFamily="2" charset="-122"/>
              </a:rPr>
              <a:t>的矩阵，它定义了系统中每一类资源当前已分配给每一进程的资源数。</a:t>
            </a:r>
          </a:p>
          <a:p>
            <a:pPr marL="9525" indent="0">
              <a:lnSpc>
                <a:spcPct val="110000"/>
              </a:lnSpc>
            </a:pPr>
            <a:r>
              <a:rPr lang="zh-CN" altLang="en-US" sz="2400">
                <a:latin typeface="宋体" panose="02010600030101010101" pitchFamily="2" charset="-122"/>
              </a:rPr>
              <a:t>如果</a:t>
            </a:r>
            <a:r>
              <a:rPr lang="en-US" altLang="zh-CN" sz="2400">
                <a:latin typeface="宋体" panose="02010600030101010101" pitchFamily="2" charset="-122"/>
              </a:rPr>
              <a:t>Allocation[i,j]=K</a:t>
            </a:r>
            <a:r>
              <a:rPr lang="zh-CN" altLang="en-US" sz="2400">
                <a:latin typeface="宋体" panose="02010600030101010101" pitchFamily="2" charset="-122"/>
              </a:rPr>
              <a:t>，则表示进程</a:t>
            </a:r>
            <a:r>
              <a:rPr lang="en-US" altLang="zh-CN" sz="2400">
                <a:latin typeface="宋体" panose="02010600030101010101" pitchFamily="2" charset="-122"/>
              </a:rPr>
              <a:t>i</a:t>
            </a:r>
            <a:r>
              <a:rPr lang="zh-CN" altLang="en-US" sz="2400">
                <a:latin typeface="宋体" panose="02010600030101010101" pitchFamily="2" charset="-122"/>
              </a:rPr>
              <a:t>当前已分得</a:t>
            </a:r>
            <a:r>
              <a:rPr lang="en-US" altLang="zh-CN" sz="2400">
                <a:latin typeface="宋体" panose="02010600030101010101" pitchFamily="2" charset="-122"/>
              </a:rPr>
              <a:t>Rj</a:t>
            </a:r>
            <a:r>
              <a:rPr lang="zh-CN" altLang="en-US" sz="2400">
                <a:latin typeface="宋体" panose="02010600030101010101" pitchFamily="2" charset="-122"/>
              </a:rPr>
              <a:t>类资源的数目为</a:t>
            </a:r>
            <a:r>
              <a:rPr lang="en-US" altLang="zh-CN" sz="2400">
                <a:latin typeface="宋体" panose="02010600030101010101" pitchFamily="2" charset="-122"/>
              </a:rPr>
              <a:t>K</a:t>
            </a:r>
            <a:r>
              <a:rPr lang="zh-CN" altLang="en-US" sz="2400">
                <a:latin typeface="宋体" panose="02010600030101010101" pitchFamily="2" charset="-122"/>
              </a:rPr>
              <a:t>。</a:t>
            </a:r>
          </a:p>
          <a:p>
            <a:pPr marL="9525" indent="0">
              <a:lnSpc>
                <a:spcPct val="110000"/>
              </a:lnSpc>
              <a:buFontTx/>
              <a:buNone/>
            </a:pPr>
            <a:r>
              <a:rPr lang="en-US" altLang="zh-CN" sz="2400">
                <a:latin typeface="宋体" panose="02010600030101010101" pitchFamily="2" charset="-122"/>
              </a:rPr>
              <a:t>4 </a:t>
            </a:r>
            <a:r>
              <a:rPr lang="zh-CN" altLang="en-US" sz="2400">
                <a:latin typeface="宋体" panose="02010600030101010101" pitchFamily="2" charset="-122"/>
              </a:rPr>
              <a:t>需求矩阵</a:t>
            </a:r>
            <a:r>
              <a:rPr lang="en-US" altLang="zh-CN" sz="2400">
                <a:latin typeface="宋体" panose="02010600030101010101" pitchFamily="2" charset="-122"/>
              </a:rPr>
              <a:t>Need</a:t>
            </a:r>
          </a:p>
          <a:p>
            <a:pPr marL="9525" indent="0">
              <a:lnSpc>
                <a:spcPct val="110000"/>
              </a:lnSpc>
            </a:pPr>
            <a:r>
              <a:rPr lang="zh-CN" altLang="en-US" sz="2400">
                <a:latin typeface="宋体" panose="02010600030101010101" pitchFamily="2" charset="-122"/>
              </a:rPr>
              <a:t>也是一个</a:t>
            </a:r>
            <a:r>
              <a:rPr lang="en-US" altLang="zh-CN" sz="2400">
                <a:latin typeface="宋体" panose="02010600030101010101" pitchFamily="2" charset="-122"/>
              </a:rPr>
              <a:t>n×m</a:t>
            </a:r>
            <a:r>
              <a:rPr lang="zh-CN" altLang="en-US" sz="2400">
                <a:latin typeface="宋体" panose="02010600030101010101" pitchFamily="2" charset="-122"/>
              </a:rPr>
              <a:t>的矩阵，表示每一个进程尚需的各类资源数。</a:t>
            </a:r>
          </a:p>
          <a:p>
            <a:pPr marL="9525" indent="0">
              <a:lnSpc>
                <a:spcPct val="110000"/>
              </a:lnSpc>
            </a:pPr>
            <a:r>
              <a:rPr lang="zh-CN" altLang="en-US" sz="2400">
                <a:latin typeface="宋体" panose="02010600030101010101" pitchFamily="2" charset="-122"/>
              </a:rPr>
              <a:t>如果</a:t>
            </a:r>
            <a:r>
              <a:rPr lang="en-US" altLang="zh-CN" sz="2400">
                <a:latin typeface="宋体" panose="02010600030101010101" pitchFamily="2" charset="-122"/>
              </a:rPr>
              <a:t>Need[i,j]=K</a:t>
            </a:r>
            <a:r>
              <a:rPr lang="zh-CN" altLang="en-US" sz="2400">
                <a:latin typeface="宋体" panose="02010600030101010101" pitchFamily="2" charset="-122"/>
              </a:rPr>
              <a:t>，则表示进程</a:t>
            </a:r>
            <a:r>
              <a:rPr lang="en-US" altLang="zh-CN" sz="2400">
                <a:latin typeface="宋体" panose="02010600030101010101" pitchFamily="2" charset="-122"/>
              </a:rPr>
              <a:t>i</a:t>
            </a:r>
            <a:r>
              <a:rPr lang="zh-CN" altLang="en-US" sz="2400">
                <a:latin typeface="宋体" panose="02010600030101010101" pitchFamily="2" charset="-122"/>
              </a:rPr>
              <a:t>还需要</a:t>
            </a:r>
            <a:r>
              <a:rPr lang="en-US" altLang="zh-CN" sz="2400">
                <a:latin typeface="宋体" panose="02010600030101010101" pitchFamily="2" charset="-122"/>
              </a:rPr>
              <a:t>Rj</a:t>
            </a:r>
            <a:r>
              <a:rPr lang="zh-CN" altLang="en-US" sz="2400">
                <a:latin typeface="宋体" panose="02010600030101010101" pitchFamily="2" charset="-122"/>
              </a:rPr>
              <a:t>类资源</a:t>
            </a:r>
            <a:r>
              <a:rPr lang="en-US" altLang="zh-CN" sz="2400">
                <a:latin typeface="宋体" panose="02010600030101010101" pitchFamily="2" charset="-122"/>
              </a:rPr>
              <a:t>K</a:t>
            </a:r>
            <a:r>
              <a:rPr lang="zh-CN" altLang="en-US" sz="2400">
                <a:latin typeface="宋体" panose="02010600030101010101" pitchFamily="2" charset="-122"/>
              </a:rPr>
              <a:t>个，方能完成其任务。</a:t>
            </a:r>
          </a:p>
          <a:p>
            <a:pPr marL="9525" indent="0">
              <a:lnSpc>
                <a:spcPct val="110000"/>
              </a:lnSpc>
            </a:pPr>
            <a:r>
              <a:rPr lang="en-US" altLang="zh-CN" sz="2400">
                <a:latin typeface="宋体" panose="02010600030101010101" pitchFamily="2" charset="-122"/>
              </a:rPr>
              <a:t>Need[i,j]=Max[i,j]-Allocation[i,j] </a:t>
            </a:r>
          </a:p>
        </p:txBody>
      </p:sp>
      <p:pic>
        <p:nvPicPr>
          <p:cNvPr id="46083" name="Picture 3" descr="无标题-5">
            <a:extLst>
              <a:ext uri="{FF2B5EF4-FFF2-40B4-BE49-F238E27FC236}">
                <a16:creationId xmlns:a16="http://schemas.microsoft.com/office/drawing/2014/main" id="{09820587-5104-0D48-849E-82764A006E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4" name="标题 5">
            <a:extLst>
              <a:ext uri="{FF2B5EF4-FFF2-40B4-BE49-F238E27FC236}">
                <a16:creationId xmlns:a16="http://schemas.microsoft.com/office/drawing/2014/main" id="{6A633F48-E80B-3B41-8BD5-48E9A30EA32F}"/>
              </a:ext>
            </a:extLst>
          </p:cNvPr>
          <p:cNvSpPr>
            <a:spLocks noGrp="1" noChangeArrowheads="1"/>
          </p:cNvSpPr>
          <p:nvPr>
            <p:ph type="title" idx="4294967295"/>
          </p:nvPr>
        </p:nvSpPr>
        <p:spPr>
          <a:xfrm>
            <a:off x="179388" y="557213"/>
            <a:ext cx="8229600" cy="1143000"/>
          </a:xfrm>
        </p:spPr>
        <p:txBody>
          <a:bodyPr/>
          <a:lstStyle/>
          <a:p>
            <a:r>
              <a:rPr lang="en-US" altLang="zh-CN" dirty="0">
                <a:sym typeface="宋体" panose="02010600030101010101" pitchFamily="2" charset="-122"/>
              </a:rPr>
              <a:t>4.4 </a:t>
            </a:r>
            <a:r>
              <a:rPr lang="zh-CN" altLang="en-US" dirty="0">
                <a:sym typeface="宋体" panose="02010600030101010101" pitchFamily="2" charset="-122"/>
              </a:rPr>
              <a:t>银行家算法中的数据结构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2">
                                            <p:txEl>
                                              <p:pRg st="4" end="4"/>
                                            </p:txEl>
                                          </p:spTgt>
                                        </p:tgtEl>
                                        <p:attrNameLst>
                                          <p:attrName>style.visibility</p:attrName>
                                        </p:attrNameLst>
                                      </p:cBhvr>
                                      <p:to>
                                        <p:strVal val="visible"/>
                                      </p:to>
                                    </p:set>
                                    <p:anim calcmode="discrete" valueType="clr">
                                      <p:cBhvr override="childStyle">
                                        <p:cTn id="7" dur="80"/>
                                        <p:tgtEl>
                                          <p:spTgt spid="2">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xEl>
                                              <p:pRg st="4" end="4"/>
                                            </p:txEl>
                                          </p:spTgt>
                                        </p:tgtEl>
                                        <p:attrNameLst>
                                          <p:attrName>fillcolor</p:attrName>
                                        </p:attrNameLst>
                                      </p:cBhvr>
                                      <p:tavLst>
                                        <p:tav tm="0">
                                          <p:val>
                                            <p:clrVal>
                                              <a:schemeClr val="accent2"/>
                                            </p:clrVal>
                                          </p:val>
                                        </p:tav>
                                        <p:tav tm="50000">
                                          <p:val>
                                            <p:clrVal>
                                              <a:schemeClr val="hlink"/>
                                            </p:clrVal>
                                          </p:val>
                                        </p:tav>
                                      </p:tavLst>
                                    </p:anim>
                                    <p:set>
                                      <p:cBhvr>
                                        <p:cTn id="9" dur="80"/>
                                        <p:tgtEl>
                                          <p:spTgt spid="2">
                                            <p:txEl>
                                              <p:pRg st="4" end="4"/>
                                            </p:txEl>
                                          </p:spTgt>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2">
                                            <p:txEl>
                                              <p:pRg st="5" end="5"/>
                                            </p:txEl>
                                          </p:spTgt>
                                        </p:tgtEl>
                                        <p:attrNameLst>
                                          <p:attrName>style.visibility</p:attrName>
                                        </p:attrNameLst>
                                      </p:cBhvr>
                                      <p:to>
                                        <p:strVal val="visible"/>
                                      </p:to>
                                    </p:set>
                                    <p:anim calcmode="discrete" valueType="clr">
                                      <p:cBhvr override="childStyle">
                                        <p:cTn id="14" dur="80"/>
                                        <p:tgtEl>
                                          <p:spTgt spid="2">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
                                            <p:txEl>
                                              <p:pRg st="5" end="5"/>
                                            </p:txEl>
                                          </p:spTgt>
                                        </p:tgtEl>
                                        <p:attrNameLst>
                                          <p:attrName>fillcolor</p:attrName>
                                        </p:attrNameLst>
                                      </p:cBhvr>
                                      <p:tavLst>
                                        <p:tav tm="0">
                                          <p:val>
                                            <p:clrVal>
                                              <a:schemeClr val="accent2"/>
                                            </p:clrVal>
                                          </p:val>
                                        </p:tav>
                                        <p:tav tm="50000">
                                          <p:val>
                                            <p:clrVal>
                                              <a:schemeClr val="hlink"/>
                                            </p:clrVal>
                                          </p:val>
                                        </p:tav>
                                      </p:tavLst>
                                    </p:anim>
                                    <p:set>
                                      <p:cBhvr>
                                        <p:cTn id="16" dur="80"/>
                                        <p:tgtEl>
                                          <p:spTgt spid="2">
                                            <p:txEl>
                                              <p:pRg st="5" end="5"/>
                                            </p:txEl>
                                          </p:spTgt>
                                        </p:tgtEl>
                                        <p:attrNameLst>
                                          <p:attrName>fill.type</p:attrName>
                                        </p:attrNameLst>
                                      </p:cBhvr>
                                      <p:to>
                                        <p:strVal val="solid"/>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7" presetClass="entr" presetSubtype="0" fill="hold" nodeType="clickEffect">
                                  <p:stCondLst>
                                    <p:cond delay="0"/>
                                  </p:stCondLst>
                                  <p:iterate type="lt">
                                    <p:tmPct val="50000"/>
                                  </p:iterate>
                                  <p:childTnLst>
                                    <p:set>
                                      <p:cBhvr>
                                        <p:cTn id="20" dur="1" fill="hold">
                                          <p:stCondLst>
                                            <p:cond delay="0"/>
                                          </p:stCondLst>
                                        </p:cTn>
                                        <p:tgtEl>
                                          <p:spTgt spid="2">
                                            <p:txEl>
                                              <p:pRg st="2" end="2"/>
                                            </p:txEl>
                                          </p:spTgt>
                                        </p:tgtEl>
                                        <p:attrNameLst>
                                          <p:attrName>style.visibility</p:attrName>
                                        </p:attrNameLst>
                                      </p:cBhvr>
                                      <p:to>
                                        <p:strVal val="visible"/>
                                      </p:to>
                                    </p:set>
                                    <p:anim calcmode="discrete" valueType="clr">
                                      <p:cBhvr override="childStyle">
                                        <p:cTn id="21" dur="80"/>
                                        <p:tgtEl>
                                          <p:spTgt spid="2">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2">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2">
                                            <p:txEl>
                                              <p:pRg st="2" end="2"/>
                                            </p:txEl>
                                          </p:spTgt>
                                        </p:tgtEl>
                                        <p:attrNameLst>
                                          <p:attrName>fill.type</p:attrName>
                                        </p:attrNameLst>
                                      </p:cBhvr>
                                      <p:to>
                                        <p:strVal val="solid"/>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27" presetClass="entr" presetSubtype="0" fill="hold" nodeType="clickEffect">
                                  <p:stCondLst>
                                    <p:cond delay="0"/>
                                  </p:stCondLst>
                                  <p:iterate type="lt">
                                    <p:tmPct val="50000"/>
                                  </p:iterate>
                                  <p:childTnLst>
                                    <p:set>
                                      <p:cBhvr>
                                        <p:cTn id="27" dur="1" fill="hold">
                                          <p:stCondLst>
                                            <p:cond delay="0"/>
                                          </p:stCondLst>
                                        </p:cTn>
                                        <p:tgtEl>
                                          <p:spTgt spid="2">
                                            <p:txEl>
                                              <p:pRg st="6" end="6"/>
                                            </p:txEl>
                                          </p:spTgt>
                                        </p:tgtEl>
                                        <p:attrNameLst>
                                          <p:attrName>style.visibility</p:attrName>
                                        </p:attrNameLst>
                                      </p:cBhvr>
                                      <p:to>
                                        <p:strVal val="visible"/>
                                      </p:to>
                                    </p:set>
                                    <p:anim calcmode="discrete" valueType="clr">
                                      <p:cBhvr override="childStyle">
                                        <p:cTn id="28" dur="80"/>
                                        <p:tgtEl>
                                          <p:spTgt spid="2">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2">
                                            <p:txEl>
                                              <p:pRg st="6" end="6"/>
                                            </p:txEl>
                                          </p:spTgt>
                                        </p:tgtEl>
                                        <p:attrNameLst>
                                          <p:attrName>fillcolor</p:attrName>
                                        </p:attrNameLst>
                                      </p:cBhvr>
                                      <p:tavLst>
                                        <p:tav tm="0">
                                          <p:val>
                                            <p:clrVal>
                                              <a:schemeClr val="accent2"/>
                                            </p:clrVal>
                                          </p:val>
                                        </p:tav>
                                        <p:tav tm="50000">
                                          <p:val>
                                            <p:clrVal>
                                              <a:schemeClr val="hlink"/>
                                            </p:clrVal>
                                          </p:val>
                                        </p:tav>
                                      </p:tavLst>
                                    </p:anim>
                                    <p:set>
                                      <p:cBhvr>
                                        <p:cTn id="30" dur="80"/>
                                        <p:tgtEl>
                                          <p:spTgt spid="2">
                                            <p:txEl>
                                              <p:pRg st="6" end="6"/>
                                            </p:txEl>
                                          </p:spTgt>
                                        </p:tgtEl>
                                        <p:attrNameLst>
                                          <p:attrName>fill.type</p:attrName>
                                        </p:attrNameLst>
                                      </p:cBhvr>
                                      <p:to>
                                        <p:strVal val="solid"/>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27" presetClass="entr" presetSubtype="0" fill="hold" nodeType="clickEffect">
                                  <p:stCondLst>
                                    <p:cond delay="0"/>
                                  </p:stCondLst>
                                  <p:iterate type="lt">
                                    <p:tmPct val="50000"/>
                                  </p:iterate>
                                  <p:childTnLst>
                                    <p:set>
                                      <p:cBhvr>
                                        <p:cTn id="34" dur="1" fill="hold">
                                          <p:stCondLst>
                                            <p:cond delay="0"/>
                                          </p:stCondLst>
                                        </p:cTn>
                                        <p:tgtEl>
                                          <p:spTgt spid="2">
                                            <p:txEl>
                                              <p:charRg st="7" end="7"/>
                                            </p:txEl>
                                          </p:spTgt>
                                        </p:tgtEl>
                                        <p:attrNameLst>
                                          <p:attrName>style.visibility</p:attrName>
                                        </p:attrNameLst>
                                      </p:cBhvr>
                                      <p:to>
                                        <p:strVal val="visible"/>
                                      </p:to>
                                    </p:set>
                                    <p:anim calcmode="discrete" valueType="clr">
                                      <p:cBhvr override="childStyle">
                                        <p:cTn id="35" dur="80"/>
                                        <p:tgtEl>
                                          <p:spTgt spid="2">
                                            <p:txEl>
                                              <p:charRg st="7" end="7"/>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6" dur="80"/>
                                        <p:tgtEl>
                                          <p:spTgt spid="2">
                                            <p:txEl>
                                              <p:charRg st="7" end="7"/>
                                            </p:txEl>
                                          </p:spTgt>
                                        </p:tgtEl>
                                        <p:attrNameLst>
                                          <p:attrName>fillcolor</p:attrName>
                                        </p:attrNameLst>
                                      </p:cBhvr>
                                      <p:tavLst>
                                        <p:tav tm="0">
                                          <p:val>
                                            <p:clrVal>
                                              <a:schemeClr val="accent2"/>
                                            </p:clrVal>
                                          </p:val>
                                        </p:tav>
                                        <p:tav tm="50000">
                                          <p:val>
                                            <p:clrVal>
                                              <a:schemeClr val="hlink"/>
                                            </p:clrVal>
                                          </p:val>
                                        </p:tav>
                                      </p:tavLst>
                                    </p:anim>
                                    <p:set>
                                      <p:cBhvr>
                                        <p:cTn id="37" dur="80"/>
                                        <p:tgtEl>
                                          <p:spTgt spid="2">
                                            <p:txEl>
                                              <p:charRg st="7" end="7"/>
                                            </p:txEl>
                                          </p:spTgt>
                                        </p:tgtEl>
                                        <p:attrNameLst>
                                          <p:attrName>fill.type</p:attrName>
                                        </p:attrNameLst>
                                      </p:cBhvr>
                                      <p:to>
                                        <p:strVal val="solid"/>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27" presetClass="entr" presetSubtype="0" fill="hold" nodeType="clickEffect">
                                  <p:stCondLst>
                                    <p:cond delay="0"/>
                                  </p:stCondLst>
                                  <p:iterate type="lt">
                                    <p:tmPct val="50000"/>
                                  </p:iterate>
                                  <p:childTnLst>
                                    <p:set>
                                      <p:cBhvr>
                                        <p:cTn id="41" dur="1" fill="hold">
                                          <p:stCondLst>
                                            <p:cond delay="0"/>
                                          </p:stCondLst>
                                        </p:cTn>
                                        <p:tgtEl>
                                          <p:spTgt spid="2">
                                            <p:txEl>
                                              <p:pRg st="5" end="5"/>
                                            </p:txEl>
                                          </p:spTgt>
                                        </p:tgtEl>
                                        <p:attrNameLst>
                                          <p:attrName>style.visibility</p:attrName>
                                        </p:attrNameLst>
                                      </p:cBhvr>
                                      <p:to>
                                        <p:strVal val="visible"/>
                                      </p:to>
                                    </p:set>
                                    <p:anim calcmode="discrete" valueType="clr">
                                      <p:cBhvr override="childStyle">
                                        <p:cTn id="42" dur="80"/>
                                        <p:tgtEl>
                                          <p:spTgt spid="2">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3" dur="80"/>
                                        <p:tgtEl>
                                          <p:spTgt spid="2">
                                            <p:txEl>
                                              <p:pRg st="5" end="5"/>
                                            </p:txEl>
                                          </p:spTgt>
                                        </p:tgtEl>
                                        <p:attrNameLst>
                                          <p:attrName>fillcolor</p:attrName>
                                        </p:attrNameLst>
                                      </p:cBhvr>
                                      <p:tavLst>
                                        <p:tav tm="0">
                                          <p:val>
                                            <p:clrVal>
                                              <a:schemeClr val="accent2"/>
                                            </p:clrVal>
                                          </p:val>
                                        </p:tav>
                                        <p:tav tm="50000">
                                          <p:val>
                                            <p:clrVal>
                                              <a:schemeClr val="hlink"/>
                                            </p:clrVal>
                                          </p:val>
                                        </p:tav>
                                      </p:tavLst>
                                    </p:anim>
                                    <p:set>
                                      <p:cBhvr>
                                        <p:cTn id="44" dur="80"/>
                                        <p:tgtEl>
                                          <p:spTgt spid="2">
                                            <p:txEl>
                                              <p:pRg st="5" end="5"/>
                                            </p:txEl>
                                          </p:spTgt>
                                        </p:tgtEl>
                                        <p:attrNameLst>
                                          <p:attrName>fill.type</p:attrName>
                                        </p:attrNameLst>
                                      </p:cBhvr>
                                      <p:to>
                                        <p:strVal val="solid"/>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27" presetClass="entr" presetSubtype="0" fill="hold" nodeType="clickEffect">
                                  <p:stCondLst>
                                    <p:cond delay="0"/>
                                  </p:stCondLst>
                                  <p:iterate type="lt">
                                    <p:tmPct val="50000"/>
                                  </p:iterate>
                                  <p:childTnLst>
                                    <p:set>
                                      <p:cBhvr>
                                        <p:cTn id="48" dur="1" fill="hold">
                                          <p:stCondLst>
                                            <p:cond delay="0"/>
                                          </p:stCondLst>
                                        </p:cTn>
                                        <p:tgtEl>
                                          <p:spTgt spid="2">
                                            <p:txEl>
                                              <p:charRg st="8" end="8"/>
                                            </p:txEl>
                                          </p:spTgt>
                                        </p:tgtEl>
                                        <p:attrNameLst>
                                          <p:attrName>style.visibility</p:attrName>
                                        </p:attrNameLst>
                                      </p:cBhvr>
                                      <p:to>
                                        <p:strVal val="visible"/>
                                      </p:to>
                                    </p:set>
                                    <p:anim calcmode="discrete" valueType="clr">
                                      <p:cBhvr override="childStyle">
                                        <p:cTn id="49" dur="80"/>
                                        <p:tgtEl>
                                          <p:spTgt spid="2">
                                            <p:txEl>
                                              <p:charRg st="8" end="8"/>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0" dur="80"/>
                                        <p:tgtEl>
                                          <p:spTgt spid="2">
                                            <p:txEl>
                                              <p:charRg st="8" end="8"/>
                                            </p:txEl>
                                          </p:spTgt>
                                        </p:tgtEl>
                                        <p:attrNameLst>
                                          <p:attrName>fillcolor</p:attrName>
                                        </p:attrNameLst>
                                      </p:cBhvr>
                                      <p:tavLst>
                                        <p:tav tm="0">
                                          <p:val>
                                            <p:clrVal>
                                              <a:schemeClr val="accent2"/>
                                            </p:clrVal>
                                          </p:val>
                                        </p:tav>
                                        <p:tav tm="50000">
                                          <p:val>
                                            <p:clrVal>
                                              <a:schemeClr val="hlink"/>
                                            </p:clrVal>
                                          </p:val>
                                        </p:tav>
                                      </p:tavLst>
                                    </p:anim>
                                    <p:set>
                                      <p:cBhvr>
                                        <p:cTn id="51" dur="80"/>
                                        <p:tgtEl>
                                          <p:spTgt spid="2">
                                            <p:txEl>
                                              <p:charRg st="8" end="8"/>
                                            </p:txEl>
                                          </p:spTgt>
                                        </p:tgtEl>
                                        <p:attrNameLst>
                                          <p:attrName>fill.type</p:attrName>
                                        </p:attrNameLst>
                                      </p:cBhvr>
                                      <p:to>
                                        <p:strVal val="solid"/>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27" presetClass="entr" presetSubtype="0" fill="hold" nodeType="clickEffect">
                                  <p:stCondLst>
                                    <p:cond delay="0"/>
                                  </p:stCondLst>
                                  <p:iterate type="lt">
                                    <p:tmPct val="50000"/>
                                  </p:iterate>
                                  <p:childTnLst>
                                    <p:set>
                                      <p:cBhvr>
                                        <p:cTn id="55" dur="1" fill="hold">
                                          <p:stCondLst>
                                            <p:cond delay="0"/>
                                          </p:stCondLst>
                                        </p:cTn>
                                        <p:tgtEl>
                                          <p:spTgt spid="2">
                                            <p:txEl>
                                              <p:charRg st="9" end="9"/>
                                            </p:txEl>
                                          </p:spTgt>
                                        </p:tgtEl>
                                        <p:attrNameLst>
                                          <p:attrName>style.visibility</p:attrName>
                                        </p:attrNameLst>
                                      </p:cBhvr>
                                      <p:to>
                                        <p:strVal val="visible"/>
                                      </p:to>
                                    </p:set>
                                    <p:anim calcmode="discrete" valueType="clr">
                                      <p:cBhvr override="childStyle">
                                        <p:cTn id="56" dur="80"/>
                                        <p:tgtEl>
                                          <p:spTgt spid="2">
                                            <p:txEl>
                                              <p:charRg st="9" end="9"/>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7" dur="80"/>
                                        <p:tgtEl>
                                          <p:spTgt spid="2">
                                            <p:txEl>
                                              <p:charRg st="9" end="9"/>
                                            </p:txEl>
                                          </p:spTgt>
                                        </p:tgtEl>
                                        <p:attrNameLst>
                                          <p:attrName>fillcolor</p:attrName>
                                        </p:attrNameLst>
                                      </p:cBhvr>
                                      <p:tavLst>
                                        <p:tav tm="0">
                                          <p:val>
                                            <p:clrVal>
                                              <a:schemeClr val="accent2"/>
                                            </p:clrVal>
                                          </p:val>
                                        </p:tav>
                                        <p:tav tm="50000">
                                          <p:val>
                                            <p:clrVal>
                                              <a:schemeClr val="hlink"/>
                                            </p:clrVal>
                                          </p:val>
                                        </p:tav>
                                      </p:tavLst>
                                    </p:anim>
                                    <p:set>
                                      <p:cBhvr>
                                        <p:cTn id="58" dur="80"/>
                                        <p:tgtEl>
                                          <p:spTgt spid="2">
                                            <p:txEl>
                                              <p:charRg st="9" end="9"/>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5" name="内容占位符 6">
            <a:extLst>
              <a:ext uri="{FF2B5EF4-FFF2-40B4-BE49-F238E27FC236}">
                <a16:creationId xmlns:a16="http://schemas.microsoft.com/office/drawing/2014/main" id="{F34CF1DE-6B1F-A04B-97BA-24A8D0718AF3}"/>
              </a:ext>
            </a:extLst>
          </p:cNvPr>
          <p:cNvSpPr>
            <a:spLocks noGrp="1" noChangeArrowheads="1"/>
          </p:cNvSpPr>
          <p:nvPr>
            <p:ph idx="4294967295"/>
          </p:nvPr>
        </p:nvSpPr>
        <p:spPr>
          <a:xfrm>
            <a:off x="422275" y="1755775"/>
            <a:ext cx="8721725" cy="4527550"/>
          </a:xfrm>
        </p:spPr>
        <p:txBody>
          <a:bodyPr/>
          <a:lstStyle/>
          <a:p>
            <a:pPr marL="9525" indent="0">
              <a:lnSpc>
                <a:spcPct val="110000"/>
              </a:lnSpc>
              <a:buFontTx/>
              <a:buNone/>
            </a:pPr>
            <a:endParaRPr lang="en-US" altLang="zh-CN" sz="2400">
              <a:latin typeface="宋体" panose="02010600030101010101" pitchFamily="2" charset="-122"/>
            </a:endParaRPr>
          </a:p>
          <a:p>
            <a:pPr marL="9525" indent="0">
              <a:lnSpc>
                <a:spcPct val="160000"/>
              </a:lnSpc>
              <a:buFontTx/>
              <a:buNone/>
            </a:pPr>
            <a:r>
              <a:rPr lang="zh-CN" altLang="en-US" sz="2400">
                <a:latin typeface="宋体" panose="02010600030101010101" pitchFamily="2" charset="-122"/>
              </a:rPr>
              <a:t>一个银行家拥有一定数量的资金，有若干个客户要贷款，每个客户须在一开始就声明他所需贷款的总额，若该客户贷款总额不超过银行家的资金总额，银行家可以接受客户的要求。客户贷款是以每次一个资金单位的方式进行的，客户在借满所需的全部单位款额之前可能会等待，但银行家须保证这种等待是有限的，可完成的。</a:t>
            </a:r>
          </a:p>
        </p:txBody>
      </p:sp>
      <p:pic>
        <p:nvPicPr>
          <p:cNvPr id="47107" name="Picture 3" descr="无标题-5">
            <a:extLst>
              <a:ext uri="{FF2B5EF4-FFF2-40B4-BE49-F238E27FC236}">
                <a16:creationId xmlns:a16="http://schemas.microsoft.com/office/drawing/2014/main" id="{D99D8368-73E7-4946-9220-02021FC4D3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8" name="标题 5">
            <a:extLst>
              <a:ext uri="{FF2B5EF4-FFF2-40B4-BE49-F238E27FC236}">
                <a16:creationId xmlns:a16="http://schemas.microsoft.com/office/drawing/2014/main" id="{9EC1D9E5-42EF-2D4A-8BAA-8033D3DD800A}"/>
              </a:ext>
            </a:extLst>
          </p:cNvPr>
          <p:cNvSpPr>
            <a:spLocks noGrp="1" noChangeArrowheads="1"/>
          </p:cNvSpPr>
          <p:nvPr>
            <p:ph type="title" idx="4294967295"/>
          </p:nvPr>
        </p:nvSpPr>
        <p:spPr>
          <a:xfrm>
            <a:off x="179388" y="557213"/>
            <a:ext cx="8229600" cy="1143000"/>
          </a:xfrm>
        </p:spPr>
        <p:txBody>
          <a:bodyPr/>
          <a:lstStyle/>
          <a:p>
            <a:r>
              <a:rPr lang="en-US" altLang="zh-CN" dirty="0">
                <a:sym typeface="宋体" panose="02010600030101010101" pitchFamily="2" charset="-122"/>
              </a:rPr>
              <a:t>4.5 </a:t>
            </a:r>
            <a:r>
              <a:rPr lang="zh-CN" altLang="en-US" dirty="0">
                <a:sym typeface="宋体" panose="02010600030101010101" pitchFamily="2" charset="-122"/>
              </a:rPr>
              <a:t>银行家算法描述</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04B02AD6-A7CA-7B46-8CE7-1450A2443CF9}"/>
              </a:ext>
            </a:extLst>
          </p:cNvPr>
          <p:cNvSpPr>
            <a:spLocks noGrp="1" noChangeArrowheads="1"/>
          </p:cNvSpPr>
          <p:nvPr>
            <p:ph idx="4294967295"/>
          </p:nvPr>
        </p:nvSpPr>
        <p:spPr>
          <a:xfrm>
            <a:off x="422275" y="1755775"/>
            <a:ext cx="8721725" cy="4527550"/>
          </a:xfrm>
        </p:spPr>
        <p:txBody>
          <a:bodyPr/>
          <a:lstStyle/>
          <a:p>
            <a:pPr marL="9525" indent="0">
              <a:buFontTx/>
              <a:buNone/>
            </a:pPr>
            <a:r>
              <a:rPr lang="zh-CN" altLang="en-US" sz="2400">
                <a:latin typeface="宋体" panose="02010600030101010101" pitchFamily="2" charset="-122"/>
              </a:rPr>
              <a:t>设进程</a:t>
            </a:r>
            <a:r>
              <a:rPr lang="en-US" altLang="zh-CN" sz="2400">
                <a:latin typeface="宋体" panose="02010600030101010101" pitchFamily="2" charset="-122"/>
              </a:rPr>
              <a:t>cusneed</a:t>
            </a:r>
            <a:r>
              <a:rPr lang="zh-CN" altLang="en-US" sz="2400">
                <a:latin typeface="宋体" panose="02010600030101010101" pitchFamily="2" charset="-122"/>
              </a:rPr>
              <a:t>提出请求</a:t>
            </a:r>
            <a:r>
              <a:rPr lang="en-US" altLang="zh-CN" sz="2400">
                <a:latin typeface="宋体" panose="02010600030101010101" pitchFamily="2" charset="-122"/>
              </a:rPr>
              <a:t>REQUEST [i]</a:t>
            </a:r>
            <a:r>
              <a:rPr lang="zh-CN" altLang="en-US" sz="2400">
                <a:latin typeface="宋体" panose="02010600030101010101" pitchFamily="2" charset="-122"/>
              </a:rPr>
              <a:t>，则银行家算法按如下规则进行判断。</a:t>
            </a:r>
          </a:p>
          <a:p>
            <a:pPr marL="9525" indent="0">
              <a:buFontTx/>
              <a:buNone/>
            </a:pPr>
            <a:r>
              <a:rPr lang="en-US" altLang="zh-CN" sz="2400">
                <a:latin typeface="宋体" panose="02010600030101010101" pitchFamily="2" charset="-122"/>
              </a:rPr>
              <a:t>1)</a:t>
            </a:r>
            <a:r>
              <a:rPr lang="zh-CN" altLang="en-US" sz="2400">
                <a:latin typeface="宋体" panose="02010600030101010101" pitchFamily="2" charset="-122"/>
              </a:rPr>
              <a:t>如果</a:t>
            </a:r>
            <a:r>
              <a:rPr lang="en-US" altLang="zh-CN" sz="2400">
                <a:latin typeface="宋体" panose="02010600030101010101" pitchFamily="2" charset="-122"/>
              </a:rPr>
              <a:t>REQUEST [cusneed] [i]&lt;= NEED[cusneed][i]</a:t>
            </a:r>
            <a:r>
              <a:rPr lang="zh-CN" altLang="en-US" sz="2400">
                <a:latin typeface="宋体" panose="02010600030101010101" pitchFamily="2" charset="-122"/>
              </a:rPr>
              <a:t>，则转</a:t>
            </a:r>
            <a:r>
              <a:rPr lang="en-US" altLang="zh-CN" sz="2400">
                <a:latin typeface="宋体" panose="02010600030101010101" pitchFamily="2" charset="-122"/>
              </a:rPr>
              <a:t>(2)</a:t>
            </a:r>
            <a:r>
              <a:rPr lang="zh-CN" altLang="en-US" sz="2400">
                <a:latin typeface="宋体" panose="02010600030101010101" pitchFamily="2" charset="-122"/>
              </a:rPr>
              <a:t>；否则，出错。</a:t>
            </a:r>
          </a:p>
          <a:p>
            <a:pPr marL="9525" indent="0">
              <a:buFontTx/>
              <a:buNone/>
            </a:pPr>
            <a:r>
              <a:rPr lang="en-US" altLang="zh-CN" sz="2400">
                <a:latin typeface="宋体" panose="02010600030101010101" pitchFamily="2" charset="-122"/>
              </a:rPr>
              <a:t>2)</a:t>
            </a:r>
            <a:r>
              <a:rPr lang="zh-CN" altLang="en-US" sz="2400">
                <a:latin typeface="宋体" panose="02010600030101010101" pitchFamily="2" charset="-122"/>
              </a:rPr>
              <a:t>如果</a:t>
            </a:r>
            <a:r>
              <a:rPr lang="en-US" altLang="zh-CN" sz="2400">
                <a:latin typeface="宋体" panose="02010600030101010101" pitchFamily="2" charset="-122"/>
              </a:rPr>
              <a:t>REQUEST [cusneed] [i]&lt;= AVAILABLE[i]</a:t>
            </a:r>
            <a:r>
              <a:rPr lang="zh-CN" altLang="en-US" sz="2400">
                <a:latin typeface="宋体" panose="02010600030101010101" pitchFamily="2" charset="-122"/>
              </a:rPr>
              <a:t>，则转</a:t>
            </a:r>
            <a:r>
              <a:rPr lang="en-US" altLang="zh-CN" sz="2400">
                <a:latin typeface="宋体" panose="02010600030101010101" pitchFamily="2" charset="-122"/>
              </a:rPr>
              <a:t>(3)</a:t>
            </a:r>
            <a:r>
              <a:rPr lang="zh-CN" altLang="en-US" sz="2400">
                <a:latin typeface="宋体" panose="02010600030101010101" pitchFamily="2" charset="-122"/>
              </a:rPr>
              <a:t>；否则，出错。</a:t>
            </a:r>
          </a:p>
          <a:p>
            <a:pPr marL="9525" indent="0">
              <a:buFontTx/>
              <a:buNone/>
            </a:pPr>
            <a:r>
              <a:rPr lang="en-US" altLang="zh-CN" sz="2400">
                <a:latin typeface="宋体" panose="02010600030101010101" pitchFamily="2" charset="-122"/>
              </a:rPr>
              <a:t>3)</a:t>
            </a:r>
            <a:r>
              <a:rPr lang="zh-CN" altLang="en-US" sz="2400">
                <a:latin typeface="宋体" panose="02010600030101010101" pitchFamily="2" charset="-122"/>
              </a:rPr>
              <a:t>系统试探分配资源，修改相关数据：</a:t>
            </a:r>
          </a:p>
          <a:p>
            <a:pPr marL="9525" indent="0">
              <a:buFontTx/>
              <a:buNone/>
            </a:pPr>
            <a:r>
              <a:rPr lang="en-US" altLang="zh-CN" sz="2400">
                <a:latin typeface="宋体" panose="02010600030101010101" pitchFamily="2" charset="-122"/>
              </a:rPr>
              <a:t>AVAILABLE[i]-=REQUEST[cusneed][i]; ALLOCATION[cusneed][i]+=REQUEST[cusneed][i]; NEED[cusneed][i]-=REQUEST[cusneed][i];</a:t>
            </a:r>
          </a:p>
          <a:p>
            <a:pPr marL="9525" indent="0">
              <a:buFontTx/>
              <a:buNone/>
            </a:pPr>
            <a:r>
              <a:rPr lang="en-US" altLang="zh-CN" sz="2400">
                <a:latin typeface="宋体" panose="02010600030101010101" pitchFamily="2" charset="-122"/>
              </a:rPr>
              <a:t>4)</a:t>
            </a:r>
            <a:r>
              <a:rPr lang="zh-CN" altLang="en-US" sz="2400">
                <a:latin typeface="宋体" panose="02010600030101010101" pitchFamily="2" charset="-122"/>
              </a:rPr>
              <a:t>系统执行安全性检查，如安全，则分配成立；否则试探险性分配作废，系统恢复原状，进程等待。</a:t>
            </a:r>
          </a:p>
        </p:txBody>
      </p:sp>
      <p:pic>
        <p:nvPicPr>
          <p:cNvPr id="48131" name="Picture 3" descr="无标题-5">
            <a:extLst>
              <a:ext uri="{FF2B5EF4-FFF2-40B4-BE49-F238E27FC236}">
                <a16:creationId xmlns:a16="http://schemas.microsoft.com/office/drawing/2014/main" id="{59D77EA1-353A-5E44-8B27-6E0C2FE63D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2" name="标题 5">
            <a:extLst>
              <a:ext uri="{FF2B5EF4-FFF2-40B4-BE49-F238E27FC236}">
                <a16:creationId xmlns:a16="http://schemas.microsoft.com/office/drawing/2014/main" id="{3DF31AD7-2384-2F45-A604-82D5EAC09C87}"/>
              </a:ext>
            </a:extLst>
          </p:cNvPr>
          <p:cNvSpPr>
            <a:spLocks noGrp="1" noChangeArrowheads="1"/>
          </p:cNvSpPr>
          <p:nvPr>
            <p:ph type="title" idx="4294967295"/>
          </p:nvPr>
        </p:nvSpPr>
        <p:spPr>
          <a:xfrm>
            <a:off x="179388" y="557213"/>
            <a:ext cx="8229600" cy="1143000"/>
          </a:xfrm>
        </p:spPr>
        <p:txBody>
          <a:bodyPr/>
          <a:lstStyle/>
          <a:p>
            <a:r>
              <a:rPr lang="en-US" altLang="zh-CN" dirty="0">
                <a:sym typeface="宋体" panose="02010600030101010101" pitchFamily="2" charset="-122"/>
              </a:rPr>
              <a:t>4.5 </a:t>
            </a:r>
            <a:r>
              <a:rPr lang="zh-CN" altLang="en-US" dirty="0">
                <a:sym typeface="宋体" panose="02010600030101010101" pitchFamily="2" charset="-122"/>
              </a:rPr>
              <a:t>银行家算法描述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checkerboard(across)">
                                      <p:cBhvr>
                                        <p:cTn id="7" dur="500"/>
                                        <p:tgtEl>
                                          <p:spTgt spid="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checkerboard(across)">
                                      <p:cBhvr>
                                        <p:cTn id="12" dur="500"/>
                                        <p:tgtEl>
                                          <p:spTgt spid="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checkerboard(across)">
                                      <p:cBhvr>
                                        <p:cTn id="17" dur="500"/>
                                        <p:tgtEl>
                                          <p:spTgt spid="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checkerboard(across)">
                                      <p:cBhvr>
                                        <p:cTn id="22" dur="500"/>
                                        <p:tgtEl>
                                          <p:spTgt spid="2">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checkerboard(across)">
                                      <p:cBhvr>
                                        <p:cTn id="27" dur="500"/>
                                        <p:tgtEl>
                                          <p:spTgt spid="2">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checkerboard(across)">
                                      <p:cBhvr>
                                        <p:cTn id="3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4C4AD27A-7825-0045-A0F8-0CBDB3CD9D38}"/>
              </a:ext>
            </a:extLst>
          </p:cNvPr>
          <p:cNvSpPr>
            <a:spLocks noGrp="1" noChangeArrowheads="1"/>
          </p:cNvSpPr>
          <p:nvPr>
            <p:ph idx="4294967295"/>
          </p:nvPr>
        </p:nvSpPr>
        <p:spPr>
          <a:xfrm>
            <a:off x="422275" y="1755775"/>
            <a:ext cx="8721725" cy="4527550"/>
          </a:xfrm>
        </p:spPr>
        <p:txBody>
          <a:bodyPr/>
          <a:lstStyle/>
          <a:p>
            <a:pPr marL="9525" indent="0">
              <a:lnSpc>
                <a:spcPct val="120000"/>
              </a:lnSpc>
              <a:buFontTx/>
              <a:buNone/>
            </a:pPr>
            <a:r>
              <a:rPr lang="zh-CN" altLang="en-US" sz="2400">
                <a:latin typeface="宋体" panose="02010600030101010101" pitchFamily="2" charset="-122"/>
              </a:rPr>
              <a:t>安全性算法是银行家算法的组成部分。</a:t>
            </a:r>
          </a:p>
          <a:p>
            <a:pPr marL="9525" indent="0">
              <a:lnSpc>
                <a:spcPct val="120000"/>
              </a:lnSpc>
              <a:buFontTx/>
              <a:buNone/>
            </a:pPr>
            <a:r>
              <a:rPr lang="zh-CN" altLang="en-US" sz="2400">
                <a:latin typeface="宋体" panose="02010600030101010101" pitchFamily="2" charset="-122"/>
              </a:rPr>
              <a:t>在银行家算法中，对进程提出的资源请求进行预分配后，需要检查这种分配是否会造成系统进入不安全状态。</a:t>
            </a:r>
          </a:p>
          <a:p>
            <a:pPr marL="9525" indent="0">
              <a:lnSpc>
                <a:spcPct val="120000"/>
              </a:lnSpc>
              <a:buFontTx/>
              <a:buNone/>
            </a:pPr>
            <a:r>
              <a:rPr lang="zh-CN" altLang="en-US" sz="2400">
                <a:latin typeface="宋体" panose="02010600030101010101" pitchFamily="2" charset="-122"/>
              </a:rPr>
              <a:t>如果不会进入不安全状态，称为安全检查性通过，分配成立；否则，撤销预分配，系统回到原来的安全状态，请求资源的进程被挂起。</a:t>
            </a:r>
          </a:p>
          <a:p>
            <a:pPr marL="9525" indent="0">
              <a:lnSpc>
                <a:spcPct val="120000"/>
              </a:lnSpc>
              <a:buFontTx/>
              <a:buNone/>
            </a:pPr>
            <a:r>
              <a:rPr lang="zh-CN" altLang="en-US" sz="2400">
                <a:latin typeface="宋体" panose="02010600030101010101" pitchFamily="2" charset="-122"/>
              </a:rPr>
              <a:t>可以理解为，系统仍有部分资源，不考虑任何因素的前提下，有分配给该进程的资源，但是，考虑到系统的安全性，这部分资源不能分配给该进程。即系统有资源，但没有可分配给该进程的资源。</a:t>
            </a:r>
          </a:p>
        </p:txBody>
      </p:sp>
      <p:pic>
        <p:nvPicPr>
          <p:cNvPr id="49155" name="Picture 3" descr="无标题-5">
            <a:extLst>
              <a:ext uri="{FF2B5EF4-FFF2-40B4-BE49-F238E27FC236}">
                <a16:creationId xmlns:a16="http://schemas.microsoft.com/office/drawing/2014/main" id="{E49333C3-5F19-8444-8395-DF48DD2C35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6" name="标题 5">
            <a:extLst>
              <a:ext uri="{FF2B5EF4-FFF2-40B4-BE49-F238E27FC236}">
                <a16:creationId xmlns:a16="http://schemas.microsoft.com/office/drawing/2014/main" id="{3E71832B-3A08-9640-BC5A-0D4BE87D329D}"/>
              </a:ext>
            </a:extLst>
          </p:cNvPr>
          <p:cNvSpPr>
            <a:spLocks noGrp="1" noChangeArrowheads="1"/>
          </p:cNvSpPr>
          <p:nvPr>
            <p:ph type="title" idx="4294967295"/>
          </p:nvPr>
        </p:nvSpPr>
        <p:spPr>
          <a:xfrm>
            <a:off x="179388" y="557213"/>
            <a:ext cx="8229600" cy="1143000"/>
          </a:xfrm>
        </p:spPr>
        <p:txBody>
          <a:bodyPr/>
          <a:lstStyle/>
          <a:p>
            <a:r>
              <a:rPr lang="en-US" altLang="zh-CN" dirty="0">
                <a:sym typeface="宋体" panose="02010600030101010101" pitchFamily="2" charset="-122"/>
              </a:rPr>
              <a:t>4.6 </a:t>
            </a:r>
            <a:r>
              <a:rPr lang="zh-CN" altLang="en-US" dirty="0">
                <a:sym typeface="宋体" panose="02010600030101010101" pitchFamily="2" charset="-122"/>
              </a:rPr>
              <a:t>安全性算法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checkerboard(across)">
                                      <p:cBhvr>
                                        <p:cTn id="7" dur="500"/>
                                        <p:tgtEl>
                                          <p:spTgt spid="2">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checkerboard(across)">
                                      <p:cBhvr>
                                        <p:cTn id="12" dur="500"/>
                                        <p:tgtEl>
                                          <p:spTgt spid="2">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checkerboard(across)">
                                      <p:cBhvr>
                                        <p:cTn id="17" dur="500"/>
                                        <p:tgtEl>
                                          <p:spTgt spid="2">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2">
                                            <p:txEl>
                                              <p:charRg st="4" end="4"/>
                                            </p:txEl>
                                          </p:spTgt>
                                        </p:tgtEl>
                                        <p:attrNameLst>
                                          <p:attrName>style.visibility</p:attrName>
                                        </p:attrNameLst>
                                      </p:cBhvr>
                                      <p:to>
                                        <p:strVal val="visible"/>
                                      </p:to>
                                    </p:set>
                                    <p:animEffect transition="in" filter="checkerboard(across)">
                                      <p:cBhvr>
                                        <p:cTn id="22" dur="500"/>
                                        <p:tgtEl>
                                          <p:spTgt spid="2">
                                            <p:txEl>
                                              <p:char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7CD547BC-E8CC-4B44-B581-6A453227DE76}"/>
              </a:ext>
            </a:extLst>
          </p:cNvPr>
          <p:cNvSpPr>
            <a:spLocks noGrp="1" noChangeArrowheads="1"/>
          </p:cNvSpPr>
          <p:nvPr>
            <p:ph idx="4294967295"/>
          </p:nvPr>
        </p:nvSpPr>
        <p:spPr>
          <a:xfrm>
            <a:off x="565150" y="1755775"/>
            <a:ext cx="8721725" cy="4527550"/>
          </a:xfrm>
        </p:spPr>
        <p:txBody>
          <a:bodyPr/>
          <a:lstStyle/>
          <a:p>
            <a:pPr marL="9525" indent="0">
              <a:lnSpc>
                <a:spcPct val="110000"/>
              </a:lnSpc>
              <a:buFontTx/>
              <a:buNone/>
            </a:pPr>
            <a:r>
              <a:rPr lang="zh-CN" altLang="en-US" sz="2400">
                <a:latin typeface="Cambria" panose="02040503050406030204" pitchFamily="18" charset="0"/>
              </a:rPr>
              <a:t>安全性算法描述：</a:t>
            </a:r>
          </a:p>
          <a:p>
            <a:pPr marL="9525" indent="0">
              <a:lnSpc>
                <a:spcPct val="110000"/>
              </a:lnSpc>
              <a:buFontTx/>
              <a:buNone/>
            </a:pPr>
            <a:r>
              <a:rPr lang="en-US" altLang="en-US" sz="2400">
                <a:latin typeface="Cambria" panose="02040503050406030204" pitchFamily="18" charset="0"/>
              </a:rPr>
              <a:t>1)设置两个工作向量Work=AVAILABLE;FINISH=false</a:t>
            </a:r>
            <a:r>
              <a:rPr lang="zh-CN" altLang="en-US" sz="2400">
                <a:latin typeface="Cambria" panose="02040503050406030204" pitchFamily="18" charset="0"/>
              </a:rPr>
              <a:t>；</a:t>
            </a:r>
          </a:p>
          <a:p>
            <a:pPr marL="9525" indent="0">
              <a:lnSpc>
                <a:spcPct val="110000"/>
              </a:lnSpc>
              <a:buFontTx/>
              <a:buNone/>
            </a:pPr>
            <a:r>
              <a:rPr lang="en-US" altLang="zh-CN" sz="2400">
                <a:latin typeface="Cambria" panose="02040503050406030204" pitchFamily="18" charset="0"/>
              </a:rPr>
              <a:t>2)</a:t>
            </a:r>
            <a:r>
              <a:rPr lang="zh-CN" altLang="en-US" sz="2400">
                <a:latin typeface="Cambria" panose="02040503050406030204" pitchFamily="18" charset="0"/>
              </a:rPr>
              <a:t>从进程集合中找到一个满足下述条件的进程，</a:t>
            </a:r>
          </a:p>
          <a:p>
            <a:pPr marL="9525" indent="0">
              <a:lnSpc>
                <a:spcPct val="110000"/>
              </a:lnSpc>
              <a:buFontTx/>
              <a:buNone/>
            </a:pPr>
            <a:r>
              <a:rPr lang="en-US" altLang="zh-CN" sz="2400">
                <a:latin typeface="Cambria" panose="02040503050406030204" pitchFamily="18" charset="0"/>
              </a:rPr>
              <a:t>NEED&lt;=Work;  </a:t>
            </a:r>
            <a:r>
              <a:rPr lang="en-US" altLang="zh-CN" sz="2400">
                <a:latin typeface="Cambria" panose="02040503050406030204" pitchFamily="18" charset="0"/>
                <a:sym typeface="Arial" panose="020B0604020202020204" pitchFamily="34" charset="0"/>
              </a:rPr>
              <a:t>FINI</a:t>
            </a:r>
            <a:r>
              <a:rPr lang="en-US" altLang="zh-CN" sz="2400">
                <a:latin typeface="Cambria" panose="02040503050406030204" pitchFamily="18" charset="0"/>
              </a:rPr>
              <a:t>SH==false;</a:t>
            </a:r>
          </a:p>
          <a:p>
            <a:pPr marL="9525" indent="0">
              <a:lnSpc>
                <a:spcPct val="110000"/>
              </a:lnSpc>
              <a:buFontTx/>
              <a:buNone/>
            </a:pPr>
            <a:r>
              <a:rPr lang="zh-CN" altLang="en-US" sz="2400">
                <a:latin typeface="Cambria" panose="02040503050406030204" pitchFamily="18" charset="0"/>
              </a:rPr>
              <a:t>如找到，执行</a:t>
            </a:r>
            <a:r>
              <a:rPr lang="en-US" altLang="zh-CN" sz="2400">
                <a:latin typeface="Cambria" panose="02040503050406030204" pitchFamily="18" charset="0"/>
              </a:rPr>
              <a:t>3)</a:t>
            </a:r>
            <a:r>
              <a:rPr lang="zh-CN" altLang="en-US" sz="2400">
                <a:latin typeface="Cambria" panose="02040503050406030204" pitchFamily="18" charset="0"/>
              </a:rPr>
              <a:t>；否则，执行</a:t>
            </a:r>
            <a:r>
              <a:rPr lang="en-US" altLang="zh-CN" sz="2400">
                <a:latin typeface="Cambria" panose="02040503050406030204" pitchFamily="18" charset="0"/>
              </a:rPr>
              <a:t>4)</a:t>
            </a:r>
            <a:r>
              <a:rPr lang="zh-CN" altLang="en-US" sz="2400">
                <a:latin typeface="Cambria" panose="02040503050406030204" pitchFamily="18" charset="0"/>
              </a:rPr>
              <a:t>。</a:t>
            </a:r>
          </a:p>
          <a:p>
            <a:pPr marL="9525" indent="0">
              <a:lnSpc>
                <a:spcPct val="110000"/>
              </a:lnSpc>
              <a:buFontTx/>
              <a:buNone/>
            </a:pPr>
            <a:r>
              <a:rPr lang="en-US" altLang="zh-CN" sz="2400">
                <a:latin typeface="Cambria" panose="02040503050406030204" pitchFamily="18" charset="0"/>
              </a:rPr>
              <a:t>3)</a:t>
            </a:r>
            <a:r>
              <a:rPr lang="zh-CN" altLang="en-US" sz="2400">
                <a:latin typeface="Cambria" panose="02040503050406030204" pitchFamily="18" charset="0"/>
              </a:rPr>
              <a:t>设进程获得资源，可顺利执行，直至完成，从而释放资源。</a:t>
            </a:r>
          </a:p>
          <a:p>
            <a:pPr marL="9525" indent="0">
              <a:lnSpc>
                <a:spcPct val="110000"/>
              </a:lnSpc>
              <a:buFontTx/>
              <a:buNone/>
            </a:pPr>
            <a:r>
              <a:rPr lang="en-US" altLang="zh-CN" sz="2400">
                <a:latin typeface="Cambria" panose="02040503050406030204" pitchFamily="18" charset="0"/>
              </a:rPr>
              <a:t>Work+=ALLOCATION;</a:t>
            </a:r>
          </a:p>
          <a:p>
            <a:pPr marL="9525" indent="0">
              <a:lnSpc>
                <a:spcPct val="110000"/>
              </a:lnSpc>
              <a:buFontTx/>
              <a:buNone/>
            </a:pPr>
            <a:r>
              <a:rPr lang="en-US" altLang="zh-CN" sz="2400">
                <a:latin typeface="Cambria" panose="02040503050406030204" pitchFamily="18" charset="0"/>
              </a:rPr>
              <a:t>Finish=true;   GOTO 2 </a:t>
            </a:r>
          </a:p>
          <a:p>
            <a:pPr marL="9525" indent="0">
              <a:lnSpc>
                <a:spcPct val="110000"/>
              </a:lnSpc>
              <a:buFontTx/>
              <a:buNone/>
            </a:pPr>
            <a:r>
              <a:rPr lang="en-US" altLang="zh-CN" sz="2400">
                <a:latin typeface="Cambria" panose="02040503050406030204" pitchFamily="18" charset="0"/>
              </a:rPr>
              <a:t>4)</a:t>
            </a:r>
            <a:r>
              <a:rPr lang="zh-CN" altLang="en-US" sz="2400">
                <a:latin typeface="Cambria" panose="02040503050406030204" pitchFamily="18" charset="0"/>
              </a:rPr>
              <a:t>如所有的进程</a:t>
            </a:r>
            <a:r>
              <a:rPr lang="en-US" altLang="zh-CN" sz="2400">
                <a:latin typeface="Cambria" panose="02040503050406030204" pitchFamily="18" charset="0"/>
              </a:rPr>
              <a:t>Finish= true</a:t>
            </a:r>
            <a:r>
              <a:rPr lang="zh-CN" altLang="en-US" sz="2400">
                <a:latin typeface="Cambria" panose="02040503050406030204" pitchFamily="18" charset="0"/>
              </a:rPr>
              <a:t>，则表示安全；否则系统不安全</a:t>
            </a:r>
            <a:r>
              <a:rPr lang="zh-CN" altLang="en-US" sz="2400">
                <a:latin typeface="宋体" panose="02010600030101010101" pitchFamily="2" charset="-122"/>
              </a:rPr>
              <a:t>。</a:t>
            </a:r>
          </a:p>
        </p:txBody>
      </p:sp>
      <p:pic>
        <p:nvPicPr>
          <p:cNvPr id="50179" name="Picture 3" descr="无标题-5">
            <a:extLst>
              <a:ext uri="{FF2B5EF4-FFF2-40B4-BE49-F238E27FC236}">
                <a16:creationId xmlns:a16="http://schemas.microsoft.com/office/drawing/2014/main" id="{3DA1A7D5-AAEB-F941-9EFA-B7681B9F9D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0" name="标题 5">
            <a:extLst>
              <a:ext uri="{FF2B5EF4-FFF2-40B4-BE49-F238E27FC236}">
                <a16:creationId xmlns:a16="http://schemas.microsoft.com/office/drawing/2014/main" id="{5A222EA6-5577-A143-8822-6846973E7A65}"/>
              </a:ext>
            </a:extLst>
          </p:cNvPr>
          <p:cNvSpPr>
            <a:spLocks noGrp="1" noChangeArrowheads="1"/>
          </p:cNvSpPr>
          <p:nvPr>
            <p:ph type="title" idx="4294967295"/>
          </p:nvPr>
        </p:nvSpPr>
        <p:spPr>
          <a:xfrm>
            <a:off x="179388" y="557213"/>
            <a:ext cx="8229600" cy="1143000"/>
          </a:xfrm>
        </p:spPr>
        <p:txBody>
          <a:bodyPr/>
          <a:lstStyle/>
          <a:p>
            <a:r>
              <a:rPr lang="en-US" altLang="zh-CN" dirty="0">
                <a:sym typeface="宋体" panose="02010600030101010101" pitchFamily="2" charset="-122"/>
              </a:rPr>
              <a:t>4.6 </a:t>
            </a:r>
            <a:r>
              <a:rPr lang="zh-CN" altLang="en-US" dirty="0">
                <a:sym typeface="宋体" panose="02010600030101010101" pitchFamily="2" charset="-122"/>
              </a:rPr>
              <a:t>安全性算法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checkerboard(across)">
                                      <p:cBhvr>
                                        <p:cTn id="7" dur="500"/>
                                        <p:tgtEl>
                                          <p:spTgt spid="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checkerboard(across)">
                                      <p:cBhvr>
                                        <p:cTn id="12" dur="500"/>
                                        <p:tgtEl>
                                          <p:spTgt spid="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checkerboard(across)">
                                      <p:cBhvr>
                                        <p:cTn id="17" dur="500"/>
                                        <p:tgtEl>
                                          <p:spTgt spid="2">
                                            <p:txEl>
                                              <p:pRg st="2" end="2"/>
                                            </p:txEl>
                                          </p:spTgt>
                                        </p:tgtEl>
                                      </p:cBhvr>
                                    </p:animEffect>
                                  </p:childTnLst>
                                </p:cTn>
                              </p:par>
                            </p:childTnLst>
                          </p:cTn>
                        </p:par>
                        <p:par>
                          <p:cTn id="18" fill="hold" nodeType="afterGroup">
                            <p:stCondLst>
                              <p:cond delay="500"/>
                            </p:stCondLst>
                            <p:childTnLst>
                              <p:par>
                                <p:cTn id="19" presetID="5" presetClass="entr" presetSubtype="10" fill="hold" nodeType="after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Effect transition="in" filter="checkerboard(across)">
                                      <p:cBhvr>
                                        <p:cTn id="21" dur="500"/>
                                        <p:tgtEl>
                                          <p:spTgt spid="2">
                                            <p:txEl>
                                              <p:pRg st="3" end="3"/>
                                            </p:txEl>
                                          </p:spTgt>
                                        </p:tgtEl>
                                      </p:cBhvr>
                                    </p:animEffect>
                                  </p:childTnLst>
                                </p:cTn>
                              </p:par>
                            </p:childTnLst>
                          </p:cTn>
                        </p:par>
                        <p:par>
                          <p:cTn id="22" fill="hold" nodeType="afterGroup">
                            <p:stCondLst>
                              <p:cond delay="1000"/>
                            </p:stCondLst>
                            <p:childTnLst>
                              <p:par>
                                <p:cTn id="23" presetID="5" presetClass="entr" presetSubtype="10" fill="hold" nodeType="after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Effect transition="in" filter="checkerboard(across)">
                                      <p:cBhvr>
                                        <p:cTn id="25" dur="500"/>
                                        <p:tgtEl>
                                          <p:spTgt spid="2">
                                            <p:txEl>
                                              <p:pRg st="4" end="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5" presetClass="entr" presetSubtype="10" fill="hold" nodeType="clickEffect">
                                  <p:stCondLst>
                                    <p:cond delay="0"/>
                                  </p:stCondLst>
                                  <p:childTnLst>
                                    <p:set>
                                      <p:cBhvr>
                                        <p:cTn id="29" dur="1" fill="hold">
                                          <p:stCondLst>
                                            <p:cond delay="0"/>
                                          </p:stCondLst>
                                        </p:cTn>
                                        <p:tgtEl>
                                          <p:spTgt spid="2">
                                            <p:txEl>
                                              <p:pRg st="5" end="5"/>
                                            </p:txEl>
                                          </p:spTgt>
                                        </p:tgtEl>
                                        <p:attrNameLst>
                                          <p:attrName>style.visibility</p:attrName>
                                        </p:attrNameLst>
                                      </p:cBhvr>
                                      <p:to>
                                        <p:strVal val="visible"/>
                                      </p:to>
                                    </p:set>
                                    <p:animEffect transition="in" filter="checkerboard(across)">
                                      <p:cBhvr>
                                        <p:cTn id="30" dur="500"/>
                                        <p:tgtEl>
                                          <p:spTgt spid="2">
                                            <p:txEl>
                                              <p:pRg st="5" end="5"/>
                                            </p:txEl>
                                          </p:spTgt>
                                        </p:tgtEl>
                                      </p:cBhvr>
                                    </p:animEffect>
                                  </p:childTnLst>
                                </p:cTn>
                              </p:par>
                            </p:childTnLst>
                          </p:cTn>
                        </p:par>
                        <p:par>
                          <p:cTn id="31" fill="hold" nodeType="afterGroup">
                            <p:stCondLst>
                              <p:cond delay="500"/>
                            </p:stCondLst>
                            <p:childTnLst>
                              <p:par>
                                <p:cTn id="32" presetID="5" presetClass="entr" presetSubtype="10" fill="hold" nodeType="afterEffect">
                                  <p:stCondLst>
                                    <p:cond delay="0"/>
                                  </p:stCondLst>
                                  <p:childTnLst>
                                    <p:set>
                                      <p:cBhvr>
                                        <p:cTn id="33" dur="1" fill="hold">
                                          <p:stCondLst>
                                            <p:cond delay="0"/>
                                          </p:stCondLst>
                                        </p:cTn>
                                        <p:tgtEl>
                                          <p:spTgt spid="2">
                                            <p:txEl>
                                              <p:pRg st="6" end="6"/>
                                            </p:txEl>
                                          </p:spTgt>
                                        </p:tgtEl>
                                        <p:attrNameLst>
                                          <p:attrName>style.visibility</p:attrName>
                                        </p:attrNameLst>
                                      </p:cBhvr>
                                      <p:to>
                                        <p:strVal val="visible"/>
                                      </p:to>
                                    </p:set>
                                    <p:animEffect transition="in" filter="checkerboard(across)">
                                      <p:cBhvr>
                                        <p:cTn id="34" dur="500"/>
                                        <p:tgtEl>
                                          <p:spTgt spid="2">
                                            <p:txEl>
                                              <p:pRg st="6" end="6"/>
                                            </p:txEl>
                                          </p:spTgt>
                                        </p:tgtEl>
                                      </p:cBhvr>
                                    </p:animEffect>
                                  </p:childTnLst>
                                </p:cTn>
                              </p:par>
                            </p:childTnLst>
                          </p:cTn>
                        </p:par>
                        <p:par>
                          <p:cTn id="35" fill="hold" nodeType="afterGroup">
                            <p:stCondLst>
                              <p:cond delay="1000"/>
                            </p:stCondLst>
                            <p:childTnLst>
                              <p:par>
                                <p:cTn id="36" presetID="5" presetClass="entr" presetSubtype="10" fill="hold" nodeType="afterEffect">
                                  <p:stCondLst>
                                    <p:cond delay="0"/>
                                  </p:stCondLst>
                                  <p:childTnLst>
                                    <p:set>
                                      <p:cBhvr>
                                        <p:cTn id="37" dur="1" fill="hold">
                                          <p:stCondLst>
                                            <p:cond delay="0"/>
                                          </p:stCondLst>
                                        </p:cTn>
                                        <p:tgtEl>
                                          <p:spTgt spid="2">
                                            <p:txEl>
                                              <p:pRg st="7" end="7"/>
                                            </p:txEl>
                                          </p:spTgt>
                                        </p:tgtEl>
                                        <p:attrNameLst>
                                          <p:attrName>style.visibility</p:attrName>
                                        </p:attrNameLst>
                                      </p:cBhvr>
                                      <p:to>
                                        <p:strVal val="visible"/>
                                      </p:to>
                                    </p:set>
                                    <p:animEffect transition="in" filter="checkerboard(across)">
                                      <p:cBhvr>
                                        <p:cTn id="38" dur="500"/>
                                        <p:tgtEl>
                                          <p:spTgt spid="2">
                                            <p:txEl>
                                              <p:pRg st="7" end="7"/>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 presetClass="entr" presetSubtype="10" fill="hold" nodeType="clickEffect">
                                  <p:stCondLst>
                                    <p:cond delay="0"/>
                                  </p:stCondLst>
                                  <p:childTnLst>
                                    <p:set>
                                      <p:cBhvr>
                                        <p:cTn id="42" dur="1" fill="hold">
                                          <p:stCondLst>
                                            <p:cond delay="0"/>
                                          </p:stCondLst>
                                        </p:cTn>
                                        <p:tgtEl>
                                          <p:spTgt spid="2">
                                            <p:txEl>
                                              <p:pRg st="8" end="8"/>
                                            </p:txEl>
                                          </p:spTgt>
                                        </p:tgtEl>
                                        <p:attrNameLst>
                                          <p:attrName>style.visibility</p:attrName>
                                        </p:attrNameLst>
                                      </p:cBhvr>
                                      <p:to>
                                        <p:strVal val="visible"/>
                                      </p:to>
                                    </p:set>
                                    <p:animEffect transition="in" filter="checkerboard(across)">
                                      <p:cBhvr>
                                        <p:cTn id="43"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1201" name="Picture 2" descr="无标题-4">
            <a:extLst>
              <a:ext uri="{FF2B5EF4-FFF2-40B4-BE49-F238E27FC236}">
                <a16:creationId xmlns:a16="http://schemas.microsoft.com/office/drawing/2014/main" id="{90F57269-9EF8-0D40-9871-F52A1BA393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44700"/>
            <a:ext cx="9144000" cy="180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2" name="图片 8">
            <a:extLst>
              <a:ext uri="{FF2B5EF4-FFF2-40B4-BE49-F238E27FC236}">
                <a16:creationId xmlns:a16="http://schemas.microsoft.com/office/drawing/2014/main" id="{52FA6CE7-220F-0E46-8ECB-7BBC94A4B3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8411"/>
          <a:stretch>
            <a:fillRect/>
          </a:stretch>
        </p:blipFill>
        <p:spPr bwMode="auto">
          <a:xfrm>
            <a:off x="5956300" y="3854450"/>
            <a:ext cx="3187700" cy="300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3" name="标题 4">
            <a:extLst>
              <a:ext uri="{FF2B5EF4-FFF2-40B4-BE49-F238E27FC236}">
                <a16:creationId xmlns:a16="http://schemas.microsoft.com/office/drawing/2014/main" id="{5C8182E6-1B6F-4342-AC0B-A9048FB2B764}"/>
              </a:ext>
            </a:extLst>
          </p:cNvPr>
          <p:cNvSpPr>
            <a:spLocks noGrp="1" noChangeArrowheads="1"/>
          </p:cNvSpPr>
          <p:nvPr>
            <p:ph type="title" idx="4294967295"/>
          </p:nvPr>
        </p:nvSpPr>
        <p:spPr>
          <a:xfrm>
            <a:off x="623888" y="1711325"/>
            <a:ext cx="7886700" cy="1881188"/>
          </a:xfrm>
        </p:spPr>
        <p:txBody>
          <a:bodyPr anchor="b"/>
          <a:lstStyle/>
          <a:p>
            <a:r>
              <a:rPr lang="en-US" altLang="zh-CN" dirty="0">
                <a:latin typeface="黑体" panose="02010609060101010101" pitchFamily="49" charset="-122"/>
                <a:ea typeface="黑体" panose="02010609060101010101" pitchFamily="49" charset="-122"/>
              </a:rPr>
              <a:t>4.7 </a:t>
            </a:r>
            <a:r>
              <a:rPr lang="zh-CN" altLang="en-US" dirty="0">
                <a:latin typeface="黑体" panose="02010609060101010101" pitchFamily="49" charset="-122"/>
                <a:ea typeface="黑体" panose="02010609060101010101" pitchFamily="49" charset="-122"/>
              </a:rPr>
              <a:t>银行家算法实例</a:t>
            </a:r>
            <a:br>
              <a:rPr lang="zh-CN" altLang="en-US" dirty="0">
                <a:latin typeface="黑体" panose="02010609060101010101" pitchFamily="49" charset="-122"/>
                <a:ea typeface="黑体" panose="02010609060101010101" pitchFamily="49" charset="-122"/>
              </a:rPr>
            </a:br>
            <a:endParaRPr lang="zh-CN" altLang="en-US" dirty="0">
              <a:latin typeface="黑体" panose="02010609060101010101" pitchFamily="49" charset="-122"/>
              <a:ea typeface="黑体" panose="02010609060101010101" pitchFamily="49"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7C199808-2473-ED40-A178-A564D676B881}"/>
              </a:ext>
            </a:extLst>
          </p:cNvPr>
          <p:cNvSpPr>
            <a:spLocks noGrp="1"/>
          </p:cNvSpPr>
          <p:nvPr>
            <p:ph idx="4294967295"/>
          </p:nvPr>
        </p:nvSpPr>
        <p:spPr>
          <a:xfrm>
            <a:off x="565150" y="1755775"/>
            <a:ext cx="8721725" cy="4527550"/>
          </a:xfrm>
          <a:ln>
            <a:miter/>
          </a:ln>
        </p:spPr>
        <p:txBody>
          <a:bodyPr/>
          <a:lstStyle/>
          <a:p>
            <a:pPr marL="9525" indent="0">
              <a:lnSpc>
                <a:spcPct val="110000"/>
              </a:lnSpc>
              <a:buFontTx/>
              <a:buNone/>
            </a:pPr>
            <a:endParaRPr lang="en-US" altLang="zh-CN" sz="2400">
              <a:latin typeface="Cambria" panose="02040503050406030204" pitchFamily="18" charset="0"/>
            </a:endParaRPr>
          </a:p>
          <a:p>
            <a:pPr marL="9525" indent="0">
              <a:lnSpc>
                <a:spcPct val="150000"/>
              </a:lnSpc>
            </a:pPr>
            <a:r>
              <a:rPr lang="zh-CN" altLang="en-US" sz="2800">
                <a:latin typeface="Cambria" panose="02040503050406030204" pitchFamily="18" charset="0"/>
              </a:rPr>
              <a:t>死锁检测算法是当进程进行资源请求时检查并发进程组是否构成资源的请求和占用环路。</a:t>
            </a:r>
          </a:p>
          <a:p>
            <a:pPr marL="9525" indent="0">
              <a:lnSpc>
                <a:spcPct val="150000"/>
              </a:lnSpc>
            </a:pPr>
            <a:r>
              <a:rPr lang="zh-CN" altLang="en-US" sz="2800">
                <a:latin typeface="Cambria" panose="02040503050406030204" pitchFamily="18" charset="0"/>
              </a:rPr>
              <a:t>如果不存在这一环路，则系统中一定没有死锁。</a:t>
            </a:r>
          </a:p>
          <a:p>
            <a:pPr marL="9525" indent="0">
              <a:lnSpc>
                <a:spcPct val="150000"/>
              </a:lnSpc>
            </a:pPr>
            <a:r>
              <a:rPr lang="zh-CN" altLang="en-US" sz="2800">
                <a:latin typeface="Cambria" panose="02040503050406030204" pitchFamily="18" charset="0"/>
              </a:rPr>
              <a:t>检测方法有进程</a:t>
            </a:r>
            <a:r>
              <a:rPr lang="en-US" altLang="zh-CN" sz="2800">
                <a:latin typeface="Cambria" panose="02040503050406030204" pitchFamily="18" charset="0"/>
              </a:rPr>
              <a:t>-</a:t>
            </a:r>
            <a:r>
              <a:rPr lang="zh-CN" altLang="en-US" sz="2800">
                <a:latin typeface="Cambria" panose="02040503050406030204" pitchFamily="18" charset="0"/>
              </a:rPr>
              <a:t>资源有向图和死锁定理。</a:t>
            </a:r>
          </a:p>
        </p:txBody>
      </p:sp>
      <p:pic>
        <p:nvPicPr>
          <p:cNvPr id="52227" name="Picture 3" descr="无标题-5">
            <a:extLst>
              <a:ext uri="{FF2B5EF4-FFF2-40B4-BE49-F238E27FC236}">
                <a16:creationId xmlns:a16="http://schemas.microsoft.com/office/drawing/2014/main" id="{BEDEF989-421A-0D48-A913-8B2E7C4F72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8" name="标题 5">
            <a:extLst>
              <a:ext uri="{FF2B5EF4-FFF2-40B4-BE49-F238E27FC236}">
                <a16:creationId xmlns:a16="http://schemas.microsoft.com/office/drawing/2014/main" id="{6C969A0F-7267-9745-B1C6-3E6FFD366BFD}"/>
              </a:ext>
            </a:extLst>
          </p:cNvPr>
          <p:cNvSpPr>
            <a:spLocks noGrp="1" noChangeArrowheads="1"/>
          </p:cNvSpPr>
          <p:nvPr>
            <p:ph type="title" idx="4294967295"/>
          </p:nvPr>
        </p:nvSpPr>
        <p:spPr>
          <a:xfrm>
            <a:off x="179388" y="557213"/>
            <a:ext cx="8229600" cy="1143000"/>
          </a:xfrm>
        </p:spPr>
        <p:txBody>
          <a:bodyPr/>
          <a:lstStyle/>
          <a:p>
            <a:r>
              <a:rPr lang="en-US" altLang="zh-CN" dirty="0">
                <a:sym typeface="宋体" panose="02010600030101010101" pitchFamily="2" charset="-122"/>
              </a:rPr>
              <a:t>5.1 </a:t>
            </a:r>
            <a:r>
              <a:rPr lang="zh-CN" altLang="en-US" dirty="0">
                <a:sym typeface="宋体" panose="02010600030101010101" pitchFamily="2" charset="-122"/>
              </a:rPr>
              <a:t>死锁的检测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checkerboard(across)">
                                      <p:cBhvr>
                                        <p:cTn id="7" dur="500"/>
                                        <p:tgtEl>
                                          <p:spTgt spid="2">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checkerboard(across)">
                                      <p:cBhvr>
                                        <p:cTn id="12" dur="500"/>
                                        <p:tgtEl>
                                          <p:spTgt spid="2">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checkerboard(across)">
                                      <p:cBhvr>
                                        <p:cTn id="1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B9B9FAE4-F9CB-AB45-855F-FE6ED88436CE}"/>
              </a:ext>
            </a:extLst>
          </p:cNvPr>
          <p:cNvSpPr>
            <a:spLocks noGrp="1"/>
          </p:cNvSpPr>
          <p:nvPr>
            <p:ph idx="4294967295"/>
          </p:nvPr>
        </p:nvSpPr>
        <p:spPr>
          <a:xfrm>
            <a:off x="565150" y="1755775"/>
            <a:ext cx="8721725" cy="4527550"/>
          </a:xfrm>
          <a:ln>
            <a:miter/>
          </a:ln>
        </p:spPr>
        <p:txBody>
          <a:bodyPr/>
          <a:lstStyle/>
          <a:p>
            <a:pPr marL="9525" indent="0">
              <a:lnSpc>
                <a:spcPct val="110000"/>
              </a:lnSpc>
              <a:buFontTx/>
              <a:buNone/>
            </a:pPr>
            <a:endParaRPr lang="en-US" altLang="zh-CN" sz="2400">
              <a:latin typeface="Cambria" panose="02040503050406030204" pitchFamily="18" charset="0"/>
            </a:endParaRPr>
          </a:p>
          <a:p>
            <a:pPr marL="9525" indent="0">
              <a:lnSpc>
                <a:spcPct val="150000"/>
              </a:lnSpc>
            </a:pPr>
            <a:r>
              <a:rPr lang="zh-CN" altLang="en-US" sz="2800">
                <a:latin typeface="Cambria" panose="02040503050406030204" pitchFamily="18" charset="0"/>
              </a:rPr>
              <a:t>死锁检测算法是当进程进行资源请求时检查并发进程组是否构成资源的请求和占用环路。</a:t>
            </a:r>
          </a:p>
          <a:p>
            <a:pPr marL="9525" indent="0">
              <a:lnSpc>
                <a:spcPct val="150000"/>
              </a:lnSpc>
            </a:pPr>
            <a:r>
              <a:rPr lang="zh-CN" altLang="en-US" sz="2800">
                <a:latin typeface="Cambria" panose="02040503050406030204" pitchFamily="18" charset="0"/>
              </a:rPr>
              <a:t>如果不存在这一环路，则系统中一定没有死锁。</a:t>
            </a:r>
          </a:p>
          <a:p>
            <a:pPr marL="9525" indent="0">
              <a:lnSpc>
                <a:spcPct val="150000"/>
              </a:lnSpc>
            </a:pPr>
            <a:r>
              <a:rPr lang="zh-CN" altLang="en-US" sz="2800">
                <a:latin typeface="Cambria" panose="02040503050406030204" pitchFamily="18" charset="0"/>
              </a:rPr>
              <a:t>检测方法有进程</a:t>
            </a:r>
            <a:r>
              <a:rPr lang="en-US" altLang="zh-CN" sz="2800">
                <a:latin typeface="Cambria" panose="02040503050406030204" pitchFamily="18" charset="0"/>
              </a:rPr>
              <a:t>-</a:t>
            </a:r>
            <a:r>
              <a:rPr lang="zh-CN" altLang="en-US" sz="2800">
                <a:latin typeface="Cambria" panose="02040503050406030204" pitchFamily="18" charset="0"/>
              </a:rPr>
              <a:t>资源有向图和死锁定理。</a:t>
            </a:r>
          </a:p>
        </p:txBody>
      </p:sp>
      <p:pic>
        <p:nvPicPr>
          <p:cNvPr id="53251" name="Picture 3" descr="无标题-5">
            <a:extLst>
              <a:ext uri="{FF2B5EF4-FFF2-40B4-BE49-F238E27FC236}">
                <a16:creationId xmlns:a16="http://schemas.microsoft.com/office/drawing/2014/main" id="{EAADB169-03C2-844B-945A-7665EA4771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2" name="标题 5">
            <a:extLst>
              <a:ext uri="{FF2B5EF4-FFF2-40B4-BE49-F238E27FC236}">
                <a16:creationId xmlns:a16="http://schemas.microsoft.com/office/drawing/2014/main" id="{ABF448F2-362F-4143-A7F8-59C10B927B8B}"/>
              </a:ext>
            </a:extLst>
          </p:cNvPr>
          <p:cNvSpPr>
            <a:spLocks noGrp="1" noChangeArrowheads="1"/>
          </p:cNvSpPr>
          <p:nvPr>
            <p:ph type="title" idx="4294967295"/>
          </p:nvPr>
        </p:nvSpPr>
        <p:spPr>
          <a:xfrm>
            <a:off x="179388" y="557213"/>
            <a:ext cx="8229600" cy="1143000"/>
          </a:xfrm>
        </p:spPr>
        <p:txBody>
          <a:bodyPr/>
          <a:lstStyle/>
          <a:p>
            <a:r>
              <a:rPr lang="en-US" altLang="zh-CN" dirty="0">
                <a:sym typeface="宋体" panose="02010600030101010101" pitchFamily="2" charset="-122"/>
              </a:rPr>
              <a:t>5.1 </a:t>
            </a:r>
            <a:r>
              <a:rPr lang="zh-CN" altLang="en-US" dirty="0">
                <a:sym typeface="宋体" panose="02010600030101010101" pitchFamily="2" charset="-122"/>
              </a:rPr>
              <a:t>死锁的检测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checkerboard(across)">
                                      <p:cBhvr>
                                        <p:cTn id="7" dur="500"/>
                                        <p:tgtEl>
                                          <p:spTgt spid="2">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checkerboard(across)">
                                      <p:cBhvr>
                                        <p:cTn id="12" dur="500"/>
                                        <p:tgtEl>
                                          <p:spTgt spid="2">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checkerboard(across)">
                                      <p:cBhvr>
                                        <p:cTn id="1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A8D943BB-7AD3-BC4E-BED7-BA84B9F812F5}"/>
              </a:ext>
            </a:extLst>
          </p:cNvPr>
          <p:cNvSpPr>
            <a:spLocks noGrp="1"/>
          </p:cNvSpPr>
          <p:nvPr>
            <p:ph idx="4294967295"/>
          </p:nvPr>
        </p:nvSpPr>
        <p:spPr>
          <a:xfrm>
            <a:off x="565150" y="1755775"/>
            <a:ext cx="8721725" cy="4527550"/>
          </a:xfrm>
          <a:ln>
            <a:miter/>
          </a:ln>
        </p:spPr>
        <p:txBody>
          <a:bodyPr/>
          <a:lstStyle/>
          <a:p>
            <a:pPr marL="10160" indent="0">
              <a:lnSpc>
                <a:spcPct val="110000"/>
              </a:lnSpc>
              <a:buFontTx/>
              <a:buNone/>
            </a:pPr>
            <a:endParaRPr sz="2400" noProof="1">
              <a:latin typeface="Cambria" charset="0"/>
            </a:endParaRPr>
          </a:p>
          <a:p>
            <a:pPr marL="353060">
              <a:lnSpc>
                <a:spcPct val="150000"/>
              </a:lnSpc>
            </a:pPr>
            <a:endParaRPr sz="2800" noProof="1">
              <a:latin typeface="Cambria" charset="0"/>
            </a:endParaRPr>
          </a:p>
        </p:txBody>
      </p:sp>
      <p:pic>
        <p:nvPicPr>
          <p:cNvPr id="54275" name="Picture 3" descr="无标题-5">
            <a:extLst>
              <a:ext uri="{FF2B5EF4-FFF2-40B4-BE49-F238E27FC236}">
                <a16:creationId xmlns:a16="http://schemas.microsoft.com/office/drawing/2014/main" id="{4CBCFE29-F4EE-E941-B3FC-A1D24E59DA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标题 5">
            <a:extLst>
              <a:ext uri="{FF2B5EF4-FFF2-40B4-BE49-F238E27FC236}">
                <a16:creationId xmlns:a16="http://schemas.microsoft.com/office/drawing/2014/main" id="{114DB19A-58BC-B047-845E-E15EA54650EA}"/>
              </a:ext>
            </a:extLst>
          </p:cNvPr>
          <p:cNvSpPr>
            <a:spLocks noGrp="1" noChangeArrowheads="1"/>
          </p:cNvSpPr>
          <p:nvPr>
            <p:ph type="title" idx="4294967295"/>
          </p:nvPr>
        </p:nvSpPr>
        <p:spPr>
          <a:xfrm>
            <a:off x="179388" y="557213"/>
            <a:ext cx="8229600" cy="1143000"/>
          </a:xfrm>
        </p:spPr>
        <p:txBody>
          <a:bodyPr/>
          <a:lstStyle/>
          <a:p>
            <a:r>
              <a:rPr lang="en-US" altLang="zh-CN" dirty="0">
                <a:sym typeface="宋体" panose="02010600030101010101" pitchFamily="2" charset="-122"/>
              </a:rPr>
              <a:t>5.2 </a:t>
            </a:r>
            <a:r>
              <a:rPr lang="zh-CN" altLang="en-US" dirty="0">
                <a:sym typeface="宋体" panose="02010600030101010101" pitchFamily="2" charset="-122"/>
              </a:rPr>
              <a:t>进程</a:t>
            </a:r>
            <a:r>
              <a:rPr lang="en-US" altLang="zh-CN" dirty="0">
                <a:sym typeface="宋体" panose="02010600030101010101" pitchFamily="2" charset="-122"/>
              </a:rPr>
              <a:t>-</a:t>
            </a:r>
            <a:r>
              <a:rPr lang="zh-CN" altLang="en-US" dirty="0">
                <a:sym typeface="宋体" panose="02010600030101010101" pitchFamily="2" charset="-122"/>
              </a:rPr>
              <a:t>资源有向图</a:t>
            </a:r>
          </a:p>
        </p:txBody>
      </p:sp>
      <p:pic>
        <p:nvPicPr>
          <p:cNvPr id="54277" name="图片 624">
            <a:extLst>
              <a:ext uri="{FF2B5EF4-FFF2-40B4-BE49-F238E27FC236}">
                <a16:creationId xmlns:a16="http://schemas.microsoft.com/office/drawing/2014/main" id="{4E4FDC4E-ED4E-304B-BFAC-F6DF53116D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989138"/>
            <a:ext cx="7839075" cy="378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EE4BE0FA-80C7-0548-B11B-BD44DFE6F5C6}"/>
              </a:ext>
            </a:extLst>
          </p:cNvPr>
          <p:cNvSpPr>
            <a:spLocks noGrp="1"/>
          </p:cNvSpPr>
          <p:nvPr>
            <p:ph idx="4294967295"/>
          </p:nvPr>
        </p:nvSpPr>
        <p:spPr>
          <a:xfrm>
            <a:off x="565150" y="1755775"/>
            <a:ext cx="8721725" cy="4527550"/>
          </a:xfrm>
          <a:ln>
            <a:miter/>
          </a:ln>
        </p:spPr>
        <p:txBody>
          <a:bodyPr/>
          <a:lstStyle/>
          <a:p>
            <a:pPr marL="10160" indent="0">
              <a:lnSpc>
                <a:spcPct val="110000"/>
              </a:lnSpc>
              <a:buFontTx/>
              <a:buNone/>
            </a:pPr>
            <a:endParaRPr sz="2400" noProof="1">
              <a:latin typeface="Cambria" charset="0"/>
            </a:endParaRPr>
          </a:p>
          <a:p>
            <a:pPr marL="353060">
              <a:lnSpc>
                <a:spcPct val="150000"/>
              </a:lnSpc>
            </a:pPr>
            <a:endParaRPr sz="2800" noProof="1">
              <a:latin typeface="Cambria" charset="0"/>
            </a:endParaRPr>
          </a:p>
        </p:txBody>
      </p:sp>
      <p:pic>
        <p:nvPicPr>
          <p:cNvPr id="55299" name="Picture 3" descr="无标题-5">
            <a:extLst>
              <a:ext uri="{FF2B5EF4-FFF2-40B4-BE49-F238E27FC236}">
                <a16:creationId xmlns:a16="http://schemas.microsoft.com/office/drawing/2014/main" id="{D4B537D7-8EC0-A444-B8EF-363085A58B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0" name="标题 5">
            <a:extLst>
              <a:ext uri="{FF2B5EF4-FFF2-40B4-BE49-F238E27FC236}">
                <a16:creationId xmlns:a16="http://schemas.microsoft.com/office/drawing/2014/main" id="{7D3E09AD-B16F-414D-AB68-D10D9E66D470}"/>
              </a:ext>
            </a:extLst>
          </p:cNvPr>
          <p:cNvSpPr>
            <a:spLocks noGrp="1" noChangeArrowheads="1"/>
          </p:cNvSpPr>
          <p:nvPr>
            <p:ph type="title" idx="4294967295"/>
          </p:nvPr>
        </p:nvSpPr>
        <p:spPr>
          <a:xfrm>
            <a:off x="179388" y="557213"/>
            <a:ext cx="8229600" cy="1143000"/>
          </a:xfrm>
        </p:spPr>
        <p:txBody>
          <a:bodyPr/>
          <a:lstStyle/>
          <a:p>
            <a:r>
              <a:rPr lang="zh-CN" altLang="en-US" dirty="0">
                <a:sym typeface="宋体" panose="02010600030101010101" pitchFamily="2" charset="-122"/>
              </a:rPr>
              <a:t>5.2 进程-资源有向图</a:t>
            </a:r>
          </a:p>
        </p:txBody>
      </p:sp>
      <p:pic>
        <p:nvPicPr>
          <p:cNvPr id="7" name="图片 6">
            <a:extLst>
              <a:ext uri="{FF2B5EF4-FFF2-40B4-BE49-F238E27FC236}">
                <a16:creationId xmlns:a16="http://schemas.microsoft.com/office/drawing/2014/main" id="{8D5D4904-5E6F-794B-8D96-5FF72A0891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7426"/>
          <a:stretch>
            <a:fillRect/>
          </a:stretch>
        </p:blipFill>
        <p:spPr bwMode="auto">
          <a:xfrm>
            <a:off x="4062413" y="1700213"/>
            <a:ext cx="5081587" cy="292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a:extLst>
              <a:ext uri="{FF2B5EF4-FFF2-40B4-BE49-F238E27FC236}">
                <a16:creationId xmlns:a16="http://schemas.microsoft.com/office/drawing/2014/main" id="{11352275-7FC3-814B-8E34-76FF34ED58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789363"/>
            <a:ext cx="4391025" cy="305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3" name="文本框 8">
            <a:extLst>
              <a:ext uri="{FF2B5EF4-FFF2-40B4-BE49-F238E27FC236}">
                <a16:creationId xmlns:a16="http://schemas.microsoft.com/office/drawing/2014/main" id="{9558A15D-5769-034E-A64D-CAE845309C44}"/>
              </a:ext>
            </a:extLst>
          </p:cNvPr>
          <p:cNvSpPr txBox="1">
            <a:spLocks noChangeArrowheads="1"/>
          </p:cNvSpPr>
          <p:nvPr/>
        </p:nvSpPr>
        <p:spPr bwMode="auto">
          <a:xfrm>
            <a:off x="0" y="2133600"/>
            <a:ext cx="4092575" cy="70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4000">
                <a:sym typeface="宋体" panose="02010600030101010101" pitchFamily="2" charset="-122"/>
              </a:rPr>
              <a:t>化简过程（</a:t>
            </a:r>
            <a:r>
              <a:rPr lang="en-US" altLang="zh-CN" sz="4000">
                <a:sym typeface="宋体" panose="02010600030101010101" pitchFamily="2" charset="-122"/>
              </a:rPr>
              <a:t>1~2</a:t>
            </a:r>
            <a:r>
              <a:rPr lang="zh-CN" altLang="en-US" sz="4000">
                <a:sym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edge">
                                      <p:cBhvr>
                                        <p:cTn id="7" dur="20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edge">
                                      <p:cBhvr>
                                        <p:cTn id="1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21AD36BF-371B-8444-B327-E68F3CE9F2A8}"/>
              </a:ext>
            </a:extLst>
          </p:cNvPr>
          <p:cNvSpPr>
            <a:spLocks noGrp="1"/>
          </p:cNvSpPr>
          <p:nvPr>
            <p:ph idx="4294967295"/>
          </p:nvPr>
        </p:nvSpPr>
        <p:spPr>
          <a:xfrm>
            <a:off x="565150" y="1755775"/>
            <a:ext cx="8721725" cy="4527550"/>
          </a:xfrm>
          <a:ln>
            <a:miter/>
          </a:ln>
        </p:spPr>
        <p:txBody>
          <a:bodyPr/>
          <a:lstStyle/>
          <a:p>
            <a:pPr marL="10160" indent="0">
              <a:lnSpc>
                <a:spcPct val="110000"/>
              </a:lnSpc>
              <a:buFontTx/>
              <a:buNone/>
            </a:pPr>
            <a:endParaRPr sz="2400" noProof="1">
              <a:latin typeface="Cambria" charset="0"/>
            </a:endParaRPr>
          </a:p>
          <a:p>
            <a:pPr marL="353060">
              <a:lnSpc>
                <a:spcPct val="150000"/>
              </a:lnSpc>
            </a:pPr>
            <a:endParaRPr sz="2800" noProof="1">
              <a:latin typeface="Cambria" charset="0"/>
            </a:endParaRPr>
          </a:p>
        </p:txBody>
      </p:sp>
      <p:pic>
        <p:nvPicPr>
          <p:cNvPr id="56323" name="Picture 3" descr="无标题-5">
            <a:extLst>
              <a:ext uri="{FF2B5EF4-FFF2-40B4-BE49-F238E27FC236}">
                <a16:creationId xmlns:a16="http://schemas.microsoft.com/office/drawing/2014/main" id="{70346FCC-726B-CC42-B14E-582D384954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4" name="标题 5">
            <a:extLst>
              <a:ext uri="{FF2B5EF4-FFF2-40B4-BE49-F238E27FC236}">
                <a16:creationId xmlns:a16="http://schemas.microsoft.com/office/drawing/2014/main" id="{69D12193-F7FA-D64C-B973-51E860952B82}"/>
              </a:ext>
            </a:extLst>
          </p:cNvPr>
          <p:cNvSpPr>
            <a:spLocks noGrp="1" noChangeArrowheads="1"/>
          </p:cNvSpPr>
          <p:nvPr>
            <p:ph type="title" idx="4294967295"/>
          </p:nvPr>
        </p:nvSpPr>
        <p:spPr>
          <a:xfrm>
            <a:off x="179388" y="557213"/>
            <a:ext cx="8229600" cy="1143000"/>
          </a:xfrm>
        </p:spPr>
        <p:txBody>
          <a:bodyPr/>
          <a:lstStyle/>
          <a:p>
            <a:r>
              <a:rPr lang="zh-CN" altLang="en-US" dirty="0">
                <a:sym typeface="宋体" panose="02010600030101010101" pitchFamily="2" charset="-122"/>
              </a:rPr>
              <a:t>5.2 进程-资源有向图</a:t>
            </a:r>
          </a:p>
        </p:txBody>
      </p:sp>
      <p:pic>
        <p:nvPicPr>
          <p:cNvPr id="8" name="图片 7">
            <a:extLst>
              <a:ext uri="{FF2B5EF4-FFF2-40B4-BE49-F238E27FC236}">
                <a16:creationId xmlns:a16="http://schemas.microsoft.com/office/drawing/2014/main" id="{937D6B00-185F-2849-9B39-6916EDF613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789363"/>
            <a:ext cx="4391025" cy="305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6" name="文本框 8">
            <a:extLst>
              <a:ext uri="{FF2B5EF4-FFF2-40B4-BE49-F238E27FC236}">
                <a16:creationId xmlns:a16="http://schemas.microsoft.com/office/drawing/2014/main" id="{1FB4303C-BC56-6E47-8AC8-E14C8F68DE9A}"/>
              </a:ext>
            </a:extLst>
          </p:cNvPr>
          <p:cNvSpPr txBox="1">
            <a:spLocks noChangeArrowheads="1"/>
          </p:cNvSpPr>
          <p:nvPr/>
        </p:nvSpPr>
        <p:spPr bwMode="auto">
          <a:xfrm>
            <a:off x="0" y="2070100"/>
            <a:ext cx="40925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4000">
                <a:sym typeface="宋体" panose="02010600030101010101" pitchFamily="2" charset="-122"/>
              </a:rPr>
              <a:t>化简过程（</a:t>
            </a:r>
            <a:r>
              <a:rPr lang="en-US" altLang="zh-CN" sz="4000">
                <a:sym typeface="宋体" panose="02010600030101010101" pitchFamily="2" charset="-122"/>
              </a:rPr>
              <a:t>2~3</a:t>
            </a:r>
            <a:r>
              <a:rPr lang="zh-CN" altLang="en-US" sz="4000">
                <a:sym typeface="宋体" panose="02010600030101010101" pitchFamily="2" charset="-122"/>
              </a:rPr>
              <a:t>）</a:t>
            </a:r>
          </a:p>
        </p:txBody>
      </p:sp>
      <p:pic>
        <p:nvPicPr>
          <p:cNvPr id="7" name="图片 5">
            <a:extLst>
              <a:ext uri="{FF2B5EF4-FFF2-40B4-BE49-F238E27FC236}">
                <a16:creationId xmlns:a16="http://schemas.microsoft.com/office/drawing/2014/main" id="{F711952C-8A2F-1745-945C-0002D43E0F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4500" y="1755775"/>
            <a:ext cx="4889500" cy="308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edge">
                                      <p:cBhvr>
                                        <p:cTn id="7" dur="20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edge">
                                      <p:cBhvr>
                                        <p:cTn id="1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C279C4B7-5501-7544-B501-CB758879C096}"/>
              </a:ext>
            </a:extLst>
          </p:cNvPr>
          <p:cNvSpPr>
            <a:spLocks noGrp="1"/>
          </p:cNvSpPr>
          <p:nvPr>
            <p:ph idx="4294967295"/>
          </p:nvPr>
        </p:nvSpPr>
        <p:spPr>
          <a:xfrm>
            <a:off x="565150" y="1755775"/>
            <a:ext cx="8721725" cy="4527550"/>
          </a:xfrm>
          <a:ln>
            <a:miter/>
          </a:ln>
        </p:spPr>
        <p:txBody>
          <a:bodyPr/>
          <a:lstStyle/>
          <a:p>
            <a:pPr marL="10160" indent="0">
              <a:lnSpc>
                <a:spcPct val="110000"/>
              </a:lnSpc>
              <a:buFontTx/>
              <a:buNone/>
            </a:pPr>
            <a:endParaRPr sz="2400" noProof="1">
              <a:latin typeface="Cambria" charset="0"/>
            </a:endParaRPr>
          </a:p>
          <a:p>
            <a:pPr marL="353060">
              <a:lnSpc>
                <a:spcPct val="150000"/>
              </a:lnSpc>
            </a:pPr>
            <a:endParaRPr sz="2800" noProof="1">
              <a:latin typeface="Cambria" charset="0"/>
            </a:endParaRPr>
          </a:p>
        </p:txBody>
      </p:sp>
      <p:pic>
        <p:nvPicPr>
          <p:cNvPr id="57347" name="Picture 3" descr="无标题-5">
            <a:extLst>
              <a:ext uri="{FF2B5EF4-FFF2-40B4-BE49-F238E27FC236}">
                <a16:creationId xmlns:a16="http://schemas.microsoft.com/office/drawing/2014/main" id="{834AC9CB-18CD-074C-AB97-0AF38DD7E2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8" name="标题 5">
            <a:extLst>
              <a:ext uri="{FF2B5EF4-FFF2-40B4-BE49-F238E27FC236}">
                <a16:creationId xmlns:a16="http://schemas.microsoft.com/office/drawing/2014/main" id="{4DD8928F-A02F-8B4F-A569-5917875C4648}"/>
              </a:ext>
            </a:extLst>
          </p:cNvPr>
          <p:cNvSpPr>
            <a:spLocks noGrp="1" noChangeArrowheads="1"/>
          </p:cNvSpPr>
          <p:nvPr>
            <p:ph type="title" idx="4294967295"/>
          </p:nvPr>
        </p:nvSpPr>
        <p:spPr>
          <a:xfrm>
            <a:off x="179388" y="557213"/>
            <a:ext cx="8229600" cy="1143000"/>
          </a:xfrm>
        </p:spPr>
        <p:txBody>
          <a:bodyPr/>
          <a:lstStyle/>
          <a:p>
            <a:r>
              <a:rPr lang="zh-CN" altLang="en-US" dirty="0">
                <a:sym typeface="宋体" panose="02010600030101010101" pitchFamily="2" charset="-122"/>
              </a:rPr>
              <a:t>5.2 进程-资源有向图</a:t>
            </a:r>
          </a:p>
        </p:txBody>
      </p:sp>
      <p:sp>
        <p:nvSpPr>
          <p:cNvPr id="57349" name="文本框 8">
            <a:extLst>
              <a:ext uri="{FF2B5EF4-FFF2-40B4-BE49-F238E27FC236}">
                <a16:creationId xmlns:a16="http://schemas.microsoft.com/office/drawing/2014/main" id="{E5E08FCD-E6DD-794C-93FC-246A02074675}"/>
              </a:ext>
            </a:extLst>
          </p:cNvPr>
          <p:cNvSpPr txBox="1">
            <a:spLocks noChangeArrowheads="1"/>
          </p:cNvSpPr>
          <p:nvPr/>
        </p:nvSpPr>
        <p:spPr bwMode="auto">
          <a:xfrm>
            <a:off x="0" y="2070100"/>
            <a:ext cx="40925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4000">
                <a:sym typeface="宋体" panose="02010600030101010101" pitchFamily="2" charset="-122"/>
              </a:rPr>
              <a:t>化简过程（</a:t>
            </a:r>
            <a:r>
              <a:rPr lang="en-US" altLang="zh-CN" sz="4000">
                <a:sym typeface="宋体" panose="02010600030101010101" pitchFamily="2" charset="-122"/>
              </a:rPr>
              <a:t>3~4</a:t>
            </a:r>
            <a:r>
              <a:rPr lang="zh-CN" altLang="en-US" sz="4000">
                <a:sym typeface="宋体" panose="02010600030101010101" pitchFamily="2" charset="-122"/>
              </a:rPr>
              <a:t>）</a:t>
            </a:r>
          </a:p>
        </p:txBody>
      </p:sp>
      <p:pic>
        <p:nvPicPr>
          <p:cNvPr id="7" name="图片 5">
            <a:extLst>
              <a:ext uri="{FF2B5EF4-FFF2-40B4-BE49-F238E27FC236}">
                <a16:creationId xmlns:a16="http://schemas.microsoft.com/office/drawing/2014/main" id="{D818B65A-C972-114C-A4B0-BCBD6DE8F6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4500" y="1755775"/>
            <a:ext cx="4889500" cy="308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6">
            <a:extLst>
              <a:ext uri="{FF2B5EF4-FFF2-40B4-BE49-F238E27FC236}">
                <a16:creationId xmlns:a16="http://schemas.microsoft.com/office/drawing/2014/main" id="{7BEBD8BC-8959-2045-87C4-C778F0A47E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902075"/>
            <a:ext cx="4257675" cy="276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edge">
                                      <p:cBhvr>
                                        <p:cTn id="7" dur="20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edge">
                                      <p:cBhvr>
                                        <p:cTn id="1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2DE15398-DC08-2949-97B9-8849779CA7ED}"/>
              </a:ext>
            </a:extLst>
          </p:cNvPr>
          <p:cNvSpPr>
            <a:spLocks noGrp="1"/>
          </p:cNvSpPr>
          <p:nvPr>
            <p:ph idx="4294967295"/>
          </p:nvPr>
        </p:nvSpPr>
        <p:spPr>
          <a:xfrm>
            <a:off x="565150" y="1755775"/>
            <a:ext cx="8721725" cy="4527550"/>
          </a:xfrm>
          <a:ln>
            <a:miter/>
          </a:ln>
        </p:spPr>
        <p:txBody>
          <a:bodyPr/>
          <a:lstStyle/>
          <a:p>
            <a:pPr marL="10160" indent="0">
              <a:lnSpc>
                <a:spcPct val="110000"/>
              </a:lnSpc>
              <a:buFontTx/>
              <a:buNone/>
            </a:pPr>
            <a:endParaRPr sz="2400" noProof="1">
              <a:latin typeface="Cambria" charset="0"/>
            </a:endParaRPr>
          </a:p>
          <a:p>
            <a:pPr marL="353060">
              <a:lnSpc>
                <a:spcPct val="150000"/>
              </a:lnSpc>
            </a:pPr>
            <a:endParaRPr sz="2800" noProof="1">
              <a:latin typeface="Cambria" charset="0"/>
            </a:endParaRPr>
          </a:p>
        </p:txBody>
      </p:sp>
      <p:pic>
        <p:nvPicPr>
          <p:cNvPr id="58371" name="Picture 3" descr="无标题-5">
            <a:extLst>
              <a:ext uri="{FF2B5EF4-FFF2-40B4-BE49-F238E27FC236}">
                <a16:creationId xmlns:a16="http://schemas.microsoft.com/office/drawing/2014/main" id="{4643F5C7-423E-F84A-9EED-1C93C089CC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2" name="标题 5">
            <a:extLst>
              <a:ext uri="{FF2B5EF4-FFF2-40B4-BE49-F238E27FC236}">
                <a16:creationId xmlns:a16="http://schemas.microsoft.com/office/drawing/2014/main" id="{88EB5A46-CE42-F64D-9423-A35774BADEB7}"/>
              </a:ext>
            </a:extLst>
          </p:cNvPr>
          <p:cNvSpPr>
            <a:spLocks noGrp="1" noChangeArrowheads="1"/>
          </p:cNvSpPr>
          <p:nvPr>
            <p:ph type="title" idx="4294967295"/>
          </p:nvPr>
        </p:nvSpPr>
        <p:spPr>
          <a:xfrm>
            <a:off x="179388" y="557213"/>
            <a:ext cx="8229600" cy="1143000"/>
          </a:xfrm>
        </p:spPr>
        <p:txBody>
          <a:bodyPr/>
          <a:lstStyle/>
          <a:p>
            <a:r>
              <a:rPr lang="zh-CN" altLang="en-US" dirty="0">
                <a:sym typeface="宋体" panose="02010600030101010101" pitchFamily="2" charset="-122"/>
              </a:rPr>
              <a:t>5.2 进程-资源有向图</a:t>
            </a:r>
          </a:p>
        </p:txBody>
      </p:sp>
      <p:sp>
        <p:nvSpPr>
          <p:cNvPr id="58373" name="文本框 8">
            <a:extLst>
              <a:ext uri="{FF2B5EF4-FFF2-40B4-BE49-F238E27FC236}">
                <a16:creationId xmlns:a16="http://schemas.microsoft.com/office/drawing/2014/main" id="{171DDFDE-EB09-9B4B-9EB3-FB17A3B85E32}"/>
              </a:ext>
            </a:extLst>
          </p:cNvPr>
          <p:cNvSpPr txBox="1">
            <a:spLocks noChangeArrowheads="1"/>
          </p:cNvSpPr>
          <p:nvPr/>
        </p:nvSpPr>
        <p:spPr bwMode="auto">
          <a:xfrm>
            <a:off x="0" y="2070100"/>
            <a:ext cx="40925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4000">
                <a:sym typeface="宋体" panose="02010600030101010101" pitchFamily="2" charset="-122"/>
              </a:rPr>
              <a:t>化简过程（</a:t>
            </a:r>
            <a:r>
              <a:rPr lang="en-US" altLang="zh-CN" sz="4000">
                <a:sym typeface="宋体" panose="02010600030101010101" pitchFamily="2" charset="-122"/>
              </a:rPr>
              <a:t>4~5</a:t>
            </a:r>
            <a:r>
              <a:rPr lang="zh-CN" altLang="en-US" sz="4000">
                <a:sym typeface="宋体" panose="02010600030101010101" pitchFamily="2" charset="-122"/>
              </a:rPr>
              <a:t>）</a:t>
            </a:r>
          </a:p>
        </p:txBody>
      </p:sp>
      <p:pic>
        <p:nvPicPr>
          <p:cNvPr id="7" name="图片 6">
            <a:extLst>
              <a:ext uri="{FF2B5EF4-FFF2-40B4-BE49-F238E27FC236}">
                <a16:creationId xmlns:a16="http://schemas.microsoft.com/office/drawing/2014/main" id="{27ED9088-7676-1842-B814-66B03142D5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902075"/>
            <a:ext cx="4257675" cy="276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a:extLst>
              <a:ext uri="{FF2B5EF4-FFF2-40B4-BE49-F238E27FC236}">
                <a16:creationId xmlns:a16="http://schemas.microsoft.com/office/drawing/2014/main" id="{168EE298-9626-044E-A24F-B302A82ECE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84688" y="1700213"/>
            <a:ext cx="4659312" cy="310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edge">
                                      <p:cBhvr>
                                        <p:cTn id="7" dur="20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edge">
                                      <p:cBhvr>
                                        <p:cTn id="1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D034F99C-7FEB-5A4D-8180-1BB94C336A46}"/>
              </a:ext>
            </a:extLst>
          </p:cNvPr>
          <p:cNvSpPr>
            <a:spLocks noGrp="1"/>
          </p:cNvSpPr>
          <p:nvPr>
            <p:ph idx="4294967295"/>
          </p:nvPr>
        </p:nvSpPr>
        <p:spPr>
          <a:xfrm>
            <a:off x="565150" y="1755775"/>
            <a:ext cx="8721725" cy="4527550"/>
          </a:xfrm>
          <a:ln>
            <a:miter/>
          </a:ln>
        </p:spPr>
        <p:txBody>
          <a:bodyPr/>
          <a:lstStyle/>
          <a:p>
            <a:pPr marL="10160" indent="0">
              <a:lnSpc>
                <a:spcPct val="110000"/>
              </a:lnSpc>
              <a:buFontTx/>
              <a:buNone/>
            </a:pPr>
            <a:endParaRPr sz="2400" noProof="1">
              <a:latin typeface="Cambria" charset="0"/>
            </a:endParaRPr>
          </a:p>
          <a:p>
            <a:pPr marL="353060">
              <a:lnSpc>
                <a:spcPct val="150000"/>
              </a:lnSpc>
            </a:pPr>
            <a:endParaRPr sz="2800" noProof="1">
              <a:latin typeface="Cambria" charset="0"/>
            </a:endParaRPr>
          </a:p>
        </p:txBody>
      </p:sp>
      <p:pic>
        <p:nvPicPr>
          <p:cNvPr id="59395" name="Picture 3" descr="无标题-5">
            <a:extLst>
              <a:ext uri="{FF2B5EF4-FFF2-40B4-BE49-F238E27FC236}">
                <a16:creationId xmlns:a16="http://schemas.microsoft.com/office/drawing/2014/main" id="{93B0A1E3-00BE-E54C-8452-302119146F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6" name="标题 5">
            <a:extLst>
              <a:ext uri="{FF2B5EF4-FFF2-40B4-BE49-F238E27FC236}">
                <a16:creationId xmlns:a16="http://schemas.microsoft.com/office/drawing/2014/main" id="{7B9E2B2A-FCCD-774A-BDCA-66DB504D4E69}"/>
              </a:ext>
            </a:extLst>
          </p:cNvPr>
          <p:cNvSpPr>
            <a:spLocks noGrp="1" noChangeArrowheads="1"/>
          </p:cNvSpPr>
          <p:nvPr>
            <p:ph type="title" idx="4294967295"/>
          </p:nvPr>
        </p:nvSpPr>
        <p:spPr>
          <a:xfrm>
            <a:off x="179388" y="557213"/>
            <a:ext cx="8229600" cy="1143000"/>
          </a:xfrm>
        </p:spPr>
        <p:txBody>
          <a:bodyPr/>
          <a:lstStyle/>
          <a:p>
            <a:r>
              <a:rPr lang="zh-CN" altLang="en-US" dirty="0">
                <a:sym typeface="宋体" panose="02010600030101010101" pitchFamily="2" charset="-122"/>
              </a:rPr>
              <a:t>5.2 进程-资源有向图</a:t>
            </a:r>
          </a:p>
        </p:txBody>
      </p:sp>
      <p:sp>
        <p:nvSpPr>
          <p:cNvPr id="59397" name="文本框 8">
            <a:extLst>
              <a:ext uri="{FF2B5EF4-FFF2-40B4-BE49-F238E27FC236}">
                <a16:creationId xmlns:a16="http://schemas.microsoft.com/office/drawing/2014/main" id="{D84EC6C2-F3D1-CD4E-A91C-3B9546BC379E}"/>
              </a:ext>
            </a:extLst>
          </p:cNvPr>
          <p:cNvSpPr txBox="1">
            <a:spLocks noChangeArrowheads="1"/>
          </p:cNvSpPr>
          <p:nvPr/>
        </p:nvSpPr>
        <p:spPr bwMode="auto">
          <a:xfrm>
            <a:off x="0" y="2070100"/>
            <a:ext cx="40925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4000">
                <a:sym typeface="宋体" panose="02010600030101010101" pitchFamily="2" charset="-122"/>
              </a:rPr>
              <a:t>化简过程（</a:t>
            </a:r>
            <a:r>
              <a:rPr lang="en-US" altLang="zh-CN" sz="4000">
                <a:sym typeface="宋体" panose="02010600030101010101" pitchFamily="2" charset="-122"/>
              </a:rPr>
              <a:t>5~6</a:t>
            </a:r>
            <a:r>
              <a:rPr lang="zh-CN" altLang="en-US" sz="4000">
                <a:sym typeface="宋体" panose="02010600030101010101" pitchFamily="2" charset="-122"/>
              </a:rPr>
              <a:t>）</a:t>
            </a:r>
          </a:p>
        </p:txBody>
      </p:sp>
      <p:pic>
        <p:nvPicPr>
          <p:cNvPr id="8" name="图片 7">
            <a:extLst>
              <a:ext uri="{FF2B5EF4-FFF2-40B4-BE49-F238E27FC236}">
                <a16:creationId xmlns:a16="http://schemas.microsoft.com/office/drawing/2014/main" id="{AF536F3A-1AFE-474C-89CB-348D1A538C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4688" y="1700213"/>
            <a:ext cx="4659312" cy="310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5">
            <a:extLst>
              <a:ext uri="{FF2B5EF4-FFF2-40B4-BE49-F238E27FC236}">
                <a16:creationId xmlns:a16="http://schemas.microsoft.com/office/drawing/2014/main" id="{791D7DE4-AD94-794D-94C6-F289C7FA80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840163"/>
            <a:ext cx="4092575" cy="290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edge">
                                      <p:cBhvr>
                                        <p:cTn id="7" dur="20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edge">
                                      <p:cBhvr>
                                        <p:cTn id="1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AF458DEA-B943-F943-99F4-39EF449FD8CB}"/>
              </a:ext>
            </a:extLst>
          </p:cNvPr>
          <p:cNvSpPr>
            <a:spLocks noGrp="1"/>
          </p:cNvSpPr>
          <p:nvPr>
            <p:ph idx="4294967295"/>
          </p:nvPr>
        </p:nvSpPr>
        <p:spPr>
          <a:xfrm>
            <a:off x="422275" y="1755775"/>
            <a:ext cx="8721725" cy="4527550"/>
          </a:xfrm>
          <a:ln>
            <a:miter/>
          </a:ln>
        </p:spPr>
        <p:txBody>
          <a:bodyPr/>
          <a:lstStyle/>
          <a:p>
            <a:pPr marL="10160" indent="0">
              <a:lnSpc>
                <a:spcPct val="110000"/>
              </a:lnSpc>
              <a:buFontTx/>
              <a:buNone/>
            </a:pPr>
            <a:endParaRPr sz="2400" noProof="1">
              <a:latin typeface="Cambria" charset="0"/>
            </a:endParaRPr>
          </a:p>
          <a:p>
            <a:pPr marL="353060">
              <a:lnSpc>
                <a:spcPct val="150000"/>
              </a:lnSpc>
            </a:pPr>
            <a:endParaRPr sz="2800" noProof="1">
              <a:latin typeface="Cambria" charset="0"/>
            </a:endParaRPr>
          </a:p>
        </p:txBody>
      </p:sp>
      <p:pic>
        <p:nvPicPr>
          <p:cNvPr id="60419" name="Picture 3" descr="无标题-5">
            <a:extLst>
              <a:ext uri="{FF2B5EF4-FFF2-40B4-BE49-F238E27FC236}">
                <a16:creationId xmlns:a16="http://schemas.microsoft.com/office/drawing/2014/main" id="{0205CF8C-984E-4A41-8A2B-AA21D76AE1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0" name="标题 5">
            <a:extLst>
              <a:ext uri="{FF2B5EF4-FFF2-40B4-BE49-F238E27FC236}">
                <a16:creationId xmlns:a16="http://schemas.microsoft.com/office/drawing/2014/main" id="{8CF95CAC-9EF4-9E41-AE17-0C69EC28AC0F}"/>
              </a:ext>
            </a:extLst>
          </p:cNvPr>
          <p:cNvSpPr>
            <a:spLocks noGrp="1" noChangeArrowheads="1"/>
          </p:cNvSpPr>
          <p:nvPr>
            <p:ph type="title" idx="4294967295"/>
          </p:nvPr>
        </p:nvSpPr>
        <p:spPr>
          <a:xfrm>
            <a:off x="179388" y="557213"/>
            <a:ext cx="8229600" cy="1143000"/>
          </a:xfrm>
        </p:spPr>
        <p:txBody>
          <a:bodyPr/>
          <a:lstStyle/>
          <a:p>
            <a:r>
              <a:rPr lang="zh-CN" altLang="en-US" dirty="0">
                <a:sym typeface="宋体" panose="02010600030101010101" pitchFamily="2" charset="-122"/>
              </a:rPr>
              <a:t>5.2 进程-资源有向图</a:t>
            </a:r>
          </a:p>
        </p:txBody>
      </p:sp>
      <p:sp>
        <p:nvSpPr>
          <p:cNvPr id="60421" name="文本框 8">
            <a:extLst>
              <a:ext uri="{FF2B5EF4-FFF2-40B4-BE49-F238E27FC236}">
                <a16:creationId xmlns:a16="http://schemas.microsoft.com/office/drawing/2014/main" id="{ADD8A3DF-E2E4-3142-896F-B3CBB22D567D}"/>
              </a:ext>
            </a:extLst>
          </p:cNvPr>
          <p:cNvSpPr txBox="1">
            <a:spLocks noChangeArrowheads="1"/>
          </p:cNvSpPr>
          <p:nvPr/>
        </p:nvSpPr>
        <p:spPr bwMode="auto">
          <a:xfrm>
            <a:off x="0" y="1792288"/>
            <a:ext cx="22145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4000">
                <a:sym typeface="宋体" panose="02010600030101010101" pitchFamily="2" charset="-122"/>
              </a:rPr>
              <a:t>化简结果</a:t>
            </a:r>
          </a:p>
        </p:txBody>
      </p:sp>
      <p:pic>
        <p:nvPicPr>
          <p:cNvPr id="7" name="图片 5">
            <a:extLst>
              <a:ext uri="{FF2B5EF4-FFF2-40B4-BE49-F238E27FC236}">
                <a16:creationId xmlns:a16="http://schemas.microsoft.com/office/drawing/2014/main" id="{ECC0FFAD-49AD-D54C-9782-48CE24F857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3000" y="2493963"/>
            <a:ext cx="4557713" cy="323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6">
            <a:extLst>
              <a:ext uri="{FF2B5EF4-FFF2-40B4-BE49-F238E27FC236}">
                <a16:creationId xmlns:a16="http://schemas.microsoft.com/office/drawing/2014/main" id="{1543E12D-B05E-4946-BC89-135CBC4A7D23}"/>
              </a:ext>
            </a:extLst>
          </p:cNvPr>
          <p:cNvSpPr txBox="1">
            <a:spLocks noChangeArrowheads="1"/>
          </p:cNvSpPr>
          <p:nvPr/>
        </p:nvSpPr>
        <p:spPr bwMode="auto">
          <a:xfrm>
            <a:off x="179388" y="5727700"/>
            <a:ext cx="7831137"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a:sym typeface="宋体" panose="02010600030101010101" pitchFamily="2" charset="-122"/>
              </a:rPr>
              <a:t>结论：进程资源图能够完全化简，</a:t>
            </a:r>
          </a:p>
          <a:p>
            <a:r>
              <a:rPr lang="zh-CN" altLang="en-US" sz="2800">
                <a:sym typeface="宋体" panose="02010600030101010101" pitchFamily="2" charset="-122"/>
              </a:rPr>
              <a:t>           可以确定图4-3所示的状态没有死锁存在。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edge">
                                      <p:cBhvr>
                                        <p:cTn id="7" dur="20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DEA5BC35-A105-344D-A318-9376E51CC130}"/>
              </a:ext>
            </a:extLst>
          </p:cNvPr>
          <p:cNvSpPr>
            <a:spLocks noGrp="1"/>
          </p:cNvSpPr>
          <p:nvPr>
            <p:ph idx="4294967295"/>
          </p:nvPr>
        </p:nvSpPr>
        <p:spPr>
          <a:xfrm>
            <a:off x="565150" y="1755775"/>
            <a:ext cx="8721725" cy="4527550"/>
          </a:xfrm>
          <a:ln>
            <a:miter/>
          </a:ln>
        </p:spPr>
        <p:txBody>
          <a:bodyPr/>
          <a:lstStyle/>
          <a:p>
            <a:pPr marL="9525" indent="0">
              <a:lnSpc>
                <a:spcPct val="180000"/>
              </a:lnSpc>
              <a:buFontTx/>
              <a:buNone/>
            </a:pPr>
            <a:r>
              <a:rPr lang="en-US" altLang="en-US" sz="2800">
                <a:latin typeface="Cambria" panose="02040503050406030204" pitchFamily="18" charset="0"/>
              </a:rPr>
              <a:t>     </a:t>
            </a:r>
            <a:r>
              <a:rPr lang="zh-CN" altLang="en-US" sz="2800">
                <a:latin typeface="Cambria" panose="02040503050406030204" pitchFamily="18" charset="0"/>
              </a:rPr>
              <a:t>由于死锁的预防和避免都要付出很大的代价，而死锁并不一定发生，所以，为了提高系统效率，可以采取死锁解除的方法</a:t>
            </a:r>
            <a:r>
              <a:rPr lang="en-US" altLang="zh-CN" sz="2800">
                <a:latin typeface="Cambria" panose="02040503050406030204" pitchFamily="18" charset="0"/>
              </a:rPr>
              <a:t>;</a:t>
            </a:r>
            <a:r>
              <a:rPr lang="zh-CN" altLang="en-US" sz="2800">
                <a:latin typeface="Cambria" panose="02040503050406030204" pitchFamily="18" charset="0"/>
              </a:rPr>
              <a:t>一旦发生死锁，就利用资源剥夺法或进程撤销法解除死锁。</a:t>
            </a:r>
          </a:p>
          <a:p>
            <a:pPr marL="9525" indent="0">
              <a:buFontTx/>
              <a:buNone/>
            </a:pPr>
            <a:endParaRPr lang="zh-CN" altLang="en-US" sz="2800">
              <a:latin typeface="Cambria" panose="02040503050406030204" pitchFamily="18" charset="0"/>
            </a:endParaRPr>
          </a:p>
        </p:txBody>
      </p:sp>
      <p:pic>
        <p:nvPicPr>
          <p:cNvPr id="61443" name="Picture 3" descr="无标题-5">
            <a:extLst>
              <a:ext uri="{FF2B5EF4-FFF2-40B4-BE49-F238E27FC236}">
                <a16:creationId xmlns:a16="http://schemas.microsoft.com/office/drawing/2014/main" id="{A14CE7B4-1C88-5B45-A029-409C5661F5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4" name="标题 5">
            <a:extLst>
              <a:ext uri="{FF2B5EF4-FFF2-40B4-BE49-F238E27FC236}">
                <a16:creationId xmlns:a16="http://schemas.microsoft.com/office/drawing/2014/main" id="{8DB487F5-0EC7-A44E-BCCA-2E82BE3D0FDD}"/>
              </a:ext>
            </a:extLst>
          </p:cNvPr>
          <p:cNvSpPr>
            <a:spLocks noGrp="1" noChangeArrowheads="1"/>
          </p:cNvSpPr>
          <p:nvPr>
            <p:ph type="title" idx="4294967295"/>
          </p:nvPr>
        </p:nvSpPr>
        <p:spPr>
          <a:xfrm>
            <a:off x="179388" y="557213"/>
            <a:ext cx="8229600" cy="1143000"/>
          </a:xfrm>
        </p:spPr>
        <p:txBody>
          <a:bodyPr/>
          <a:lstStyle/>
          <a:p>
            <a:r>
              <a:rPr lang="en-US" altLang="zh-CN" dirty="0">
                <a:sym typeface="宋体" panose="02010600030101010101" pitchFamily="2" charset="-122"/>
              </a:rPr>
              <a:t>5.3 </a:t>
            </a:r>
            <a:r>
              <a:rPr lang="zh-CN" altLang="en-US" dirty="0">
                <a:sym typeface="宋体" panose="02010600030101010101" pitchFamily="2" charset="-122"/>
              </a:rPr>
              <a:t>死锁的解除</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6">
            <a:extLst>
              <a:ext uri="{FF2B5EF4-FFF2-40B4-BE49-F238E27FC236}">
                <a16:creationId xmlns:a16="http://schemas.microsoft.com/office/drawing/2014/main" id="{30EF8D68-ED02-A149-BFE8-08D5D66597F0}"/>
              </a:ext>
            </a:extLst>
          </p:cNvPr>
          <p:cNvSpPr>
            <a:spLocks noGrp="1"/>
          </p:cNvSpPr>
          <p:nvPr>
            <p:ph idx="4294967295"/>
          </p:nvPr>
        </p:nvSpPr>
        <p:spPr>
          <a:xfrm>
            <a:off x="565150" y="1755775"/>
            <a:ext cx="8721725" cy="4527550"/>
          </a:xfrm>
          <a:ln>
            <a:miter/>
          </a:ln>
        </p:spPr>
        <p:txBody>
          <a:bodyPr/>
          <a:lstStyle/>
          <a:p>
            <a:pPr marL="9525" indent="0">
              <a:buFontTx/>
              <a:buNone/>
            </a:pPr>
            <a:endParaRPr lang="en-US" altLang="zh-CN" sz="2800">
              <a:latin typeface="Cambria" panose="02040503050406030204" pitchFamily="18" charset="0"/>
            </a:endParaRPr>
          </a:p>
          <a:p>
            <a:pPr marL="9525" indent="0">
              <a:lnSpc>
                <a:spcPct val="130000"/>
              </a:lnSpc>
              <a:buFontTx/>
              <a:buNone/>
            </a:pPr>
            <a:r>
              <a:rPr lang="en-US" altLang="zh-CN" sz="2800">
                <a:latin typeface="Cambria" panose="02040503050406030204" pitchFamily="18" charset="0"/>
              </a:rPr>
              <a:t>1)</a:t>
            </a:r>
            <a:r>
              <a:rPr lang="zh-CN" altLang="en-US" sz="2800">
                <a:latin typeface="Cambria" panose="02040503050406030204" pitchFamily="18" charset="0"/>
              </a:rPr>
              <a:t>撤消陷于死锁的全部进程；</a:t>
            </a:r>
          </a:p>
          <a:p>
            <a:pPr marL="9525" indent="0">
              <a:lnSpc>
                <a:spcPct val="130000"/>
              </a:lnSpc>
              <a:buFontTx/>
              <a:buNone/>
            </a:pPr>
            <a:r>
              <a:rPr lang="en-US" altLang="zh-CN" sz="2800">
                <a:latin typeface="Cambria" panose="02040503050406030204" pitchFamily="18" charset="0"/>
              </a:rPr>
              <a:t>2)</a:t>
            </a:r>
            <a:r>
              <a:rPr lang="zh-CN" altLang="en-US" sz="2800">
                <a:latin typeface="Cambria" panose="02040503050406030204" pitchFamily="18" charset="0"/>
              </a:rPr>
              <a:t>逐个撤消陷于死锁的进程，直到死锁不存在；</a:t>
            </a:r>
          </a:p>
          <a:p>
            <a:pPr marL="9525" indent="0">
              <a:lnSpc>
                <a:spcPct val="130000"/>
              </a:lnSpc>
              <a:buFontTx/>
              <a:buNone/>
            </a:pPr>
            <a:r>
              <a:rPr lang="en-US" altLang="zh-CN" sz="2800">
                <a:latin typeface="Cambria" panose="02040503050406030204" pitchFamily="18" charset="0"/>
              </a:rPr>
              <a:t>3)</a:t>
            </a:r>
            <a:r>
              <a:rPr lang="zh-CN" altLang="en-US" sz="2800">
                <a:latin typeface="Cambria" panose="02040503050406030204" pitchFamily="18" charset="0"/>
              </a:rPr>
              <a:t>从陷于死锁的进程中逐个强迫放弃所占用的资源，直至死锁消失；</a:t>
            </a:r>
          </a:p>
          <a:p>
            <a:pPr marL="9525" indent="0">
              <a:lnSpc>
                <a:spcPct val="130000"/>
              </a:lnSpc>
              <a:buFontTx/>
              <a:buNone/>
            </a:pPr>
            <a:r>
              <a:rPr lang="en-US" altLang="zh-CN" sz="2800">
                <a:latin typeface="Cambria" panose="02040503050406030204" pitchFamily="18" charset="0"/>
              </a:rPr>
              <a:t>4)</a:t>
            </a:r>
            <a:r>
              <a:rPr lang="zh-CN" altLang="en-US" sz="2800">
                <a:latin typeface="Cambria" panose="02040503050406030204" pitchFamily="18" charset="0"/>
              </a:rPr>
              <a:t>从另外的进程那里强行剥夺足够数量的资源分配给死锁进程，以解除死锁状态。</a:t>
            </a:r>
          </a:p>
        </p:txBody>
      </p:sp>
      <p:pic>
        <p:nvPicPr>
          <p:cNvPr id="62467" name="Picture 3" descr="无标题-5">
            <a:extLst>
              <a:ext uri="{FF2B5EF4-FFF2-40B4-BE49-F238E27FC236}">
                <a16:creationId xmlns:a16="http://schemas.microsoft.com/office/drawing/2014/main" id="{448BC99A-E566-8249-B1F3-2345ED7AE8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9375"/>
            <a:ext cx="24479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8" name="标题 5">
            <a:extLst>
              <a:ext uri="{FF2B5EF4-FFF2-40B4-BE49-F238E27FC236}">
                <a16:creationId xmlns:a16="http://schemas.microsoft.com/office/drawing/2014/main" id="{DB035A13-4FAD-0949-A5B9-A99D2CDE534C}"/>
              </a:ext>
            </a:extLst>
          </p:cNvPr>
          <p:cNvSpPr>
            <a:spLocks noGrp="1" noChangeArrowheads="1"/>
          </p:cNvSpPr>
          <p:nvPr>
            <p:ph type="title" idx="4294967295"/>
          </p:nvPr>
        </p:nvSpPr>
        <p:spPr>
          <a:xfrm>
            <a:off x="179388" y="557213"/>
            <a:ext cx="8229600" cy="1143000"/>
          </a:xfrm>
        </p:spPr>
        <p:txBody>
          <a:bodyPr/>
          <a:lstStyle/>
          <a:p>
            <a:r>
              <a:rPr lang="en-US" altLang="zh-CN" dirty="0">
                <a:sym typeface="宋体" panose="02010600030101010101" pitchFamily="2" charset="-122"/>
              </a:rPr>
              <a:t>5.3 </a:t>
            </a:r>
            <a:r>
              <a:rPr lang="zh-CN" altLang="en-US" dirty="0">
                <a:sym typeface="宋体" panose="02010600030101010101" pitchFamily="2" charset="-122"/>
              </a:rPr>
              <a:t>死锁的解除</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文本框 3">
            <a:extLst>
              <a:ext uri="{FF2B5EF4-FFF2-40B4-BE49-F238E27FC236}">
                <a16:creationId xmlns:a16="http://schemas.microsoft.com/office/drawing/2014/main" id="{5926A7D9-B52A-D644-AC50-1CEEF3C3F3BA}"/>
              </a:ext>
            </a:extLst>
          </p:cNvPr>
          <p:cNvSpPr txBox="1">
            <a:spLocks noChangeArrowheads="1"/>
          </p:cNvSpPr>
          <p:nvPr/>
        </p:nvSpPr>
        <p:spPr bwMode="auto">
          <a:xfrm>
            <a:off x="173038" y="2963863"/>
            <a:ext cx="53467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en-US" sz="6000">
                <a:solidFill>
                  <a:srgbClr val="3D3D3D"/>
                </a:solidFill>
                <a:latin typeface="方正舒体" pitchFamily="2" charset="-122"/>
                <a:ea typeface="方正舒体" pitchFamily="2" charset="-122"/>
              </a:rPr>
              <a:t>THANK YOU</a:t>
            </a:r>
            <a:r>
              <a:rPr lang="zh-CN" altLang="en-US" sz="6000">
                <a:solidFill>
                  <a:srgbClr val="3D3D3D"/>
                </a:solidFill>
                <a:latin typeface="方正舒体" pitchFamily="2" charset="-122"/>
                <a:ea typeface="方正舒体" pitchFamily="2" charset="-122"/>
              </a:rPr>
              <a:t> </a:t>
            </a:r>
            <a:r>
              <a:rPr lang="en-US" altLang="en-US" sz="6000">
                <a:solidFill>
                  <a:srgbClr val="3D3D3D"/>
                </a:solidFill>
                <a:latin typeface="方正舒体" pitchFamily="2" charset="-122"/>
                <a:ea typeface="方正舒体" pitchFamily="2" charset="-122"/>
              </a:rPr>
              <a:t>.</a:t>
            </a:r>
          </a:p>
        </p:txBody>
      </p:sp>
      <p:pic>
        <p:nvPicPr>
          <p:cNvPr id="63490" name="图片 6">
            <a:extLst>
              <a:ext uri="{FF2B5EF4-FFF2-40B4-BE49-F238E27FC236}">
                <a16:creationId xmlns:a16="http://schemas.microsoft.com/office/drawing/2014/main" id="{109AA371-D9A5-FE4A-A544-2D597FBFE0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2575" y="996950"/>
            <a:ext cx="3781425" cy="269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1" name="标题 3">
            <a:extLst>
              <a:ext uri="{FF2B5EF4-FFF2-40B4-BE49-F238E27FC236}">
                <a16:creationId xmlns:a16="http://schemas.microsoft.com/office/drawing/2014/main" id="{DAAA7ED7-2DF2-8846-9C5E-7955720F292E}"/>
              </a:ext>
            </a:extLst>
          </p:cNvPr>
          <p:cNvSpPr>
            <a:spLocks noGrp="1" noChangeArrowheads="1"/>
          </p:cNvSpPr>
          <p:nvPr>
            <p:ph type="title" idx="4294967295"/>
          </p:nvPr>
        </p:nvSpPr>
        <p:spPr>
          <a:xfrm>
            <a:off x="838200" y="365125"/>
            <a:ext cx="10515600" cy="1325563"/>
          </a:xfrm>
        </p:spPr>
        <p:txBody>
          <a:bodyPr/>
          <a:lstStyle/>
          <a:p>
            <a:endParaRPr lang="en-US" altLang="en-US"/>
          </a:p>
        </p:txBody>
      </p:sp>
    </p:spTree>
  </p:cSld>
  <p:clrMapOvr>
    <a:masterClrMapping/>
  </p:clrMapOvr>
</p:sld>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A000120140627A45PWBG">
  <a:themeElements>
    <a:clrScheme name="">
      <a:dk1>
        <a:srgbClr val="000000"/>
      </a:dk1>
      <a:lt1>
        <a:srgbClr val="FFFFFF"/>
      </a:lt1>
      <a:dk2>
        <a:srgbClr val="39302A"/>
      </a:dk2>
      <a:lt2>
        <a:srgbClr val="FFFFFF"/>
      </a:lt2>
      <a:accent1>
        <a:srgbClr val="F8931D"/>
      </a:accent1>
      <a:accent2>
        <a:srgbClr val="FFCA08"/>
      </a:accent2>
      <a:accent3>
        <a:srgbClr val="FFFFFF"/>
      </a:accent3>
      <a:accent4>
        <a:srgbClr val="000000"/>
      </a:accent4>
      <a:accent5>
        <a:srgbClr val="FBC8AA"/>
      </a:accent5>
      <a:accent6>
        <a:srgbClr val="E5B506"/>
      </a:accent6>
      <a:hlink>
        <a:srgbClr val="2998E3"/>
      </a:hlink>
      <a:folHlink>
        <a:srgbClr val="7F723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A000120140627A45PWBG 1">
        <a:dk1>
          <a:srgbClr val="000000"/>
        </a:dk1>
        <a:lt1>
          <a:srgbClr val="FFFFFF"/>
        </a:lt1>
        <a:dk2>
          <a:srgbClr val="39302A"/>
        </a:dk2>
        <a:lt2>
          <a:srgbClr val="FFFFFF"/>
        </a:lt2>
        <a:accent1>
          <a:srgbClr val="F8931D"/>
        </a:accent1>
        <a:accent2>
          <a:srgbClr val="FFCA08"/>
        </a:accent2>
        <a:accent3>
          <a:srgbClr val="FFFFFF"/>
        </a:accent3>
        <a:accent4>
          <a:srgbClr val="000000"/>
        </a:accent4>
        <a:accent5>
          <a:srgbClr val="FBC8AB"/>
        </a:accent5>
        <a:accent6>
          <a:srgbClr val="E7B706"/>
        </a:accent6>
        <a:hlink>
          <a:srgbClr val="2998E3"/>
        </a:hlink>
        <a:folHlink>
          <a:srgbClr val="7F723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3.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
  <TotalTime>56</TotalTime>
  <Pages>0</Pages>
  <Words>3133</Words>
  <Characters>0</Characters>
  <Application>Microsoft Macintosh PowerPoint</Application>
  <DocSecurity>0</DocSecurity>
  <PresentationFormat>On-screen Show (4:3)</PresentationFormat>
  <Lines>0</Lines>
  <Paragraphs>320</Paragraphs>
  <Slides>62</Slides>
  <Notes>4</Notes>
  <HiddenSlides>0</HiddenSlides>
  <MMClips>0</MMClips>
  <ScaleCrop>false</ScaleCrop>
  <HeadingPairs>
    <vt:vector size="6" baseType="variant">
      <vt:variant>
        <vt:lpstr>Fonts Used</vt:lpstr>
      </vt:variant>
      <vt:variant>
        <vt:i4>15</vt:i4>
      </vt:variant>
      <vt:variant>
        <vt:lpstr>Theme</vt:lpstr>
      </vt:variant>
      <vt:variant>
        <vt:i4>4</vt:i4>
      </vt:variant>
      <vt:variant>
        <vt:lpstr>Slide Titles</vt:lpstr>
      </vt:variant>
      <vt:variant>
        <vt:i4>62</vt:i4>
      </vt:variant>
    </vt:vector>
  </HeadingPairs>
  <TitlesOfParts>
    <vt:vector size="81" baseType="lpstr">
      <vt:lpstr>方正舒体</vt:lpstr>
      <vt:lpstr>隶书</vt:lpstr>
      <vt:lpstr>Microsoft Yahei</vt:lpstr>
      <vt:lpstr>Microsoft Yahei</vt:lpstr>
      <vt:lpstr>Segoe UI</vt:lpstr>
      <vt:lpstr>黑体</vt:lpstr>
      <vt:lpstr>宋体</vt:lpstr>
      <vt:lpstr>华文彩云</vt:lpstr>
      <vt:lpstr>幼圆</vt:lpstr>
      <vt:lpstr>Arial</vt:lpstr>
      <vt:lpstr>Arial Rounded MT Bold</vt:lpstr>
      <vt:lpstr>Calibri</vt:lpstr>
      <vt:lpstr>Cambria</vt:lpstr>
      <vt:lpstr>Trebuchet MS</vt:lpstr>
      <vt:lpstr>Wingdings 2</vt:lpstr>
      <vt:lpstr>默认设计模板</vt:lpstr>
      <vt:lpstr>自定义设计方案</vt:lpstr>
      <vt:lpstr>1_默认设计模板</vt:lpstr>
      <vt:lpstr>1_A000120140627A45PWBG</vt:lpstr>
      <vt:lpstr>死锁</vt:lpstr>
      <vt:lpstr>目   录</vt:lpstr>
      <vt:lpstr>要点FOCUS</vt:lpstr>
      <vt:lpstr>PowerPoint Presentation</vt:lpstr>
      <vt:lpstr>PowerPoint Presentation</vt:lpstr>
      <vt:lpstr>1 基本概念 the basic concept</vt:lpstr>
      <vt:lpstr>at first, let us to look some pictures. </vt:lpstr>
      <vt:lpstr>PowerPoint Presentation</vt:lpstr>
      <vt:lpstr>PowerPoint Presentation</vt:lpstr>
      <vt:lpstr>In operating system,you can find the same case as the above pictures. </vt:lpstr>
      <vt:lpstr>PowerPoint Presentation</vt:lpstr>
      <vt:lpstr>PowerPoint Presentation</vt:lpstr>
      <vt:lpstr>PowerPoint Presentation</vt:lpstr>
      <vt:lpstr>PowerPoint Presentation</vt:lpstr>
      <vt:lpstr>死锁简介</vt:lpstr>
      <vt:lpstr>1.1 死锁 </vt:lpstr>
      <vt:lpstr>1.2 死锁的起因</vt:lpstr>
      <vt:lpstr>1.3 产生死锁的必要条件</vt:lpstr>
      <vt:lpstr>PowerPoint Presentation</vt:lpstr>
      <vt:lpstr>PowerPoint Presentation</vt:lpstr>
      <vt:lpstr>PowerPoint Presentation</vt:lpstr>
      <vt:lpstr>2 处理死锁的基本方法</vt:lpstr>
      <vt:lpstr>2.1 预防死锁的方法</vt:lpstr>
      <vt:lpstr>2.1 预防死锁的方法</vt:lpstr>
      <vt:lpstr>PowerPoint Presentation</vt:lpstr>
      <vt:lpstr>2.2 死锁的避免</vt:lpstr>
      <vt:lpstr>2.3 死锁的检测和恢复</vt:lpstr>
      <vt:lpstr>PowerPoint Presentation</vt:lpstr>
      <vt:lpstr>PowerPoint Presentation</vt:lpstr>
      <vt:lpstr>PowerPoint Presentation</vt:lpstr>
      <vt:lpstr>PowerPoint Presentation</vt:lpstr>
      <vt:lpstr>3 鸵鸟算法</vt:lpstr>
      <vt:lpstr>3 鸵鸟算法</vt:lpstr>
      <vt:lpstr>3 鸵鸟算法</vt:lpstr>
      <vt:lpstr>4 银行家算法</vt:lpstr>
      <vt:lpstr>PowerPoint Presentation</vt:lpstr>
      <vt:lpstr>4 银行家算法</vt:lpstr>
      <vt:lpstr>4.1 系统安全状态</vt:lpstr>
      <vt:lpstr>4.1 系统安全状态</vt:lpstr>
      <vt:lpstr>4.1 系统安全状态</vt:lpstr>
      <vt:lpstr>4.1 系统安全状态</vt:lpstr>
      <vt:lpstr>4.2 银行家算法原型</vt:lpstr>
      <vt:lpstr>4.3 银行家算法原理</vt:lpstr>
      <vt:lpstr>4.4 银行家算法中的数据结构</vt:lpstr>
      <vt:lpstr>4.4 银行家算法中的数据结构</vt:lpstr>
      <vt:lpstr>4.5 银行家算法描述</vt:lpstr>
      <vt:lpstr>4.5 银行家算法描述</vt:lpstr>
      <vt:lpstr>4.6 安全性算法</vt:lpstr>
      <vt:lpstr>4.6 安全性算法</vt:lpstr>
      <vt:lpstr>4.7 银行家算法实例 </vt:lpstr>
      <vt:lpstr>5.1 死锁的检测</vt:lpstr>
      <vt:lpstr>5.1 死锁的检测</vt:lpstr>
      <vt:lpstr>5.2 进程-资源有向图</vt:lpstr>
      <vt:lpstr>5.2 进程-资源有向图</vt:lpstr>
      <vt:lpstr>5.2 进程-资源有向图</vt:lpstr>
      <vt:lpstr>5.2 进程-资源有向图</vt:lpstr>
      <vt:lpstr>5.2 进程-资源有向图</vt:lpstr>
      <vt:lpstr>5.2 进程-资源有向图</vt:lpstr>
      <vt:lpstr>5.2 进程-资源有向图</vt:lpstr>
      <vt:lpstr>5.3 死锁的解除</vt:lpstr>
      <vt:lpstr>5.3 死锁的解除</vt:lpstr>
      <vt:lpstr>PowerPoint Presentation</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请在此处填写作品信息（此页非设计页）</dc:title>
  <dc:subject/>
  <dc:creator>Administrator</dc:creator>
  <cp:keywords/>
  <dc:description/>
  <cp:lastModifiedBy>Microsoft Office User</cp:lastModifiedBy>
  <cp:revision>60</cp:revision>
  <dcterms:created xsi:type="dcterms:W3CDTF">2012-09-21T09:22:25Z</dcterms:created>
  <dcterms:modified xsi:type="dcterms:W3CDTF">2026-10-22T15:16:31Z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2052-10.1.0.5251</vt:lpwstr>
  </property>
</Properties>
</file>